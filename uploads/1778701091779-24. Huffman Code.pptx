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6"/>
  </p:notesMasterIdLst>
  <p:handoutMasterIdLst>
    <p:handoutMasterId r:id="rId17"/>
  </p:handoutMasterIdLst>
  <p:sldIdLst>
    <p:sldId id="403" r:id="rId2"/>
    <p:sldId id="382" r:id="rId3"/>
    <p:sldId id="397" r:id="rId4"/>
    <p:sldId id="404" r:id="rId5"/>
    <p:sldId id="414" r:id="rId6"/>
    <p:sldId id="415" r:id="rId7"/>
    <p:sldId id="416" r:id="rId8"/>
    <p:sldId id="387" r:id="rId9"/>
    <p:sldId id="388" r:id="rId10"/>
    <p:sldId id="399" r:id="rId11"/>
    <p:sldId id="418" r:id="rId12"/>
    <p:sldId id="400" r:id="rId13"/>
    <p:sldId id="402" r:id="rId14"/>
    <p:sldId id="417" r:id="rId15"/>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951" autoAdjust="0"/>
    <p:restoredTop sz="94756" autoAdjust="0"/>
  </p:normalViewPr>
  <p:slideViewPr>
    <p:cSldViewPr>
      <p:cViewPr varScale="1">
        <p:scale>
          <a:sx n="77" d="100"/>
          <a:sy n="77" d="100"/>
        </p:scale>
        <p:origin x="111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42" name="Rectangle 2"/>
          <p:cNvSpPr>
            <a:spLocks noGrp="1" noChangeArrowheads="1"/>
          </p:cNvSpPr>
          <p:nvPr>
            <p:ph type="hdr" sz="quarter"/>
          </p:nvPr>
        </p:nvSpPr>
        <p:spPr bwMode="auto">
          <a:xfrm>
            <a:off x="388620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317443" name="Rectangle 3"/>
          <p:cNvSpPr>
            <a:spLocks noGrp="1" noChangeArrowheads="1"/>
          </p:cNvSpPr>
          <p:nvPr>
            <p:ph type="dt" sz="quarter" idx="1"/>
          </p:nvPr>
        </p:nvSpPr>
        <p:spPr bwMode="auto">
          <a:xfrm>
            <a:off x="1588"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317444" name="Rectangle 4"/>
          <p:cNvSpPr>
            <a:spLocks noGrp="1" noChangeArrowheads="1"/>
          </p:cNvSpPr>
          <p:nvPr>
            <p:ph type="ftr" sz="quarter" idx="2"/>
          </p:nvPr>
        </p:nvSpPr>
        <p:spPr bwMode="auto">
          <a:xfrm>
            <a:off x="3886200"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317445" name="Rectangle 5"/>
          <p:cNvSpPr>
            <a:spLocks noGrp="1" noChangeArrowheads="1"/>
          </p:cNvSpPr>
          <p:nvPr>
            <p:ph type="sldNum" sz="quarter" idx="3"/>
          </p:nvPr>
        </p:nvSpPr>
        <p:spPr bwMode="auto">
          <a:xfrm>
            <a:off x="1588"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panose="020B0604020202020204" pitchFamily="34" charset="0"/>
              </a:defRPr>
            </a:lvl1pPr>
          </a:lstStyle>
          <a:p>
            <a:fld id="{4E4FFB1D-9530-4F04-96F3-C5BCA16A24F7}" type="slidenum">
              <a:rPr lang="ar-SA"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73731" name="Rectangle 3"/>
          <p:cNvSpPr>
            <a:spLocks noGrp="1" noChangeArrowheads="1"/>
          </p:cNvSpPr>
          <p:nvPr>
            <p:ph type="dt" idx="1"/>
          </p:nvPr>
        </p:nvSpPr>
        <p:spPr bwMode="auto">
          <a:xfrm>
            <a:off x="3884613" y="0"/>
            <a:ext cx="2971800" cy="46513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04900" y="696913"/>
            <a:ext cx="464820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3" name="Rectangle 5"/>
          <p:cNvSpPr>
            <a:spLocks noGrp="1" noChangeArrowheads="1"/>
          </p:cNvSpPr>
          <p:nvPr>
            <p:ph type="body" sz="quarter" idx="3"/>
          </p:nvPr>
        </p:nvSpPr>
        <p:spPr bwMode="auto">
          <a:xfrm>
            <a:off x="685800" y="4416425"/>
            <a:ext cx="5486400" cy="41830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ar-SA" noProof="0"/>
              <a:t>انقر لتحرير أنماط النص الرئيسي</a:t>
            </a:r>
            <a:endParaRPr lang="en-US" noProof="0"/>
          </a:p>
          <a:p>
            <a:pPr lvl="1"/>
            <a:r>
              <a:rPr lang="ar-SA" noProof="0"/>
              <a:t>المستوى الثاني</a:t>
            </a:r>
            <a:endParaRPr lang="en-US" noProof="0"/>
          </a:p>
          <a:p>
            <a:pPr lvl="2"/>
            <a:r>
              <a:rPr lang="ar-SA" noProof="0"/>
              <a:t>المستوى الثالث</a:t>
            </a:r>
            <a:endParaRPr lang="en-US" noProof="0"/>
          </a:p>
          <a:p>
            <a:pPr lvl="3"/>
            <a:r>
              <a:rPr lang="ar-SA" noProof="0"/>
              <a:t>المستوى الرابع</a:t>
            </a:r>
            <a:endParaRPr lang="en-US" noProof="0"/>
          </a:p>
          <a:p>
            <a:pPr lvl="4"/>
            <a:r>
              <a:rPr lang="ar-SA" noProof="0"/>
              <a:t>المستوى الخامس</a:t>
            </a:r>
            <a:endParaRPr lang="en-US" noProof="0"/>
          </a:p>
        </p:txBody>
      </p:sp>
      <p:sp>
        <p:nvSpPr>
          <p:cNvPr id="73734" name="Rectangle 6"/>
          <p:cNvSpPr>
            <a:spLocks noGrp="1" noChangeArrowheads="1"/>
          </p:cNvSpPr>
          <p:nvPr>
            <p:ph type="ftr" sz="quarter" idx="4"/>
          </p:nvPr>
        </p:nvSpPr>
        <p:spPr bwMode="auto">
          <a:xfrm>
            <a:off x="0"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73735" name="Rectangle 7"/>
          <p:cNvSpPr>
            <a:spLocks noGrp="1" noChangeArrowheads="1"/>
          </p:cNvSpPr>
          <p:nvPr>
            <p:ph type="sldNum" sz="quarter" idx="5"/>
          </p:nvPr>
        </p:nvSpPr>
        <p:spPr bwMode="auto">
          <a:xfrm>
            <a:off x="3884613" y="8829675"/>
            <a:ext cx="2971800" cy="4651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panose="020B0604020202020204" pitchFamily="34" charset="0"/>
              </a:defRPr>
            </a:lvl1pPr>
          </a:lstStyle>
          <a:p>
            <a:fld id="{8813E570-601E-43C9-8EEB-537C7813D062}" type="slidenum">
              <a:rPr lang="ar-SA"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08667BD1-220B-4A10-A313-CFB04BACCBCE}" type="slidenum">
              <a:rPr lang="ar-SA" altLang="en-US">
                <a:latin typeface="Arial" panose="020B0604020202020204" pitchFamily="34" charset="0"/>
              </a:rPr>
              <a:pPr eaLnBrk="1" hangingPunct="1"/>
              <a:t>1</a:t>
            </a:fld>
            <a:endParaRPr lang="en-US" altLang="en-US">
              <a:latin typeface="Arial" panose="020B0604020202020204" pitchFamily="34" charset="0"/>
            </a:endParaRPr>
          </a:p>
        </p:txBody>
      </p:sp>
      <p:sp>
        <p:nvSpPr>
          <p:cNvPr id="29699" name="Rectangle 2"/>
          <p:cNvSpPr>
            <a:spLocks noGrp="1" noRot="1" noChangeAspect="1" noChangeArrowheads="1" noTextEdit="1"/>
          </p:cNvSpPr>
          <p:nvPr>
            <p:ph type="sldImg"/>
          </p:nvPr>
        </p:nvSpPr>
        <p:spPr>
          <a:ln/>
        </p:spPr>
      </p:sp>
      <p:sp>
        <p:nvSpPr>
          <p:cNvPr id="297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AF29B7FE-533F-4E85-B011-DBF18BB66E5E}" type="slidenum">
              <a:rPr lang="ar-SA" altLang="en-US">
                <a:latin typeface="Arial" panose="020B0604020202020204" pitchFamily="34" charset="0"/>
              </a:rPr>
              <a:pPr eaLnBrk="1" hangingPunct="1"/>
              <a:t>2</a:t>
            </a:fld>
            <a:endParaRPr lang="en-US" altLang="en-US">
              <a:latin typeface="Arial" panose="020B0604020202020204" pitchFamily="34"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925B5DBE-BA65-43AE-8C58-1324ED0593D6}" type="slidenum">
              <a:rPr lang="ar-SA" altLang="en-US">
                <a:latin typeface="Arial" panose="020B0604020202020204" pitchFamily="34" charset="0"/>
              </a:rPr>
              <a:pPr eaLnBrk="1" hangingPunct="1"/>
              <a:t>3</a:t>
            </a:fld>
            <a:endParaRPr lang="en-US" altLang="en-US">
              <a:latin typeface="Arial" panose="020B0604020202020204" pitchFamily="34" charset="0"/>
            </a:endParaRPr>
          </a:p>
        </p:txBody>
      </p:sp>
      <p:sp>
        <p:nvSpPr>
          <p:cNvPr id="31747" name="Rectangle 2"/>
          <p:cNvSpPr>
            <a:spLocks noGrp="1" noRot="1" noChangeAspect="1" noChangeArrowheads="1" noTextEdit="1"/>
          </p:cNvSpPr>
          <p:nvPr>
            <p:ph type="sldImg"/>
          </p:nvPr>
        </p:nvSpPr>
        <p:spPr>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1CF2F4D8-11B0-407F-9F38-BCA4FABD5C9C}" type="slidenum">
              <a:rPr lang="ar-SA" altLang="en-US">
                <a:latin typeface="Arial" panose="020B0604020202020204" pitchFamily="34" charset="0"/>
              </a:rPr>
              <a:pPr eaLnBrk="1" hangingPunct="1"/>
              <a:t>4</a:t>
            </a:fld>
            <a:endParaRPr lang="en-US" altLang="en-US">
              <a:latin typeface="Arial" panose="020B0604020202020204" pitchFamily="34" charset="0"/>
            </a:endParaRPr>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3BF3A6F9-9B8C-491C-BD0A-F16CB82D7089}" type="slidenum">
              <a:rPr lang="ar-SA" altLang="en-US">
                <a:latin typeface="Arial" panose="020B0604020202020204" pitchFamily="34" charset="0"/>
              </a:rPr>
              <a:pPr eaLnBrk="1" hangingPunct="1"/>
              <a:t>7</a:t>
            </a:fld>
            <a:endParaRPr lang="en-US" altLang="en-US">
              <a:latin typeface="Arial" panose="020B0604020202020204" pitchFamily="3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35A59C5A-697E-481F-AE97-5EDC1B2A9C28}" type="slidenum">
              <a:rPr lang="ar-SA" altLang="en-US">
                <a:latin typeface="Arial" panose="020B0604020202020204" pitchFamily="34" charset="0"/>
              </a:rPr>
              <a:pPr eaLnBrk="1" hangingPunct="1"/>
              <a:t>8</a:t>
            </a:fld>
            <a:endParaRPr lang="en-US" altLang="en-US">
              <a:latin typeface="Arial" panose="020B0604020202020204" pitchFamily="34" charset="0"/>
            </a:endParaRPr>
          </a:p>
        </p:txBody>
      </p:sp>
      <p:sp>
        <p:nvSpPr>
          <p:cNvPr id="34819" name="Rectangle 2"/>
          <p:cNvSpPr>
            <a:spLocks noGrp="1" noRot="1" noChangeAspect="1" noChangeArrowheads="1" noTextEdit="1"/>
          </p:cNvSpPr>
          <p:nvPr>
            <p:ph type="sldImg"/>
          </p:nvPr>
        </p:nvSpPr>
        <p:spPr>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48C90611-E6A7-4986-AF77-A69BD1553DA2}" type="slidenum">
              <a:rPr lang="ar-SA" altLang="en-US">
                <a:latin typeface="Arial" panose="020B0604020202020204" pitchFamily="34" charset="0"/>
              </a:rPr>
              <a:pPr eaLnBrk="1" hangingPunct="1"/>
              <a:t>9</a:t>
            </a:fld>
            <a:endParaRPr lang="en-US" altLang="en-US">
              <a:latin typeface="Arial" panose="020B060402020202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177DB47F-B5F2-4C47-9625-D6A0354D52EC}" type="slidenum">
              <a:rPr lang="ar-SA" altLang="en-US">
                <a:latin typeface="Arial" panose="020B0604020202020204" pitchFamily="34" charset="0"/>
              </a:rPr>
              <a:pPr eaLnBrk="1" hangingPunct="1"/>
              <a:t>10</a:t>
            </a:fld>
            <a:endParaRPr lang="en-US" altLang="en-US">
              <a:latin typeface="Arial" panose="020B0604020202020204" pitchFamily="34" charset="0"/>
            </a:endParaRPr>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F135736A-471E-4761-8B3E-C49EE21596E2}" type="slidenum">
              <a:rPr lang="ar-SA" altLang="en-US">
                <a:latin typeface="Arial" panose="020B0604020202020204" pitchFamily="34" charset="0"/>
              </a:rPr>
              <a:pPr eaLnBrk="1" hangingPunct="1"/>
              <a:t>12</a:t>
            </a:fld>
            <a:endParaRPr lang="en-US" altLang="en-US">
              <a:latin typeface="Arial" panose="020B060402020202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fld id="{C4413749-D8B9-414E-9DD6-66473EE5F96C}" type="slidenum">
              <a:rPr lang="ar-SA" altLang="en-US">
                <a:latin typeface="Arial" panose="020B0604020202020204" pitchFamily="34" charset="0"/>
              </a:rPr>
              <a:pPr eaLnBrk="1" hangingPunct="1"/>
              <a:t>13</a:t>
            </a:fld>
            <a:endParaRPr lang="en-US" altLang="en-US">
              <a:latin typeface="Arial" panose="020B0604020202020204" pitchFamily="34"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685800" y="2393950"/>
            <a:ext cx="7772400" cy="109538"/>
          </a:xfrm>
          <a:custGeom>
            <a:avLst/>
            <a:gdLst>
              <a:gd name="G0" fmla="+- 618 0 0"/>
            </a:gdLst>
            <a:ahLst/>
            <a:cxnLst>
              <a:cxn ang="0">
                <a:pos x="0" y="0"/>
              </a:cxn>
              <a:cxn ang="0">
                <a:pos x="618" y="0"/>
              </a:cxn>
              <a:cxn ang="0">
                <a:pos x="618" y="1000"/>
              </a:cxn>
              <a:cxn ang="0">
                <a:pos x="0" y="1000"/>
              </a:cxn>
              <a:cxn ang="0">
                <a:pos x="0" y="0"/>
              </a:cxn>
              <a:cxn ang="0">
                <a:pos x="1000" y="0"/>
              </a:cxn>
            </a:cxnLst>
            <a:rect l="0" t="0" r="r" b="b"/>
            <a:pathLst>
              <a:path w="1000" h="1000" stroke="0">
                <a:moveTo>
                  <a:pt x="0" y="0"/>
                </a:moveTo>
                <a:lnTo>
                  <a:pt x="618" y="0"/>
                </a:lnTo>
                <a:lnTo>
                  <a:pt x="618"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defRPr/>
            </a:pPr>
            <a:endParaRPr lang="en-US" sz="2400">
              <a:latin typeface="Times New Roman" pitchFamily="18" charset="0"/>
              <a:cs typeface="Arial" charset="0"/>
            </a:endParaRPr>
          </a:p>
        </p:txBody>
      </p:sp>
      <p:sp>
        <p:nvSpPr>
          <p:cNvPr id="6146" name="Rectangle 2"/>
          <p:cNvSpPr>
            <a:spLocks noGrp="1" noChangeArrowheads="1"/>
          </p:cNvSpPr>
          <p:nvPr>
            <p:ph type="ctrTitle"/>
          </p:nvPr>
        </p:nvSpPr>
        <p:spPr>
          <a:xfrm>
            <a:off x="685800" y="990600"/>
            <a:ext cx="7772400" cy="1371600"/>
          </a:xfrm>
        </p:spPr>
        <p:txBody>
          <a:bodyPr/>
          <a:lstStyle>
            <a:lvl1pPr>
              <a:defRPr sz="4000"/>
            </a:lvl1pPr>
          </a:lstStyle>
          <a:p>
            <a:r>
              <a:rPr lang="ar-SA"/>
              <a:t>انقر لتحرير نمط العنوان الرئيسي</a:t>
            </a:r>
            <a:endParaRPr lang="en-US"/>
          </a:p>
        </p:txBody>
      </p:sp>
      <p:sp>
        <p:nvSpPr>
          <p:cNvPr id="6147" name="Rectangle 3"/>
          <p:cNvSpPr>
            <a:spLocks noGrp="1" noChangeArrowheads="1"/>
          </p:cNvSpPr>
          <p:nvPr>
            <p:ph type="subTitle" idx="1"/>
          </p:nvPr>
        </p:nvSpPr>
        <p:spPr>
          <a:xfrm>
            <a:off x="1447800" y="3429000"/>
            <a:ext cx="7010400" cy="1600200"/>
          </a:xfrm>
        </p:spPr>
        <p:txBody>
          <a:bodyPr/>
          <a:lstStyle>
            <a:lvl1pPr marL="0" indent="0">
              <a:buFont typeface="Wingdings" pitchFamily="2" charset="2"/>
              <a:buNone/>
              <a:defRPr sz="2800"/>
            </a:lvl1pPr>
          </a:lstStyle>
          <a:p>
            <a:r>
              <a:rPr lang="ar-SA"/>
              <a:t>انقر لتحرير نمط العنوان الثانوي الرئيسي</a:t>
            </a:r>
            <a:endParaRPr lang="en-US"/>
          </a:p>
        </p:txBody>
      </p:sp>
      <p:sp>
        <p:nvSpPr>
          <p:cNvPr id="5" name="Date Placeholder 4"/>
          <p:cNvSpPr>
            <a:spLocks noGrp="1" noChangeArrowheads="1"/>
          </p:cNvSpPr>
          <p:nvPr>
            <p:ph type="dt" sz="half" idx="10"/>
          </p:nvPr>
        </p:nvSpPr>
        <p:spPr>
          <a:xfrm>
            <a:off x="685800" y="6248400"/>
            <a:ext cx="1905000" cy="457200"/>
          </a:xfrm>
        </p:spPr>
        <p:txBody>
          <a:bodyPr/>
          <a:lstStyle>
            <a:lvl1pPr>
              <a:defRPr/>
            </a:lvl1pPr>
          </a:lstStyle>
          <a:p>
            <a:pPr>
              <a:defRPr/>
            </a:pPr>
            <a:endParaRPr lang="en-US"/>
          </a:p>
        </p:txBody>
      </p:sp>
      <p:sp>
        <p:nvSpPr>
          <p:cNvPr id="6" name="Footer Placeholder 5"/>
          <p:cNvSpPr>
            <a:spLocks noGrp="1" noChangeArrowheads="1"/>
          </p:cNvSpPr>
          <p:nvPr>
            <p:ph type="ftr" sz="quarter" idx="11"/>
          </p:nvPr>
        </p:nvSpPr>
        <p:spPr>
          <a:xfrm>
            <a:off x="3124200" y="6248400"/>
            <a:ext cx="2895600" cy="457200"/>
          </a:xfrm>
        </p:spPr>
        <p:txBody>
          <a:bodyPr/>
          <a:lstStyle>
            <a:lvl1pPr>
              <a:defRPr/>
            </a:lvl1pPr>
          </a:lstStyle>
          <a:p>
            <a:pPr>
              <a:defRPr/>
            </a:pPr>
            <a:endParaRPr lang="en-US"/>
          </a:p>
        </p:txBody>
      </p:sp>
      <p:sp>
        <p:nvSpPr>
          <p:cNvPr id="7" name="Slide Number Placeholder 6"/>
          <p:cNvSpPr>
            <a:spLocks noGrp="1" noChangeArrowheads="1"/>
          </p:cNvSpPr>
          <p:nvPr>
            <p:ph type="sldNum" sz="quarter" idx="12"/>
          </p:nvPr>
        </p:nvSpPr>
        <p:spPr>
          <a:xfrm>
            <a:off x="6553200" y="6248400"/>
            <a:ext cx="1905000" cy="457200"/>
          </a:xfrm>
        </p:spPr>
        <p:txBody>
          <a:bodyPr/>
          <a:lstStyle>
            <a:lvl1pPr>
              <a:defRPr/>
            </a:lvl1pPr>
          </a:lstStyle>
          <a:p>
            <a:fld id="{8494F74E-1863-490C-8598-80A71C801A98}" type="slidenum">
              <a:rPr lang="ar-SA" altLang="en-US"/>
              <a:pPr/>
              <a:t>‹#›</a:t>
            </a:fld>
            <a:endParaRPr lang="en-US" altLang="en-US"/>
          </a:p>
        </p:txBody>
      </p:sp>
    </p:spTree>
    <p:extLst>
      <p:ext uri="{BB962C8B-B14F-4D97-AF65-F5344CB8AC3E}">
        <p14:creationId xmlns:p14="http://schemas.microsoft.com/office/powerpoint/2010/main" val="2683671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endParaRPr lang="en-US"/>
          </a:p>
        </p:txBody>
      </p:sp>
      <p:sp>
        <p:nvSpPr>
          <p:cNvPr id="5" name="Rectangle 7"/>
          <p:cNvSpPr>
            <a:spLocks noGrp="1" noChangeArrowheads="1"/>
          </p:cNvSpPr>
          <p:nvPr>
            <p:ph type="ftr" sz="quarter" idx="11"/>
          </p:nvPr>
        </p:nvSpPr>
        <p:spPr/>
        <p:txBody>
          <a:bodyPr/>
          <a:lstStyle>
            <a:lvl1pPr>
              <a:defRPr/>
            </a:lvl1pPr>
          </a:lstStyle>
          <a:p>
            <a:pPr>
              <a:defRPr/>
            </a:pPr>
            <a:endParaRPr lang="en-US"/>
          </a:p>
        </p:txBody>
      </p:sp>
      <p:sp>
        <p:nvSpPr>
          <p:cNvPr id="6" name="Rectangle 8"/>
          <p:cNvSpPr>
            <a:spLocks noGrp="1" noChangeArrowheads="1"/>
          </p:cNvSpPr>
          <p:nvPr>
            <p:ph type="sldNum" sz="quarter" idx="12"/>
          </p:nvPr>
        </p:nvSpPr>
        <p:spPr/>
        <p:txBody>
          <a:bodyPr/>
          <a:lstStyle>
            <a:lvl1pPr>
              <a:defRPr/>
            </a:lvl1pPr>
          </a:lstStyle>
          <a:p>
            <a:fld id="{B1145097-82F4-4FBE-937E-FCD9D58017F2}" type="slidenum">
              <a:rPr lang="ar-SA" altLang="en-US"/>
              <a:pPr/>
              <a:t>‹#›</a:t>
            </a:fld>
            <a:endParaRPr lang="en-US" altLang="en-US"/>
          </a:p>
        </p:txBody>
      </p:sp>
    </p:spTree>
    <p:extLst>
      <p:ext uri="{BB962C8B-B14F-4D97-AF65-F5344CB8AC3E}">
        <p14:creationId xmlns:p14="http://schemas.microsoft.com/office/powerpoint/2010/main" val="3605477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p:txBody>
          <a:bodyPr/>
          <a:lstStyle>
            <a:lvl1pPr>
              <a:defRPr/>
            </a:lvl1pPr>
          </a:lstStyle>
          <a:p>
            <a:pPr>
              <a:defRPr/>
            </a:pPr>
            <a:endParaRPr lang="en-US"/>
          </a:p>
        </p:txBody>
      </p:sp>
      <p:sp>
        <p:nvSpPr>
          <p:cNvPr id="5" name="Rectangle 7"/>
          <p:cNvSpPr>
            <a:spLocks noGrp="1" noChangeArrowheads="1"/>
          </p:cNvSpPr>
          <p:nvPr>
            <p:ph type="ftr" sz="quarter" idx="11"/>
          </p:nvPr>
        </p:nvSpPr>
        <p:spPr/>
        <p:txBody>
          <a:bodyPr/>
          <a:lstStyle>
            <a:lvl1pPr>
              <a:defRPr/>
            </a:lvl1pPr>
          </a:lstStyle>
          <a:p>
            <a:pPr>
              <a:defRPr/>
            </a:pPr>
            <a:endParaRPr lang="en-US"/>
          </a:p>
        </p:txBody>
      </p:sp>
      <p:sp>
        <p:nvSpPr>
          <p:cNvPr id="6" name="Rectangle 8"/>
          <p:cNvSpPr>
            <a:spLocks noGrp="1" noChangeArrowheads="1"/>
          </p:cNvSpPr>
          <p:nvPr>
            <p:ph type="sldNum" sz="quarter" idx="12"/>
          </p:nvPr>
        </p:nvSpPr>
        <p:spPr/>
        <p:txBody>
          <a:bodyPr/>
          <a:lstStyle>
            <a:lvl1pPr>
              <a:defRPr/>
            </a:lvl1pPr>
          </a:lstStyle>
          <a:p>
            <a:fld id="{EC479C94-B593-4B35-A78A-E41C3CA232A6}" type="slidenum">
              <a:rPr lang="ar-SA" altLang="en-US"/>
              <a:pPr/>
              <a:t>‹#›</a:t>
            </a:fld>
            <a:endParaRPr lang="en-US" altLang="en-US"/>
          </a:p>
        </p:txBody>
      </p:sp>
    </p:spTree>
    <p:extLst>
      <p:ext uri="{BB962C8B-B14F-4D97-AF65-F5344CB8AC3E}">
        <p14:creationId xmlns:p14="http://schemas.microsoft.com/office/powerpoint/2010/main" val="3815145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667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endParaRPr lang="en-US"/>
          </a:p>
        </p:txBody>
      </p:sp>
      <p:sp>
        <p:nvSpPr>
          <p:cNvPr id="6" name="Rectangle 7"/>
          <p:cNvSpPr>
            <a:spLocks noGrp="1" noChangeArrowheads="1"/>
          </p:cNvSpPr>
          <p:nvPr>
            <p:ph type="ftr" sz="quarter" idx="11"/>
          </p:nvPr>
        </p:nvSpPr>
        <p:spPr/>
        <p:txBody>
          <a:bodyPr/>
          <a:lstStyle>
            <a:lvl1pPr>
              <a:defRPr/>
            </a:lvl1pPr>
          </a:lstStyle>
          <a:p>
            <a:pPr>
              <a:defRPr/>
            </a:pPr>
            <a:endParaRPr lang="en-US"/>
          </a:p>
        </p:txBody>
      </p:sp>
      <p:sp>
        <p:nvSpPr>
          <p:cNvPr id="7" name="Rectangle 8"/>
          <p:cNvSpPr>
            <a:spLocks noGrp="1" noChangeArrowheads="1"/>
          </p:cNvSpPr>
          <p:nvPr>
            <p:ph type="sldNum" sz="quarter" idx="12"/>
          </p:nvPr>
        </p:nvSpPr>
        <p:spPr/>
        <p:txBody>
          <a:bodyPr/>
          <a:lstStyle>
            <a:lvl1pPr>
              <a:defRPr/>
            </a:lvl1pPr>
          </a:lstStyle>
          <a:p>
            <a:fld id="{58482BB3-AA47-4F42-AFE9-EBE34C821ABB}" type="slidenum">
              <a:rPr lang="ar-SA" altLang="en-US"/>
              <a:pPr/>
              <a:t>‹#›</a:t>
            </a:fld>
            <a:endParaRPr lang="en-US" altLang="en-US"/>
          </a:p>
        </p:txBody>
      </p:sp>
    </p:spTree>
    <p:extLst>
      <p:ext uri="{BB962C8B-B14F-4D97-AF65-F5344CB8AC3E}">
        <p14:creationId xmlns:p14="http://schemas.microsoft.com/office/powerpoint/2010/main" val="2637986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noChangeArrowheads="1"/>
          </p:cNvSpPr>
          <p:nvPr>
            <p:ph type="dt" sz="half" idx="10"/>
          </p:nvPr>
        </p:nvSpPr>
        <p:spPr/>
        <p:txBody>
          <a:bodyPr/>
          <a:lstStyle>
            <a:lvl1pPr>
              <a:defRPr/>
            </a:lvl1pPr>
          </a:lstStyle>
          <a:p>
            <a:pPr>
              <a:defRPr/>
            </a:pPr>
            <a:endParaRPr lang="en-US"/>
          </a:p>
        </p:txBody>
      </p:sp>
      <p:sp>
        <p:nvSpPr>
          <p:cNvPr id="8" name="Footer Placeholder 7"/>
          <p:cNvSpPr>
            <a:spLocks noGrp="1" noChangeArrowheads="1"/>
          </p:cNvSpPr>
          <p:nvPr>
            <p:ph type="ftr" sz="quarter" idx="11"/>
          </p:nvPr>
        </p:nvSpPr>
        <p:spPr/>
        <p:txBody>
          <a:bodyPr/>
          <a:lstStyle>
            <a:lvl1pPr>
              <a:defRPr/>
            </a:lvl1pPr>
          </a:lstStyle>
          <a:p>
            <a:pPr>
              <a:defRPr/>
            </a:pPr>
            <a:endParaRPr lang="en-US"/>
          </a:p>
        </p:txBody>
      </p:sp>
      <p:sp>
        <p:nvSpPr>
          <p:cNvPr id="9" name="Slide Number Placeholder 8"/>
          <p:cNvSpPr>
            <a:spLocks noGrp="1" noChangeArrowheads="1"/>
          </p:cNvSpPr>
          <p:nvPr>
            <p:ph type="sldNum" sz="quarter" idx="12"/>
          </p:nvPr>
        </p:nvSpPr>
        <p:spPr/>
        <p:txBody>
          <a:bodyPr/>
          <a:lstStyle>
            <a:lvl1pPr>
              <a:defRPr/>
            </a:lvl1pPr>
          </a:lstStyle>
          <a:p>
            <a:fld id="{5981E464-0E9F-49BE-8D5D-E31CC71ABC33}" type="slidenum">
              <a:rPr lang="ar-SA" altLang="en-US"/>
              <a:pPr/>
              <a:t>‹#›</a:t>
            </a:fld>
            <a:endParaRPr lang="en-US" altLang="en-US"/>
          </a:p>
        </p:txBody>
      </p:sp>
    </p:spTree>
    <p:extLst>
      <p:ext uri="{BB962C8B-B14F-4D97-AF65-F5344CB8AC3E}">
        <p14:creationId xmlns:p14="http://schemas.microsoft.com/office/powerpoint/2010/main" val="2967000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p:txBody>
          <a:bodyPr/>
          <a:lstStyle>
            <a:lvl1pPr>
              <a:defRPr/>
            </a:lvl1pPr>
          </a:lstStyle>
          <a:p>
            <a:pPr>
              <a:defRPr/>
            </a:pPr>
            <a:endParaRPr lang="en-US"/>
          </a:p>
        </p:txBody>
      </p:sp>
      <p:sp>
        <p:nvSpPr>
          <p:cNvPr id="4" name="Rectangle 7"/>
          <p:cNvSpPr>
            <a:spLocks noGrp="1" noChangeArrowheads="1"/>
          </p:cNvSpPr>
          <p:nvPr>
            <p:ph type="ftr" sz="quarter" idx="11"/>
          </p:nvPr>
        </p:nvSpPr>
        <p:spPr/>
        <p:txBody>
          <a:bodyPr/>
          <a:lstStyle>
            <a:lvl1pPr>
              <a:defRPr/>
            </a:lvl1pPr>
          </a:lstStyle>
          <a:p>
            <a:pPr>
              <a:defRPr/>
            </a:pPr>
            <a:endParaRPr lang="en-US"/>
          </a:p>
        </p:txBody>
      </p:sp>
      <p:sp>
        <p:nvSpPr>
          <p:cNvPr id="5" name="Rectangle 8"/>
          <p:cNvSpPr>
            <a:spLocks noGrp="1" noChangeArrowheads="1"/>
          </p:cNvSpPr>
          <p:nvPr>
            <p:ph type="sldNum" sz="quarter" idx="12"/>
          </p:nvPr>
        </p:nvSpPr>
        <p:spPr/>
        <p:txBody>
          <a:bodyPr/>
          <a:lstStyle>
            <a:lvl1pPr>
              <a:defRPr/>
            </a:lvl1pPr>
          </a:lstStyle>
          <a:p>
            <a:fld id="{13A38D12-1397-4523-A4EA-E7C27DFB2ECE}" type="slidenum">
              <a:rPr lang="ar-SA" altLang="en-US"/>
              <a:pPr/>
              <a:t>‹#›</a:t>
            </a:fld>
            <a:endParaRPr lang="en-US" altLang="en-US"/>
          </a:p>
        </p:txBody>
      </p:sp>
    </p:spTree>
    <p:extLst>
      <p:ext uri="{BB962C8B-B14F-4D97-AF65-F5344CB8AC3E}">
        <p14:creationId xmlns:p14="http://schemas.microsoft.com/office/powerpoint/2010/main" val="24410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endParaRPr lang="en-US"/>
          </a:p>
        </p:txBody>
      </p:sp>
      <p:sp>
        <p:nvSpPr>
          <p:cNvPr id="3" name="Rectangle 7"/>
          <p:cNvSpPr>
            <a:spLocks noGrp="1" noChangeArrowheads="1"/>
          </p:cNvSpPr>
          <p:nvPr>
            <p:ph type="ftr" sz="quarter" idx="11"/>
          </p:nvPr>
        </p:nvSpPr>
        <p:spPr/>
        <p:txBody>
          <a:bodyPr/>
          <a:lstStyle>
            <a:lvl1pPr>
              <a:defRPr/>
            </a:lvl1pPr>
          </a:lstStyle>
          <a:p>
            <a:pPr>
              <a:defRPr/>
            </a:pPr>
            <a:endParaRPr lang="en-US"/>
          </a:p>
        </p:txBody>
      </p:sp>
      <p:sp>
        <p:nvSpPr>
          <p:cNvPr id="4" name="Rectangle 8"/>
          <p:cNvSpPr>
            <a:spLocks noGrp="1" noChangeArrowheads="1"/>
          </p:cNvSpPr>
          <p:nvPr>
            <p:ph type="sldNum" sz="quarter" idx="12"/>
          </p:nvPr>
        </p:nvSpPr>
        <p:spPr/>
        <p:txBody>
          <a:bodyPr/>
          <a:lstStyle>
            <a:lvl1pPr>
              <a:defRPr/>
            </a:lvl1pPr>
          </a:lstStyle>
          <a:p>
            <a:fld id="{F747D861-39B7-4CD8-982D-A1C744CBCA60}" type="slidenum">
              <a:rPr lang="ar-SA" altLang="en-US"/>
              <a:pPr/>
              <a:t>‹#›</a:t>
            </a:fld>
            <a:endParaRPr lang="en-US" altLang="en-US"/>
          </a:p>
        </p:txBody>
      </p:sp>
    </p:spTree>
    <p:extLst>
      <p:ext uri="{BB962C8B-B14F-4D97-AF65-F5344CB8AC3E}">
        <p14:creationId xmlns:p14="http://schemas.microsoft.com/office/powerpoint/2010/main" val="20487383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endParaRPr lang="en-US"/>
          </a:p>
        </p:txBody>
      </p:sp>
      <p:sp>
        <p:nvSpPr>
          <p:cNvPr id="6" name="Rectangle 7"/>
          <p:cNvSpPr>
            <a:spLocks noGrp="1" noChangeArrowheads="1"/>
          </p:cNvSpPr>
          <p:nvPr>
            <p:ph type="ftr" sz="quarter" idx="11"/>
          </p:nvPr>
        </p:nvSpPr>
        <p:spPr/>
        <p:txBody>
          <a:bodyPr/>
          <a:lstStyle>
            <a:lvl1pPr>
              <a:defRPr/>
            </a:lvl1pPr>
          </a:lstStyle>
          <a:p>
            <a:pPr>
              <a:defRPr/>
            </a:pPr>
            <a:endParaRPr lang="en-US"/>
          </a:p>
        </p:txBody>
      </p:sp>
      <p:sp>
        <p:nvSpPr>
          <p:cNvPr id="7" name="Rectangle 8"/>
          <p:cNvSpPr>
            <a:spLocks noGrp="1" noChangeArrowheads="1"/>
          </p:cNvSpPr>
          <p:nvPr>
            <p:ph type="sldNum" sz="quarter" idx="12"/>
          </p:nvPr>
        </p:nvSpPr>
        <p:spPr/>
        <p:txBody>
          <a:bodyPr/>
          <a:lstStyle>
            <a:lvl1pPr>
              <a:defRPr/>
            </a:lvl1pPr>
          </a:lstStyle>
          <a:p>
            <a:fld id="{213CAE8D-C146-4CF0-A0FE-C49496772C0D}" type="slidenum">
              <a:rPr lang="ar-SA" altLang="en-US"/>
              <a:pPr/>
              <a:t>‹#›</a:t>
            </a:fld>
            <a:endParaRPr lang="en-US" altLang="en-US"/>
          </a:p>
        </p:txBody>
      </p:sp>
    </p:spTree>
    <p:extLst>
      <p:ext uri="{BB962C8B-B14F-4D97-AF65-F5344CB8AC3E}">
        <p14:creationId xmlns:p14="http://schemas.microsoft.com/office/powerpoint/2010/main" val="39103985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p:txBody>
          <a:bodyPr/>
          <a:lstStyle>
            <a:lvl1pPr>
              <a:defRPr/>
            </a:lvl1pPr>
          </a:lstStyle>
          <a:p>
            <a:pPr>
              <a:defRPr/>
            </a:pPr>
            <a:endParaRPr lang="en-US"/>
          </a:p>
        </p:txBody>
      </p:sp>
      <p:sp>
        <p:nvSpPr>
          <p:cNvPr id="6" name="Rectangle 7"/>
          <p:cNvSpPr>
            <a:spLocks noGrp="1" noChangeArrowheads="1"/>
          </p:cNvSpPr>
          <p:nvPr>
            <p:ph type="ftr" sz="quarter" idx="11"/>
          </p:nvPr>
        </p:nvSpPr>
        <p:spPr/>
        <p:txBody>
          <a:bodyPr/>
          <a:lstStyle>
            <a:lvl1pPr>
              <a:defRPr/>
            </a:lvl1pPr>
          </a:lstStyle>
          <a:p>
            <a:pPr>
              <a:defRPr/>
            </a:pPr>
            <a:endParaRPr lang="en-US"/>
          </a:p>
        </p:txBody>
      </p:sp>
      <p:sp>
        <p:nvSpPr>
          <p:cNvPr id="7" name="Rectangle 8"/>
          <p:cNvSpPr>
            <a:spLocks noGrp="1" noChangeArrowheads="1"/>
          </p:cNvSpPr>
          <p:nvPr>
            <p:ph type="sldNum" sz="quarter" idx="12"/>
          </p:nvPr>
        </p:nvSpPr>
        <p:spPr/>
        <p:txBody>
          <a:bodyPr/>
          <a:lstStyle>
            <a:lvl1pPr>
              <a:defRPr/>
            </a:lvl1pPr>
          </a:lstStyle>
          <a:p>
            <a:fld id="{2B46A788-C5CF-4537-8F08-A34D3DC50883}" type="slidenum">
              <a:rPr lang="ar-SA" altLang="en-US"/>
              <a:pPr/>
              <a:t>‹#›</a:t>
            </a:fld>
            <a:endParaRPr lang="en-US" altLang="en-US"/>
          </a:p>
        </p:txBody>
      </p:sp>
    </p:spTree>
    <p:extLst>
      <p:ext uri="{BB962C8B-B14F-4D97-AF65-F5344CB8AC3E}">
        <p14:creationId xmlns:p14="http://schemas.microsoft.com/office/powerpoint/2010/main" val="37979002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endParaRPr lang="en-US"/>
          </a:p>
        </p:txBody>
      </p:sp>
      <p:sp>
        <p:nvSpPr>
          <p:cNvPr id="5" name="Rectangle 7"/>
          <p:cNvSpPr>
            <a:spLocks noGrp="1" noChangeArrowheads="1"/>
          </p:cNvSpPr>
          <p:nvPr>
            <p:ph type="ftr" sz="quarter" idx="11"/>
          </p:nvPr>
        </p:nvSpPr>
        <p:spPr/>
        <p:txBody>
          <a:bodyPr/>
          <a:lstStyle>
            <a:lvl1pPr>
              <a:defRPr/>
            </a:lvl1pPr>
          </a:lstStyle>
          <a:p>
            <a:pPr>
              <a:defRPr/>
            </a:pPr>
            <a:endParaRPr lang="en-US"/>
          </a:p>
        </p:txBody>
      </p:sp>
      <p:sp>
        <p:nvSpPr>
          <p:cNvPr id="6" name="Rectangle 8"/>
          <p:cNvSpPr>
            <a:spLocks noGrp="1" noChangeArrowheads="1"/>
          </p:cNvSpPr>
          <p:nvPr>
            <p:ph type="sldNum" sz="quarter" idx="12"/>
          </p:nvPr>
        </p:nvSpPr>
        <p:spPr/>
        <p:txBody>
          <a:bodyPr/>
          <a:lstStyle>
            <a:lvl1pPr>
              <a:defRPr/>
            </a:lvl1pPr>
          </a:lstStyle>
          <a:p>
            <a:fld id="{BFAE72DE-7563-4C63-A588-E885A02C38A5}" type="slidenum">
              <a:rPr lang="ar-SA" altLang="en-US"/>
              <a:pPr/>
              <a:t>‹#›</a:t>
            </a:fld>
            <a:endParaRPr lang="en-US" altLang="en-US"/>
          </a:p>
        </p:txBody>
      </p:sp>
    </p:spTree>
    <p:extLst>
      <p:ext uri="{BB962C8B-B14F-4D97-AF65-F5344CB8AC3E}">
        <p14:creationId xmlns:p14="http://schemas.microsoft.com/office/powerpoint/2010/main" val="3920627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3838" y="304800"/>
            <a:ext cx="2001837"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66738" y="304800"/>
            <a:ext cx="5854700"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p:txBody>
          <a:bodyPr/>
          <a:lstStyle>
            <a:lvl1pPr>
              <a:defRPr/>
            </a:lvl1pPr>
          </a:lstStyle>
          <a:p>
            <a:pPr>
              <a:defRPr/>
            </a:pPr>
            <a:endParaRPr lang="en-US"/>
          </a:p>
        </p:txBody>
      </p:sp>
      <p:sp>
        <p:nvSpPr>
          <p:cNvPr id="5" name="Rectangle 7"/>
          <p:cNvSpPr>
            <a:spLocks noGrp="1" noChangeArrowheads="1"/>
          </p:cNvSpPr>
          <p:nvPr>
            <p:ph type="ftr" sz="quarter" idx="11"/>
          </p:nvPr>
        </p:nvSpPr>
        <p:spPr/>
        <p:txBody>
          <a:bodyPr/>
          <a:lstStyle>
            <a:lvl1pPr>
              <a:defRPr/>
            </a:lvl1pPr>
          </a:lstStyle>
          <a:p>
            <a:pPr>
              <a:defRPr/>
            </a:pPr>
            <a:endParaRPr lang="en-US"/>
          </a:p>
        </p:txBody>
      </p:sp>
      <p:sp>
        <p:nvSpPr>
          <p:cNvPr id="6" name="Rectangle 8"/>
          <p:cNvSpPr>
            <a:spLocks noGrp="1" noChangeArrowheads="1"/>
          </p:cNvSpPr>
          <p:nvPr>
            <p:ph type="sldNum" sz="quarter" idx="12"/>
          </p:nvPr>
        </p:nvSpPr>
        <p:spPr/>
        <p:txBody>
          <a:bodyPr/>
          <a:lstStyle>
            <a:lvl1pPr>
              <a:defRPr/>
            </a:lvl1pPr>
          </a:lstStyle>
          <a:p>
            <a:fld id="{BEF30E54-3ED7-4D37-AEF1-C2EB5E93B4D4}" type="slidenum">
              <a:rPr lang="ar-SA" altLang="en-US"/>
              <a:pPr/>
              <a:t>‹#›</a:t>
            </a:fld>
            <a:endParaRPr lang="en-US" altLang="en-US"/>
          </a:p>
        </p:txBody>
      </p:sp>
    </p:spTree>
    <p:extLst>
      <p:ext uri="{BB962C8B-B14F-4D97-AF65-F5344CB8AC3E}">
        <p14:creationId xmlns:p14="http://schemas.microsoft.com/office/powerpoint/2010/main" val="619764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74675" y="304800"/>
            <a:ext cx="8001000" cy="1216025"/>
          </a:xfrm>
        </p:spPr>
        <p:txBody>
          <a:bodyPr/>
          <a:lstStyle/>
          <a:p>
            <a:r>
              <a:rPr lang="en-US"/>
              <a:t>Click to edit Master title style</a:t>
            </a:r>
          </a:p>
        </p:txBody>
      </p:sp>
      <p:sp>
        <p:nvSpPr>
          <p:cNvPr id="3" name="Text Placeholder 2"/>
          <p:cNvSpPr>
            <a:spLocks noGrp="1"/>
          </p:cNvSpPr>
          <p:nvPr>
            <p:ph type="body" sz="half" idx="1"/>
          </p:nvPr>
        </p:nvSpPr>
        <p:spPr>
          <a:xfrm>
            <a:off x="566738" y="1752600"/>
            <a:ext cx="39243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3438" y="1752600"/>
            <a:ext cx="3924300" cy="4267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p:txBody>
          <a:bodyPr/>
          <a:lstStyle>
            <a:lvl1pPr>
              <a:defRPr/>
            </a:lvl1pPr>
          </a:lstStyle>
          <a:p>
            <a:pPr>
              <a:defRPr/>
            </a:pPr>
            <a:endParaRPr lang="en-US"/>
          </a:p>
        </p:txBody>
      </p:sp>
      <p:sp>
        <p:nvSpPr>
          <p:cNvPr id="6" name="Rectangle 7"/>
          <p:cNvSpPr>
            <a:spLocks noGrp="1" noChangeArrowheads="1"/>
          </p:cNvSpPr>
          <p:nvPr>
            <p:ph type="ftr" sz="quarter" idx="11"/>
          </p:nvPr>
        </p:nvSpPr>
        <p:spPr/>
        <p:txBody>
          <a:bodyPr/>
          <a:lstStyle>
            <a:lvl1pPr>
              <a:defRPr/>
            </a:lvl1pPr>
          </a:lstStyle>
          <a:p>
            <a:pPr>
              <a:defRPr/>
            </a:pPr>
            <a:endParaRPr lang="en-US"/>
          </a:p>
        </p:txBody>
      </p:sp>
      <p:sp>
        <p:nvSpPr>
          <p:cNvPr id="7" name="Rectangle 8"/>
          <p:cNvSpPr>
            <a:spLocks noGrp="1" noChangeArrowheads="1"/>
          </p:cNvSpPr>
          <p:nvPr>
            <p:ph type="sldNum" sz="quarter" idx="12"/>
          </p:nvPr>
        </p:nvSpPr>
        <p:spPr/>
        <p:txBody>
          <a:bodyPr/>
          <a:lstStyle>
            <a:lvl1pPr>
              <a:defRPr/>
            </a:lvl1pPr>
          </a:lstStyle>
          <a:p>
            <a:fld id="{54593F75-D5C5-4E15-956D-718E6DDEAA4B}" type="slidenum">
              <a:rPr lang="ar-SA" altLang="en-US"/>
              <a:pPr/>
              <a:t>‹#›</a:t>
            </a:fld>
            <a:endParaRPr lang="en-US" altLang="en-US"/>
          </a:p>
        </p:txBody>
      </p:sp>
    </p:spTree>
    <p:extLst>
      <p:ext uri="{BB962C8B-B14F-4D97-AF65-F5344CB8AC3E}">
        <p14:creationId xmlns:p14="http://schemas.microsoft.com/office/powerpoint/2010/main" val="3200316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74675" y="304800"/>
            <a:ext cx="8001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ar-SA" altLang="en-US"/>
              <a:t>انقر لتحرير نمط العنوان الرئيسي</a:t>
            </a:r>
            <a:endParaRPr lang="en-US" altLang="en-US"/>
          </a:p>
        </p:txBody>
      </p:sp>
      <p:sp>
        <p:nvSpPr>
          <p:cNvPr id="1027" name="Rectangle 3"/>
          <p:cNvSpPr>
            <a:spLocks noGrp="1" noChangeArrowheads="1"/>
          </p:cNvSpPr>
          <p:nvPr>
            <p:ph type="body" idx="1"/>
          </p:nvPr>
        </p:nvSpPr>
        <p:spPr bwMode="auto">
          <a:xfrm>
            <a:off x="566738" y="1752600"/>
            <a:ext cx="8001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ar-SA" altLang="en-US"/>
              <a:t>انقر لتحرير أنماط النص الرئيسي</a:t>
            </a:r>
            <a:endParaRPr lang="en-US" altLang="en-US"/>
          </a:p>
          <a:p>
            <a:pPr lvl="1"/>
            <a:r>
              <a:rPr lang="ar-SA" altLang="en-US"/>
              <a:t>المستوى الثاني</a:t>
            </a:r>
            <a:endParaRPr lang="en-US" altLang="en-US"/>
          </a:p>
          <a:p>
            <a:pPr lvl="2"/>
            <a:r>
              <a:rPr lang="ar-SA" altLang="en-US"/>
              <a:t>المستوى الثالث</a:t>
            </a:r>
            <a:endParaRPr lang="en-US" altLang="en-US"/>
          </a:p>
          <a:p>
            <a:pPr lvl="3"/>
            <a:r>
              <a:rPr lang="ar-SA" altLang="en-US"/>
              <a:t>المستوى الرابع</a:t>
            </a:r>
            <a:endParaRPr lang="en-US" altLang="en-US"/>
          </a:p>
          <a:p>
            <a:pPr lvl="4"/>
            <a:r>
              <a:rPr lang="ar-SA" altLang="en-US"/>
              <a:t>المستوى الخامس</a:t>
            </a:r>
            <a:endParaRPr lang="en-US" altLang="en-US"/>
          </a:p>
        </p:txBody>
      </p:sp>
      <p:sp>
        <p:nvSpPr>
          <p:cNvPr id="5124" name="AutoShape 4"/>
          <p:cNvSpPr>
            <a:spLocks noChangeArrowheads="1"/>
          </p:cNvSpPr>
          <p:nvPr/>
        </p:nvSpPr>
        <p:spPr bwMode="auto">
          <a:xfrm>
            <a:off x="609600" y="1566863"/>
            <a:ext cx="7958138" cy="109537"/>
          </a:xfrm>
          <a:custGeom>
            <a:avLst/>
            <a:gdLst>
              <a:gd name="G0" fmla="+- 585 0 0"/>
            </a:gdLst>
            <a:ahLst/>
            <a:cxnLst>
              <a:cxn ang="0">
                <a:pos x="0" y="0"/>
              </a:cxn>
              <a:cxn ang="0">
                <a:pos x="585" y="0"/>
              </a:cxn>
              <a:cxn ang="0">
                <a:pos x="585" y="1000"/>
              </a:cxn>
              <a:cxn ang="0">
                <a:pos x="0" y="1000"/>
              </a:cxn>
              <a:cxn ang="0">
                <a:pos x="0" y="0"/>
              </a:cxn>
              <a:cxn ang="0">
                <a:pos x="1000" y="0"/>
              </a:cxn>
            </a:cxnLst>
            <a:rect l="0" t="0" r="r" b="b"/>
            <a:pathLst>
              <a:path w="1000" h="1000" stroke="0">
                <a:moveTo>
                  <a:pt x="0" y="0"/>
                </a:moveTo>
                <a:lnTo>
                  <a:pt x="585" y="0"/>
                </a:lnTo>
                <a:lnTo>
                  <a:pt x="585" y="1000"/>
                </a:lnTo>
                <a:lnTo>
                  <a:pt x="0" y="1000"/>
                </a:lnTo>
                <a:close/>
              </a:path>
              <a:path w="1000" h="1000">
                <a:moveTo>
                  <a:pt x="0" y="0"/>
                </a:moveTo>
                <a:lnTo>
                  <a:pt x="1000" y="0"/>
                </a:lnTo>
              </a:path>
            </a:pathLst>
          </a:custGeom>
          <a:solidFill>
            <a:schemeClr val="accent2"/>
          </a:solidFill>
          <a:ln w="9525">
            <a:solidFill>
              <a:schemeClr val="accent2"/>
            </a:solidFill>
            <a:round/>
            <a:headEnd/>
            <a:tailEnd/>
          </a:ln>
        </p:spPr>
        <p:txBody>
          <a:bodyPr/>
          <a:lstStyle/>
          <a:p>
            <a:pPr>
              <a:defRPr/>
            </a:pPr>
            <a:endParaRPr lang="en-US" sz="2400">
              <a:latin typeface="Times New Roman" pitchFamily="18" charset="0"/>
              <a:cs typeface="Arial" charset="0"/>
            </a:endParaRPr>
          </a:p>
        </p:txBody>
      </p:sp>
      <p:sp>
        <p:nvSpPr>
          <p:cNvPr id="5125" name="Line 5"/>
          <p:cNvSpPr>
            <a:spLocks noChangeShapeType="1"/>
          </p:cNvSpPr>
          <p:nvPr/>
        </p:nvSpPr>
        <p:spPr bwMode="auto">
          <a:xfrm flipV="1">
            <a:off x="609600" y="6172200"/>
            <a:ext cx="7924800" cy="0"/>
          </a:xfrm>
          <a:prstGeom prst="line">
            <a:avLst/>
          </a:prstGeom>
          <a:noFill/>
          <a:ln w="3175">
            <a:solidFill>
              <a:schemeClr val="accent2"/>
            </a:solidFill>
            <a:round/>
            <a:headEnd/>
            <a:tailEnd/>
          </a:ln>
          <a:effectLst/>
        </p:spPr>
        <p:txBody>
          <a:bodyPr/>
          <a:lstStyle/>
          <a:p>
            <a:pPr>
              <a:defRPr/>
            </a:pPr>
            <a:endParaRPr lang="en-US">
              <a:cs typeface="Arial" charset="0"/>
            </a:endParaRPr>
          </a:p>
        </p:txBody>
      </p:sp>
      <p:sp>
        <p:nvSpPr>
          <p:cNvPr id="5126" name="Rectangle 6"/>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cs typeface="Arial" charset="0"/>
              </a:defRPr>
            </a:lvl1pPr>
          </a:lstStyle>
          <a:p>
            <a:pPr>
              <a:defRPr/>
            </a:pPr>
            <a:endParaRPr lang="en-US"/>
          </a:p>
        </p:txBody>
      </p:sp>
      <p:sp>
        <p:nvSpPr>
          <p:cNvPr id="5127" name="Rectangle 7"/>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cs typeface="Arial" charset="0"/>
              </a:defRPr>
            </a:lvl1pPr>
          </a:lstStyle>
          <a:p>
            <a:pPr>
              <a:defRPr/>
            </a:pPr>
            <a:endParaRPr lang="en-US"/>
          </a:p>
        </p:txBody>
      </p:sp>
      <p:sp>
        <p:nvSpPr>
          <p:cNvPr id="5128" name="Rectangle 8"/>
          <p:cNvSpPr>
            <a:spLocks noGrp="1" noChangeArrowheads="1"/>
          </p:cNvSpPr>
          <p:nvPr>
            <p:ph type="sldNum" sz="quarter" idx="4"/>
          </p:nvPr>
        </p:nvSpPr>
        <p:spPr bwMode="auto">
          <a:xfrm>
            <a:off x="65532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fld id="{537A7BFC-0497-45E1-A09C-4277951D42AF}" type="slidenum">
              <a:rPr lang="ar-SA"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Lst>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cs typeface="Arial" charset="0"/>
        </a:defRPr>
      </a:lvl2pPr>
      <a:lvl3pPr algn="l" rtl="0" eaLnBrk="0" fontAlgn="base" hangingPunct="0">
        <a:spcBef>
          <a:spcPct val="0"/>
        </a:spcBef>
        <a:spcAft>
          <a:spcPct val="0"/>
        </a:spcAft>
        <a:defRPr sz="3800">
          <a:solidFill>
            <a:schemeClr val="tx2"/>
          </a:solidFill>
          <a:latin typeface="Verdana" pitchFamily="34" charset="0"/>
          <a:cs typeface="Arial" charset="0"/>
        </a:defRPr>
      </a:lvl3pPr>
      <a:lvl4pPr algn="l" rtl="0" eaLnBrk="0" fontAlgn="base" hangingPunct="0">
        <a:spcBef>
          <a:spcPct val="0"/>
        </a:spcBef>
        <a:spcAft>
          <a:spcPct val="0"/>
        </a:spcAft>
        <a:defRPr sz="3800">
          <a:solidFill>
            <a:schemeClr val="tx2"/>
          </a:solidFill>
          <a:latin typeface="Verdana" pitchFamily="34" charset="0"/>
          <a:cs typeface="Arial" charset="0"/>
        </a:defRPr>
      </a:lvl4pPr>
      <a:lvl5pPr algn="l" rtl="0" eaLnBrk="0" fontAlgn="base" hangingPunct="0">
        <a:spcBef>
          <a:spcPct val="0"/>
        </a:spcBef>
        <a:spcAft>
          <a:spcPct val="0"/>
        </a:spcAft>
        <a:defRPr sz="3800">
          <a:solidFill>
            <a:schemeClr val="tx2"/>
          </a:solidFill>
          <a:latin typeface="Verdana" pitchFamily="34" charset="0"/>
          <a:cs typeface="Arial" charset="0"/>
        </a:defRPr>
      </a:lvl5pPr>
      <a:lvl6pPr marL="457200" algn="l" rtl="0" fontAlgn="base">
        <a:spcBef>
          <a:spcPct val="0"/>
        </a:spcBef>
        <a:spcAft>
          <a:spcPct val="0"/>
        </a:spcAft>
        <a:defRPr sz="3800">
          <a:solidFill>
            <a:schemeClr val="tx2"/>
          </a:solidFill>
          <a:latin typeface="Verdana" pitchFamily="34" charset="0"/>
          <a:cs typeface="Arial" charset="0"/>
        </a:defRPr>
      </a:lvl6pPr>
      <a:lvl7pPr marL="914400" algn="l" rtl="0" fontAlgn="base">
        <a:spcBef>
          <a:spcPct val="0"/>
        </a:spcBef>
        <a:spcAft>
          <a:spcPct val="0"/>
        </a:spcAft>
        <a:defRPr sz="3800">
          <a:solidFill>
            <a:schemeClr val="tx2"/>
          </a:solidFill>
          <a:latin typeface="Verdana" pitchFamily="34" charset="0"/>
          <a:cs typeface="Arial" charset="0"/>
        </a:defRPr>
      </a:lvl7pPr>
      <a:lvl8pPr marL="1371600" algn="l" rtl="0" fontAlgn="base">
        <a:spcBef>
          <a:spcPct val="0"/>
        </a:spcBef>
        <a:spcAft>
          <a:spcPct val="0"/>
        </a:spcAft>
        <a:defRPr sz="3800">
          <a:solidFill>
            <a:schemeClr val="tx2"/>
          </a:solidFill>
          <a:latin typeface="Verdana" pitchFamily="34" charset="0"/>
          <a:cs typeface="Arial" charset="0"/>
        </a:defRPr>
      </a:lvl8pPr>
      <a:lvl9pPr marL="1828800" algn="l" rtl="0" fontAlgn="base">
        <a:spcBef>
          <a:spcPct val="0"/>
        </a:spcBef>
        <a:spcAft>
          <a:spcPct val="0"/>
        </a:spcAft>
        <a:defRPr sz="3800">
          <a:solidFill>
            <a:schemeClr val="tx2"/>
          </a:solidFill>
          <a:latin typeface="Verdana" pitchFamily="34" charset="0"/>
          <a:cs typeface="Arial"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cs typeface="+mn-cs"/>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cs typeface="+mn-cs"/>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cs typeface="+mn-cs"/>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cs typeface="+mn-cs"/>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09600" y="381000"/>
            <a:ext cx="8001000" cy="609600"/>
          </a:xfrm>
        </p:spPr>
        <p:txBody>
          <a:bodyPr/>
          <a:lstStyle/>
          <a:p>
            <a:pPr eaLnBrk="1" hangingPunct="1"/>
            <a:r>
              <a:rPr lang="en-US" altLang="en-US" sz="3200" b="1"/>
              <a:t>Huffman codes </a:t>
            </a:r>
          </a:p>
        </p:txBody>
      </p:sp>
      <p:sp>
        <p:nvSpPr>
          <p:cNvPr id="14339" name="Rectangle 3"/>
          <p:cNvSpPr>
            <a:spLocks noGrp="1" noChangeArrowheads="1"/>
          </p:cNvSpPr>
          <p:nvPr>
            <p:ph type="body" idx="1"/>
          </p:nvPr>
        </p:nvSpPr>
        <p:spPr>
          <a:xfrm>
            <a:off x="533400" y="1295400"/>
            <a:ext cx="8001000" cy="5029200"/>
          </a:xfrm>
        </p:spPr>
        <p:txBody>
          <a:bodyPr/>
          <a:lstStyle/>
          <a:p>
            <a:pPr eaLnBrk="1" hangingPunct="1">
              <a:lnSpc>
                <a:spcPct val="90000"/>
              </a:lnSpc>
            </a:pPr>
            <a:r>
              <a:rPr lang="en-US" altLang="en-US" sz="2400"/>
              <a:t>Text can be encoded by representing each character by a bit string (code)</a:t>
            </a:r>
          </a:p>
          <a:p>
            <a:pPr eaLnBrk="1" hangingPunct="1">
              <a:lnSpc>
                <a:spcPct val="90000"/>
              </a:lnSpc>
            </a:pPr>
            <a:r>
              <a:rPr lang="en-US" altLang="en-US" sz="2400"/>
              <a:t>Each character has a frequency (how often it appears in the text)</a:t>
            </a:r>
          </a:p>
          <a:p>
            <a:pPr eaLnBrk="1" hangingPunct="1">
              <a:lnSpc>
                <a:spcPct val="90000"/>
              </a:lnSpc>
            </a:pPr>
            <a:r>
              <a:rPr lang="en-US" altLang="en-US" sz="2400"/>
              <a:t>The goal is to represent the data using the min number of bits</a:t>
            </a:r>
            <a:r>
              <a:rPr lang="en-US" altLang="en-US" sz="2400">
                <a:sym typeface="Wingdings" panose="05000000000000000000" pitchFamily="2" charset="2"/>
              </a:rPr>
              <a:t> data compression</a:t>
            </a:r>
          </a:p>
          <a:p>
            <a:pPr eaLnBrk="1" hangingPunct="1">
              <a:lnSpc>
                <a:spcPct val="90000"/>
              </a:lnSpc>
              <a:spcBef>
                <a:spcPct val="40000"/>
              </a:spcBef>
            </a:pPr>
            <a:r>
              <a:rPr lang="en-US" altLang="en-US" sz="2400" b="1"/>
              <a:t>Huffman codes</a:t>
            </a:r>
            <a:r>
              <a:rPr lang="en-US" altLang="en-US" sz="2400"/>
              <a:t> use variable–length binary codes to represent characters </a:t>
            </a:r>
          </a:p>
          <a:p>
            <a:pPr lvl="1" eaLnBrk="1" hangingPunct="1">
              <a:lnSpc>
                <a:spcPct val="90000"/>
              </a:lnSpc>
              <a:spcBef>
                <a:spcPct val="40000"/>
              </a:spcBef>
            </a:pPr>
            <a:r>
              <a:rPr lang="en-US" altLang="en-US" sz="2000"/>
              <a:t>Use short bit-strings to represent the most frequently used characters</a:t>
            </a:r>
          </a:p>
          <a:p>
            <a:pPr lvl="1" eaLnBrk="1" hangingPunct="1">
              <a:lnSpc>
                <a:spcPct val="90000"/>
              </a:lnSpc>
              <a:spcBef>
                <a:spcPct val="40000"/>
              </a:spcBef>
            </a:pPr>
            <a:r>
              <a:rPr lang="en-US" altLang="en-US" sz="2000"/>
              <a:t>Use longer bit-strings to represent less frequently used characters</a:t>
            </a:r>
          </a:p>
          <a:p>
            <a:pPr lvl="1" eaLnBrk="1" hangingPunct="1">
              <a:lnSpc>
                <a:spcPct val="90000"/>
              </a:lnSpc>
              <a:spcBef>
                <a:spcPct val="40000"/>
              </a:spcBef>
              <a:buFont typeface="Wingdings" panose="05000000000000000000" pitchFamily="2" charset="2"/>
              <a:buNone/>
            </a:pPr>
            <a:r>
              <a:rPr lang="en-US" altLang="en-US" sz="2000" b="1">
                <a:sym typeface="Wingdings" panose="05000000000000000000" pitchFamily="2" charset="2"/>
              </a:rPr>
              <a:t></a:t>
            </a:r>
            <a:r>
              <a:rPr lang="en-US" altLang="en-US" sz="2000">
                <a:sym typeface="Wingdings" panose="05000000000000000000" pitchFamily="2" charset="2"/>
              </a:rPr>
              <a:t> It is possible to represent text in </a:t>
            </a:r>
            <a:r>
              <a:rPr lang="en-US" altLang="en-US" sz="2000" b="1">
                <a:sym typeface="Wingdings" panose="05000000000000000000" pitchFamily="2" charset="2"/>
              </a:rPr>
              <a:t>less space</a:t>
            </a:r>
            <a:r>
              <a:rPr lang="en-US" altLang="en-US" sz="2000">
                <a:sym typeface="Wingdings" panose="05000000000000000000" pitchFamily="2" charset="2"/>
              </a:rPr>
              <a:t> than if fixed-length code is used </a:t>
            </a:r>
            <a:endParaRPr lang="en-US" altLang="en-US" sz="2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574675" y="304800"/>
            <a:ext cx="8001000" cy="838200"/>
          </a:xfrm>
        </p:spPr>
        <p:txBody>
          <a:bodyPr/>
          <a:lstStyle/>
          <a:p>
            <a:pPr eaLnBrk="1" hangingPunct="1"/>
            <a:r>
              <a:rPr lang="en-US" altLang="en-US" sz="3200" b="1"/>
              <a:t>Space is saved</a:t>
            </a:r>
          </a:p>
        </p:txBody>
      </p:sp>
      <p:sp>
        <p:nvSpPr>
          <p:cNvPr id="15363" name="Rectangle 3"/>
          <p:cNvSpPr>
            <a:spLocks noGrp="1" noChangeArrowheads="1"/>
          </p:cNvSpPr>
          <p:nvPr>
            <p:ph type="body" idx="1"/>
          </p:nvPr>
        </p:nvSpPr>
        <p:spPr>
          <a:xfrm>
            <a:off x="609600" y="3276600"/>
            <a:ext cx="8077200" cy="2590800"/>
          </a:xfrm>
        </p:spPr>
        <p:txBody>
          <a:bodyPr/>
          <a:lstStyle/>
          <a:p>
            <a:pPr marL="342900" indent="-342900" eaLnBrk="1" hangingPunct="1">
              <a:lnSpc>
                <a:spcPct val="90000"/>
              </a:lnSpc>
              <a:spcBef>
                <a:spcPct val="40000"/>
              </a:spcBef>
            </a:pPr>
            <a:r>
              <a:rPr lang="en-US" altLang="en-US" sz="2400"/>
              <a:t>Consider a file of 100,000 characters taken from { A – F } with the frequencies shown above.</a:t>
            </a:r>
          </a:p>
          <a:p>
            <a:pPr marL="742950" lvl="1" indent="-285750" eaLnBrk="1" hangingPunct="1">
              <a:lnSpc>
                <a:spcPct val="90000"/>
              </a:lnSpc>
              <a:spcBef>
                <a:spcPct val="40000"/>
              </a:spcBef>
            </a:pPr>
            <a:r>
              <a:rPr lang="en-US" altLang="en-US"/>
              <a:t>Using the fixed-length encoding above requires 300,000 bits.</a:t>
            </a:r>
          </a:p>
          <a:p>
            <a:pPr marL="742950" lvl="1" indent="-285750" eaLnBrk="1" hangingPunct="1">
              <a:lnSpc>
                <a:spcPct val="90000"/>
              </a:lnSpc>
              <a:spcBef>
                <a:spcPct val="40000"/>
              </a:spcBef>
            </a:pPr>
            <a:r>
              <a:rPr lang="en-US" altLang="en-US"/>
              <a:t>Using the variable-length encoding above requires only 224,000 bits.</a:t>
            </a:r>
          </a:p>
        </p:txBody>
      </p:sp>
      <p:graphicFrame>
        <p:nvGraphicFramePr>
          <p:cNvPr id="192558" name="Group 46"/>
          <p:cNvGraphicFramePr>
            <a:graphicFrameLocks noGrp="1"/>
          </p:cNvGraphicFramePr>
          <p:nvPr/>
        </p:nvGraphicFramePr>
        <p:xfrm>
          <a:off x="1295400" y="1447800"/>
          <a:ext cx="6513513" cy="1477964"/>
        </p:xfrm>
        <a:graphic>
          <a:graphicData uri="http://schemas.openxmlformats.org/drawingml/2006/table">
            <a:tbl>
              <a:tblPr/>
              <a:tblGrid>
                <a:gridCol w="2397125">
                  <a:extLst>
                    <a:ext uri="{9D8B030D-6E8A-4147-A177-3AD203B41FA5}">
                      <a16:colId xmlns:a16="http://schemas.microsoft.com/office/drawing/2014/main" val="20000"/>
                    </a:ext>
                  </a:extLst>
                </a:gridCol>
                <a:gridCol w="687388">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4212">
                  <a:extLst>
                    <a:ext uri="{9D8B030D-6E8A-4147-A177-3AD203B41FA5}">
                      <a16:colId xmlns:a16="http://schemas.microsoft.com/office/drawing/2014/main" val="20003"/>
                    </a:ext>
                  </a:extLst>
                </a:gridCol>
                <a:gridCol w="685800">
                  <a:extLst>
                    <a:ext uri="{9D8B030D-6E8A-4147-A177-3AD203B41FA5}">
                      <a16:colId xmlns:a16="http://schemas.microsoft.com/office/drawing/2014/main" val="20004"/>
                    </a:ext>
                  </a:extLst>
                </a:gridCol>
                <a:gridCol w="687388">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tblGrid>
              <a:tr h="373063">
                <a:tc>
                  <a:txBody>
                    <a:body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0" i="0" u="none" strike="noStrike" cap="none" normalizeH="0" baseline="0">
                          <a:ln>
                            <a:noFill/>
                          </a:ln>
                          <a:solidFill>
                            <a:schemeClr val="tx1"/>
                          </a:solidFill>
                          <a:effectLst/>
                          <a:latin typeface="Verdana" pitchFamily="34" charset="0"/>
                          <a:cs typeface="Arial" charset="0"/>
                        </a:rPr>
                        <a:t>Letter to be encoded</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A</a:t>
                      </a:r>
                    </a:p>
                  </a:txBody>
                  <a:tcP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F</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73063">
                <a:tc>
                  <a:txBody>
                    <a:body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0" i="0" u="none" strike="noStrike" cap="none" normalizeH="0" baseline="0">
                          <a:ln>
                            <a:noFill/>
                          </a:ln>
                          <a:solidFill>
                            <a:schemeClr val="tx1"/>
                          </a:solidFill>
                          <a:effectLst/>
                          <a:latin typeface="Verdana" pitchFamily="34" charset="0"/>
                          <a:cs typeface="Arial" charset="0"/>
                        </a:rPr>
                        <a:t>Frequency (thousands)</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45</a:t>
                      </a:r>
                    </a:p>
                  </a:txBody>
                  <a:tcP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5125">
                <a:tc>
                  <a:txBody>
                    <a:body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0" i="0" u="none" strike="noStrike" cap="none" normalizeH="0" baseline="0">
                          <a:ln>
                            <a:noFill/>
                          </a:ln>
                          <a:solidFill>
                            <a:schemeClr val="tx1"/>
                          </a:solidFill>
                          <a:effectLst/>
                          <a:latin typeface="Verdana" pitchFamily="34" charset="0"/>
                          <a:cs typeface="Arial" charset="0"/>
                        </a:rPr>
                        <a:t>Fixed-length code</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000</a:t>
                      </a:r>
                    </a:p>
                  </a:txBody>
                  <a:tcP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001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010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101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6713">
                <a:tc>
                  <a:txBody>
                    <a:bodyPr/>
                    <a:lstStyle/>
                    <a:p>
                      <a:pPr marL="0" marR="0" lvl="0" indent="0" algn="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0" i="0" u="none" strike="noStrike" cap="none" normalizeH="0" baseline="0">
                          <a:ln>
                            <a:noFill/>
                          </a:ln>
                          <a:solidFill>
                            <a:schemeClr val="tx1"/>
                          </a:solidFill>
                          <a:effectLst/>
                          <a:latin typeface="Verdana" pitchFamily="34" charset="0"/>
                          <a:cs typeface="Arial" charset="0"/>
                        </a:rPr>
                        <a:t>Variable-length code</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0</a:t>
                      </a:r>
                    </a:p>
                  </a:txBody>
                  <a:tcP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1101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2"/>
                        </a:buClr>
                        <a:buSzTx/>
                        <a:buFont typeface="Wingdings" pitchFamily="2" charset="2"/>
                        <a:buNone/>
                        <a:tabLst/>
                      </a:pPr>
                      <a:r>
                        <a:rPr kumimoji="0" lang="en-US" sz="1500" b="1" i="0" u="none" strike="noStrike" cap="none" normalizeH="0" baseline="0">
                          <a:ln>
                            <a:noFill/>
                          </a:ln>
                          <a:solidFill>
                            <a:schemeClr val="tx1"/>
                          </a:solidFill>
                          <a:effectLst/>
                          <a:latin typeface="Courier New" pitchFamily="49" charset="0"/>
                          <a:cs typeface="Arial" charset="0"/>
                        </a:rPr>
                        <a:t>1100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574675" y="304800"/>
            <a:ext cx="8001000" cy="914400"/>
          </a:xfrm>
        </p:spPr>
        <p:txBody>
          <a:bodyPr/>
          <a:lstStyle/>
          <a:p>
            <a:pPr eaLnBrk="1" hangingPunct="1"/>
            <a:r>
              <a:rPr lang="en-US" altLang="en-US" sz="3200" b="1"/>
              <a:t>Prefix Code</a:t>
            </a:r>
          </a:p>
        </p:txBody>
      </p:sp>
      <p:sp>
        <p:nvSpPr>
          <p:cNvPr id="16387" name="Rectangle 3"/>
          <p:cNvSpPr>
            <a:spLocks noGrp="1" noChangeArrowheads="1"/>
          </p:cNvSpPr>
          <p:nvPr>
            <p:ph type="body" sz="half" idx="1"/>
          </p:nvPr>
        </p:nvSpPr>
        <p:spPr>
          <a:xfrm>
            <a:off x="609600" y="1371600"/>
            <a:ext cx="8077200" cy="4800600"/>
          </a:xfrm>
        </p:spPr>
        <p:txBody>
          <a:bodyPr/>
          <a:lstStyle/>
          <a:p>
            <a:pPr marL="292100" indent="-292100" eaLnBrk="1" hangingPunct="1"/>
            <a:r>
              <a:rPr lang="en-US" altLang="en-US" sz="2600"/>
              <a:t> </a:t>
            </a:r>
            <a:r>
              <a:rPr lang="en-US" altLang="en-US" sz="2400"/>
              <a:t>a code in which </a:t>
            </a:r>
            <a:r>
              <a:rPr lang="en-US" altLang="en-US" sz="2400" b="1">
                <a:solidFill>
                  <a:schemeClr val="accent2"/>
                </a:solidFill>
              </a:rPr>
              <a:t>NO</a:t>
            </a:r>
            <a:r>
              <a:rPr lang="en-US" altLang="en-US" sz="2400"/>
              <a:t> character is represented by a bit-string that is the initial segment of a bit-string that represents another character </a:t>
            </a:r>
          </a:p>
          <a:p>
            <a:pPr marL="292100" indent="-292100" eaLnBrk="1" hangingPunct="1">
              <a:buFont typeface="Wingdings" panose="05000000000000000000" pitchFamily="2" charset="2"/>
              <a:buNone/>
            </a:pPr>
            <a:endParaRPr lang="en-US" altLang="en-US" sz="2000" b="1"/>
          </a:p>
          <a:p>
            <a:pPr marL="292100" indent="-292100" eaLnBrk="1" hangingPunct="1">
              <a:buFont typeface="Wingdings" panose="05000000000000000000" pitchFamily="2" charset="2"/>
              <a:buNone/>
            </a:pPr>
            <a:r>
              <a:rPr lang="en-US" altLang="en-US" sz="2000" b="1"/>
              <a:t>Example:</a:t>
            </a:r>
          </a:p>
          <a:p>
            <a:pPr marL="292100" indent="-292100" eaLnBrk="1" hangingPunct="1">
              <a:buFont typeface="Wingdings" panose="05000000000000000000" pitchFamily="2" charset="2"/>
              <a:buNone/>
            </a:pPr>
            <a:r>
              <a:rPr lang="en-US" altLang="en-US" sz="2400"/>
              <a:t>   </a:t>
            </a:r>
            <a:r>
              <a:rPr lang="en-US" altLang="en-US" sz="2000"/>
              <a:t>If </a:t>
            </a:r>
            <a:r>
              <a:rPr lang="en-US" altLang="en-US" sz="2000" b="1"/>
              <a:t>A</a:t>
            </a:r>
            <a:r>
              <a:rPr lang="en-US" altLang="en-US" sz="2000"/>
              <a:t> is represented by </a:t>
            </a:r>
            <a:r>
              <a:rPr lang="en-US" altLang="en-US" sz="2000" b="1"/>
              <a:t>100</a:t>
            </a:r>
            <a:r>
              <a:rPr lang="en-US" altLang="en-US" sz="2000"/>
              <a:t>, </a:t>
            </a:r>
            <a:r>
              <a:rPr lang="en-US" altLang="en-US" sz="2000" b="1"/>
              <a:t>B</a:t>
            </a:r>
            <a:r>
              <a:rPr lang="en-US" altLang="en-US" sz="2000"/>
              <a:t> by </a:t>
            </a:r>
            <a:r>
              <a:rPr lang="en-US" altLang="en-US" sz="2000" b="1"/>
              <a:t>101</a:t>
            </a:r>
            <a:r>
              <a:rPr lang="en-US" altLang="en-US" sz="2000"/>
              <a:t> and </a:t>
            </a:r>
            <a:r>
              <a:rPr lang="en-US" altLang="en-US" sz="2000" b="1"/>
              <a:t>T</a:t>
            </a:r>
            <a:r>
              <a:rPr lang="en-US" altLang="en-US" sz="2000"/>
              <a:t> by </a:t>
            </a:r>
            <a:r>
              <a:rPr lang="en-US" altLang="en-US" sz="2000" b="1"/>
              <a:t>100101</a:t>
            </a:r>
          </a:p>
          <a:p>
            <a:pPr marL="292100" indent="-292100" eaLnBrk="1" hangingPunct="1">
              <a:buFont typeface="Wingdings" panose="05000000000000000000" pitchFamily="2" charset="2"/>
              <a:buNone/>
            </a:pPr>
            <a:r>
              <a:rPr lang="en-US" altLang="en-US" sz="2400"/>
              <a:t>   </a:t>
            </a:r>
            <a:r>
              <a:rPr lang="en-US" altLang="en-US" sz="2000"/>
              <a:t>encode </a:t>
            </a:r>
            <a:r>
              <a:rPr lang="en-US" altLang="en-US" sz="2000" b="1"/>
              <a:t>100101</a:t>
            </a:r>
            <a:r>
              <a:rPr lang="en-US" altLang="en-US" sz="2000"/>
              <a:t>??</a:t>
            </a:r>
          </a:p>
          <a:p>
            <a:pPr marL="292100" indent="-292100" eaLnBrk="1" hangingPunct="1">
              <a:buFont typeface="Wingdings" panose="05000000000000000000" pitchFamily="2" charset="2"/>
              <a:buNone/>
            </a:pPr>
            <a:r>
              <a:rPr lang="en-US" altLang="en-US" sz="2000"/>
              <a:t>    </a:t>
            </a:r>
            <a:r>
              <a:rPr lang="en-US" altLang="en-US" sz="2000">
                <a:sym typeface="Wingdings" panose="05000000000000000000" pitchFamily="2" charset="2"/>
              </a:rPr>
              <a:t></a:t>
            </a:r>
            <a:r>
              <a:rPr lang="en-US" altLang="en-US" sz="2000" b="1"/>
              <a:t>T</a:t>
            </a:r>
            <a:r>
              <a:rPr lang="en-US" altLang="en-US" sz="2000"/>
              <a:t> ? OR </a:t>
            </a:r>
            <a:r>
              <a:rPr lang="en-US" altLang="en-US" sz="2000" b="1"/>
              <a:t>AB</a:t>
            </a:r>
            <a:r>
              <a:rPr lang="en-US" altLang="en-US" sz="2000"/>
              <a:t>?!</a:t>
            </a:r>
          </a:p>
          <a:p>
            <a:pPr marL="292100" indent="-292100" eaLnBrk="1" hangingPunct="1"/>
            <a:endParaRPr lang="en-US" altLang="en-US" sz="2000"/>
          </a:p>
          <a:p>
            <a:pPr marL="292100" indent="-292100" eaLnBrk="1" hangingPunct="1"/>
            <a:endParaRPr lang="en-US" altLang="en-US" sz="2000"/>
          </a:p>
          <a:p>
            <a:pPr marL="292100" indent="-292100" eaLnBrk="1" hangingPunct="1"/>
            <a:endParaRPr lang="en-US" altLang="en-US" sz="240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410" name="Rectangle 3"/>
          <p:cNvSpPr>
            <a:spLocks noGrp="1" noChangeArrowheads="1"/>
          </p:cNvSpPr>
          <p:nvPr>
            <p:ph type="body" idx="1"/>
          </p:nvPr>
        </p:nvSpPr>
        <p:spPr>
          <a:xfrm>
            <a:off x="566738" y="838200"/>
            <a:ext cx="8001000" cy="5181600"/>
          </a:xfrm>
        </p:spPr>
        <p:txBody>
          <a:bodyPr/>
          <a:lstStyle/>
          <a:p>
            <a:pPr eaLnBrk="1" hangingPunct="1"/>
            <a:r>
              <a:rPr lang="en-US" altLang="en-US" sz="2400" b="1"/>
              <a:t>The problem is</a:t>
            </a:r>
          </a:p>
          <a:p>
            <a:pPr eaLnBrk="1" hangingPunct="1">
              <a:buFont typeface="Wingdings" panose="05000000000000000000" pitchFamily="2" charset="2"/>
              <a:buNone/>
            </a:pPr>
            <a:r>
              <a:rPr lang="en-US" altLang="en-US" sz="2400"/>
              <a:t>	given a table of characters and their frequencies, construct a huffman code that represents the text using as few bits as possible</a:t>
            </a:r>
          </a:p>
          <a:p>
            <a:pPr eaLnBrk="1" hangingPunct="1">
              <a:buFont typeface="Wingdings" panose="05000000000000000000" pitchFamily="2" charset="2"/>
              <a:buNone/>
            </a:pPr>
            <a:endParaRPr lang="en-US" altLang="en-US" sz="2400"/>
          </a:p>
          <a:p>
            <a:pPr eaLnBrk="1" hangingPunct="1"/>
            <a:r>
              <a:rPr lang="en-US" altLang="en-US" sz="2400" b="1"/>
              <a:t>Representation </a:t>
            </a:r>
          </a:p>
          <a:p>
            <a:pPr eaLnBrk="1" hangingPunct="1">
              <a:buFont typeface="Wingdings" panose="05000000000000000000" pitchFamily="2" charset="2"/>
              <a:buNone/>
            </a:pPr>
            <a:r>
              <a:rPr lang="en-US" altLang="en-US" sz="2400"/>
              <a:t> 	A huffman code may be defined by a </a:t>
            </a:r>
            <a:r>
              <a:rPr lang="en-US" altLang="en-US" sz="2400" b="1"/>
              <a:t>binary</a:t>
            </a:r>
            <a:r>
              <a:rPr lang="en-US" altLang="en-US" sz="2400"/>
              <a:t> tree </a:t>
            </a:r>
            <a:r>
              <a:rPr lang="en-US" altLang="en-US" sz="2400">
                <a:sym typeface="Wingdings" panose="05000000000000000000" pitchFamily="2" charset="2"/>
              </a:rPr>
              <a:t> </a:t>
            </a:r>
            <a:r>
              <a:rPr lang="en-US" altLang="en-US" sz="2400" b="1">
                <a:sym typeface="Wingdings" panose="05000000000000000000" pitchFamily="2" charset="2"/>
              </a:rPr>
              <a:t>huffman coding Tree</a:t>
            </a:r>
            <a:r>
              <a:rPr lang="en-US" altLang="en-US" sz="2400">
                <a:sym typeface="Wingdings" panose="05000000000000000000" pitchFamily="2" charset="2"/>
              </a:rPr>
              <a:t> </a:t>
            </a:r>
            <a:r>
              <a:rPr lang="en-US" altLang="en-US" sz="2400"/>
              <a:t> </a:t>
            </a:r>
          </a:p>
          <a:p>
            <a:pPr eaLnBrk="1" hangingPunct="1">
              <a:buFont typeface="Wingdings" panose="05000000000000000000" pitchFamily="2" charset="2"/>
              <a:buNone/>
            </a:pPr>
            <a:endParaRPr lang="en-US"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33400" y="685800"/>
            <a:ext cx="8001000" cy="762000"/>
          </a:xfrm>
        </p:spPr>
        <p:txBody>
          <a:bodyPr/>
          <a:lstStyle/>
          <a:p>
            <a:pPr eaLnBrk="1" hangingPunct="1"/>
            <a:r>
              <a:rPr lang="en-US" altLang="en-US" sz="2800" b="1"/>
              <a:t>Building a Huffman Tree</a:t>
            </a:r>
            <a:br>
              <a:rPr lang="en-US" altLang="en-US" sz="2800" b="1"/>
            </a:br>
            <a:endParaRPr lang="en-US" altLang="en-US" sz="2800" b="1"/>
          </a:p>
        </p:txBody>
      </p:sp>
      <p:sp>
        <p:nvSpPr>
          <p:cNvPr id="7171" name="Rectangle 3"/>
          <p:cNvSpPr>
            <a:spLocks noGrp="1" noChangeArrowheads="1"/>
          </p:cNvSpPr>
          <p:nvPr>
            <p:ph type="body" idx="1"/>
          </p:nvPr>
        </p:nvSpPr>
        <p:spPr>
          <a:xfrm>
            <a:off x="609600" y="1143000"/>
            <a:ext cx="8077200" cy="4724400"/>
          </a:xfrm>
        </p:spPr>
        <p:txBody>
          <a:bodyPr/>
          <a:lstStyle/>
          <a:p>
            <a:pPr eaLnBrk="1" hangingPunct="1">
              <a:lnSpc>
                <a:spcPct val="90000"/>
              </a:lnSpc>
              <a:spcBef>
                <a:spcPct val="40000"/>
              </a:spcBef>
              <a:buFont typeface="Wingdings" panose="05000000000000000000" pitchFamily="2" charset="2"/>
              <a:buNone/>
              <a:defRPr/>
            </a:pPr>
            <a:r>
              <a:rPr lang="en-US" sz="2400" dirty="0">
                <a:latin typeface="Arial Unicode MS" pitchFamily="34" charset="-128"/>
                <a:ea typeface="Arial Unicode MS" pitchFamily="34" charset="-128"/>
                <a:cs typeface="Arial Unicode MS" pitchFamily="34" charset="-128"/>
              </a:rPr>
              <a:t>Each node contains:</a:t>
            </a:r>
          </a:p>
          <a:p>
            <a:pPr eaLnBrk="1" hangingPunct="1">
              <a:lnSpc>
                <a:spcPct val="90000"/>
              </a:lnSpc>
              <a:spcBef>
                <a:spcPct val="40000"/>
              </a:spcBef>
              <a:defRPr/>
            </a:pPr>
            <a:r>
              <a:rPr lang="en-US" sz="2400" dirty="0">
                <a:latin typeface="Arial Unicode MS" pitchFamily="34" charset="-128"/>
                <a:ea typeface="Arial Unicode MS" pitchFamily="34" charset="-128"/>
                <a:cs typeface="Arial Unicode MS" pitchFamily="34" charset="-128"/>
              </a:rPr>
              <a:t>A character  (</a:t>
            </a:r>
            <a:r>
              <a:rPr lang="en-US" sz="2400" b="1" dirty="0" err="1">
                <a:latin typeface="Arial Unicode MS" pitchFamily="34" charset="-128"/>
                <a:ea typeface="Arial Unicode MS" pitchFamily="34" charset="-128"/>
                <a:cs typeface="Arial Unicode MS" pitchFamily="34" charset="-128"/>
              </a:rPr>
              <a:t>ch</a:t>
            </a:r>
            <a:r>
              <a:rPr lang="en-US" sz="2400" dirty="0">
                <a:latin typeface="Arial Unicode MS" pitchFamily="34" charset="-128"/>
                <a:ea typeface="Arial Unicode MS" pitchFamily="34" charset="-128"/>
                <a:cs typeface="Arial Unicode MS" pitchFamily="34" charset="-128"/>
              </a:rPr>
              <a:t>)</a:t>
            </a:r>
          </a:p>
          <a:p>
            <a:pPr eaLnBrk="1" hangingPunct="1">
              <a:lnSpc>
                <a:spcPct val="90000"/>
              </a:lnSpc>
              <a:spcBef>
                <a:spcPct val="40000"/>
              </a:spcBef>
              <a:defRPr/>
            </a:pPr>
            <a:r>
              <a:rPr lang="en-US" sz="2400" dirty="0">
                <a:latin typeface="Arial Unicode MS" pitchFamily="34" charset="-128"/>
                <a:ea typeface="Arial Unicode MS" pitchFamily="34" charset="-128"/>
                <a:cs typeface="Arial Unicode MS" pitchFamily="34" charset="-128"/>
              </a:rPr>
              <a:t>A frequency (</a:t>
            </a:r>
            <a:r>
              <a:rPr lang="en-US" sz="2400" b="1" dirty="0">
                <a:latin typeface="Arial Unicode MS" pitchFamily="34" charset="-128"/>
                <a:ea typeface="Arial Unicode MS" pitchFamily="34" charset="-128"/>
                <a:cs typeface="Arial Unicode MS" pitchFamily="34" charset="-128"/>
              </a:rPr>
              <a:t>freq</a:t>
            </a:r>
            <a:r>
              <a:rPr lang="en-US" sz="2400" dirty="0">
                <a:latin typeface="Arial Unicode MS" pitchFamily="34" charset="-128"/>
                <a:ea typeface="Arial Unicode MS" pitchFamily="34" charset="-128"/>
                <a:cs typeface="Arial Unicode MS" pitchFamily="34" charset="-128"/>
              </a:rPr>
              <a:t>)</a:t>
            </a:r>
          </a:p>
          <a:p>
            <a:pPr>
              <a:defRPr/>
            </a:pPr>
            <a:r>
              <a:rPr lang="en-US" sz="2400" dirty="0">
                <a:latin typeface="Arial Unicode MS" pitchFamily="34" charset="-128"/>
                <a:ea typeface="Arial Unicode MS" pitchFamily="34" charset="-128"/>
                <a:cs typeface="Arial Unicode MS" pitchFamily="34" charset="-128"/>
              </a:rPr>
              <a:t>and left and right members (</a:t>
            </a:r>
            <a:r>
              <a:rPr lang="en-US" sz="2400" b="1" dirty="0">
                <a:latin typeface="Arial Unicode MS" pitchFamily="34" charset="-128"/>
                <a:ea typeface="Arial Unicode MS" pitchFamily="34" charset="-128"/>
                <a:cs typeface="Arial Unicode MS" pitchFamily="34" charset="-128"/>
              </a:rPr>
              <a:t>left</a:t>
            </a:r>
            <a:r>
              <a:rPr lang="en-US" sz="2400" dirty="0">
                <a:latin typeface="Arial Unicode MS" pitchFamily="34" charset="-128"/>
                <a:ea typeface="Arial Unicode MS" pitchFamily="34" charset="-128"/>
                <a:cs typeface="Arial Unicode MS" pitchFamily="34" charset="-128"/>
              </a:rPr>
              <a:t>,</a:t>
            </a:r>
            <a:r>
              <a:rPr lang="en-US" sz="2400" b="1" dirty="0">
                <a:latin typeface="Arial Unicode MS" pitchFamily="34" charset="-128"/>
                <a:ea typeface="Arial Unicode MS" pitchFamily="34" charset="-128"/>
                <a:cs typeface="Arial Unicode MS" pitchFamily="34" charset="-128"/>
              </a:rPr>
              <a:t> right</a:t>
            </a:r>
            <a:r>
              <a:rPr lang="en-US" sz="2400" dirty="0">
                <a:latin typeface="Arial Unicode MS" pitchFamily="34" charset="-128"/>
                <a:ea typeface="Arial Unicode MS" pitchFamily="34" charset="-128"/>
                <a:cs typeface="Arial Unicode MS" pitchFamily="34" charset="-128"/>
              </a:rPr>
              <a:t>)</a:t>
            </a:r>
          </a:p>
          <a:p>
            <a:pPr marL="0" indent="0" eaLnBrk="1" hangingPunct="1">
              <a:lnSpc>
                <a:spcPct val="90000"/>
              </a:lnSpc>
              <a:spcBef>
                <a:spcPct val="40000"/>
              </a:spcBef>
              <a:buFont typeface="Wingdings" panose="05000000000000000000" pitchFamily="2" charset="2"/>
              <a:buNone/>
              <a:defRPr/>
            </a:pPr>
            <a:endParaRPr lang="en-US" sz="2400" dirty="0">
              <a:latin typeface="Arial Unicode MS" pitchFamily="34" charset="-128"/>
              <a:ea typeface="Arial Unicode MS" pitchFamily="34" charset="-128"/>
              <a:cs typeface="Arial Unicode MS" pitchFamily="34" charset="-128"/>
            </a:endParaRPr>
          </a:p>
          <a:p>
            <a:pPr marL="0" indent="0" eaLnBrk="1" hangingPunct="1">
              <a:lnSpc>
                <a:spcPct val="90000"/>
              </a:lnSpc>
              <a:spcBef>
                <a:spcPct val="40000"/>
              </a:spcBef>
              <a:buFont typeface="Wingdings" panose="05000000000000000000" pitchFamily="2" charset="2"/>
              <a:buNone/>
              <a:defRPr/>
            </a:pPr>
            <a:r>
              <a:rPr lang="en-US" sz="2400" dirty="0">
                <a:latin typeface="Arial Unicode MS" pitchFamily="34" charset="-128"/>
                <a:ea typeface="Arial Unicode MS" pitchFamily="34" charset="-128"/>
                <a:cs typeface="Arial Unicode MS" pitchFamily="34" charset="-128"/>
              </a:rPr>
              <a:t>After the Huffman coding tree is constructed, a left member of a node references its left child, and a right member of a node references its right child or, </a:t>
            </a:r>
          </a:p>
          <a:p>
            <a:pPr marL="0" indent="0" eaLnBrk="1" hangingPunct="1">
              <a:lnSpc>
                <a:spcPct val="90000"/>
              </a:lnSpc>
              <a:spcBef>
                <a:spcPct val="40000"/>
              </a:spcBef>
              <a:buFont typeface="Wingdings" panose="05000000000000000000" pitchFamily="2" charset="2"/>
              <a:buNone/>
              <a:defRPr/>
            </a:pPr>
            <a:r>
              <a:rPr lang="en-US" sz="2400" dirty="0">
                <a:latin typeface="Arial Unicode MS" pitchFamily="34" charset="-128"/>
                <a:ea typeface="Arial Unicode MS" pitchFamily="34" charset="-128"/>
                <a:cs typeface="Arial Unicode MS" pitchFamily="34" charset="-128"/>
              </a:rPr>
              <a:t>if the node is a </a:t>
            </a:r>
            <a:r>
              <a:rPr lang="en-US" sz="2400" b="1" dirty="0">
                <a:latin typeface="Arial Unicode MS" pitchFamily="34" charset="-128"/>
                <a:ea typeface="Arial Unicode MS" pitchFamily="34" charset="-128"/>
                <a:cs typeface="Arial Unicode MS" pitchFamily="34" charset="-128"/>
              </a:rPr>
              <a:t>terminal</a:t>
            </a:r>
            <a:r>
              <a:rPr lang="en-US" sz="2400" dirty="0">
                <a:latin typeface="Arial Unicode MS" pitchFamily="34" charset="-128"/>
                <a:ea typeface="Arial Unicode MS" pitchFamily="34" charset="-128"/>
                <a:cs typeface="Arial Unicode MS" pitchFamily="34" charset="-128"/>
              </a:rPr>
              <a:t> vertex, its left and right members are null. </a:t>
            </a:r>
          </a:p>
          <a:p>
            <a:pPr marL="0" indent="0" eaLnBrk="1" hangingPunct="1">
              <a:lnSpc>
                <a:spcPct val="90000"/>
              </a:lnSpc>
              <a:spcBef>
                <a:spcPct val="40000"/>
              </a:spcBef>
              <a:buFont typeface="Wingdings" panose="05000000000000000000" pitchFamily="2" charset="2"/>
              <a:buNone/>
              <a:defRPr/>
            </a:pPr>
            <a:endParaRPr lang="en-US" sz="2400" dirty="0">
              <a:latin typeface="Arial Unicode MS" pitchFamily="34" charset="-128"/>
              <a:ea typeface="Arial Unicode MS" pitchFamily="34" charset="-128"/>
              <a:cs typeface="Arial Unicode MS" pitchFamily="34" charset="-128"/>
            </a:endParaRPr>
          </a:p>
          <a:p>
            <a:pPr eaLnBrk="1" hangingPunct="1">
              <a:lnSpc>
                <a:spcPct val="90000"/>
              </a:lnSpc>
              <a:spcBef>
                <a:spcPct val="40000"/>
              </a:spcBef>
              <a:buFont typeface="Wingdings" panose="05000000000000000000" pitchFamily="2" charset="2"/>
              <a:buNone/>
              <a:defRPr/>
            </a:pPr>
            <a:endParaRPr lang="en-US" sz="2400" dirty="0">
              <a:latin typeface="Arial Unicode MS" pitchFamily="34" charset="-128"/>
              <a:ea typeface="Arial Unicode MS" pitchFamily="34" charset="-128"/>
              <a:cs typeface="Arial Unicode MS" pitchFamily="34" charset="-128"/>
            </a:endParaRPr>
          </a:p>
          <a:p>
            <a:pPr eaLnBrk="1" hangingPunct="1">
              <a:lnSpc>
                <a:spcPct val="90000"/>
              </a:lnSpc>
              <a:defRPr/>
            </a:pPr>
            <a:endParaRPr lang="en-US" sz="2400" dirty="0">
              <a:latin typeface="Arial Unicode MS" pitchFamily="34" charset="-128"/>
              <a:ea typeface="Arial Unicode MS" pitchFamily="34" charset="-128"/>
              <a:cs typeface="Arial Unicode MS" pitchFamily="34"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533400" y="685800"/>
            <a:ext cx="8001000" cy="762000"/>
          </a:xfrm>
        </p:spPr>
        <p:txBody>
          <a:bodyPr/>
          <a:lstStyle/>
          <a:p>
            <a:pPr eaLnBrk="1" hangingPunct="1"/>
            <a:r>
              <a:rPr lang="en-US" altLang="en-US" sz="2800" b="1"/>
              <a:t>Building a Huffman Tree</a:t>
            </a:r>
            <a:br>
              <a:rPr lang="en-US" altLang="en-US" sz="2800" b="1"/>
            </a:br>
            <a:endParaRPr lang="en-US" altLang="en-US" sz="2800" b="1"/>
          </a:p>
        </p:txBody>
      </p:sp>
      <p:sp>
        <p:nvSpPr>
          <p:cNvPr id="19459" name="Rectangle 3"/>
          <p:cNvSpPr>
            <a:spLocks noGrp="1" noChangeArrowheads="1"/>
          </p:cNvSpPr>
          <p:nvPr>
            <p:ph type="body" idx="1"/>
          </p:nvPr>
        </p:nvSpPr>
        <p:spPr>
          <a:xfrm>
            <a:off x="609600" y="1143000"/>
            <a:ext cx="7620000" cy="4724400"/>
          </a:xfrm>
        </p:spPr>
        <p:txBody>
          <a:bodyPr/>
          <a:lstStyle/>
          <a:p>
            <a:pPr eaLnBrk="1" hangingPunct="1">
              <a:lnSpc>
                <a:spcPct val="90000"/>
              </a:lnSpc>
            </a:pPr>
            <a:r>
              <a:rPr lang="en-US" altLang="en-US" sz="2400">
                <a:latin typeface="Arial Unicode MS" pitchFamily="34" charset="-128"/>
                <a:ea typeface="Arial Unicode MS" pitchFamily="34" charset="-128"/>
              </a:rPr>
              <a:t>Put all leaf nodes in priority queue keyed on frequency</a:t>
            </a:r>
          </a:p>
          <a:p>
            <a:pPr lvl="1" eaLnBrk="1" hangingPunct="1">
              <a:lnSpc>
                <a:spcPct val="90000"/>
              </a:lnSpc>
            </a:pPr>
            <a:r>
              <a:rPr lang="en-US" altLang="en-US" sz="2400">
                <a:latin typeface="Arial Unicode MS" pitchFamily="34" charset="-128"/>
                <a:ea typeface="Arial Unicode MS" pitchFamily="34" charset="-128"/>
              </a:rPr>
              <a:t>Select the two nodes with the lowest frequencies, create a parent node of them</a:t>
            </a:r>
          </a:p>
          <a:p>
            <a:pPr lvl="1" eaLnBrk="1" hangingPunct="1">
              <a:lnSpc>
                <a:spcPct val="90000"/>
              </a:lnSpc>
            </a:pPr>
            <a:r>
              <a:rPr lang="en-US" altLang="en-US" sz="2400">
                <a:latin typeface="Arial Unicode MS" pitchFamily="34" charset="-128"/>
                <a:ea typeface="Arial Unicode MS" pitchFamily="34" charset="-128"/>
              </a:rPr>
              <a:t>Assign the sum of the children's frequencies to the parent node and insert it into the queue</a:t>
            </a:r>
          </a:p>
          <a:p>
            <a:pPr lvl="1" eaLnBrk="1" hangingPunct="1">
              <a:lnSpc>
                <a:spcPct val="90000"/>
              </a:lnSpc>
            </a:pPr>
            <a:r>
              <a:rPr lang="en-US" altLang="en-US" sz="2400">
                <a:latin typeface="Arial Unicode MS" pitchFamily="34" charset="-128"/>
                <a:ea typeface="Arial Unicode MS" pitchFamily="34" charset="-128"/>
              </a:rPr>
              <a:t>Assign code 0, 1 to the two branches of the tree, and delete the children from the queue</a:t>
            </a:r>
          </a:p>
          <a:p>
            <a:pPr lvl="1" eaLnBrk="1" hangingPunct="1">
              <a:lnSpc>
                <a:spcPct val="90000"/>
              </a:lnSpc>
            </a:pPr>
            <a:r>
              <a:rPr lang="en-US" altLang="en-US" sz="2400">
                <a:latin typeface="Arial Unicode MS" pitchFamily="34" charset="-128"/>
                <a:ea typeface="Arial Unicode MS" pitchFamily="34" charset="-128"/>
              </a:rPr>
              <a:t>Repeat until the queue has only one node left</a:t>
            </a:r>
          </a:p>
          <a:p>
            <a:pPr eaLnBrk="1" hangingPunct="1">
              <a:lnSpc>
                <a:spcPct val="90000"/>
              </a:lnSpc>
            </a:pPr>
            <a:r>
              <a:rPr lang="en-US" altLang="en-US" sz="2400">
                <a:latin typeface="Arial Unicode MS" pitchFamily="34" charset="-128"/>
                <a:ea typeface="Arial Unicode MS" pitchFamily="34" charset="-128"/>
              </a:rPr>
              <a:t>The code for a character is obtained by following the path from the root to the character and noting the bits on the edges of the path</a:t>
            </a:r>
          </a:p>
          <a:p>
            <a:pPr eaLnBrk="1" hangingPunct="1">
              <a:lnSpc>
                <a:spcPct val="90000"/>
              </a:lnSpc>
            </a:pPr>
            <a:endParaRPr lang="en-US" altLang="en-US" sz="2400">
              <a:latin typeface="Arial Unicode MS" pitchFamily="34" charset="-128"/>
              <a:ea typeface="Arial Unicode MS"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Rectangle 3"/>
          <p:cNvSpPr>
            <a:spLocks noGrp="1" noChangeArrowheads="1"/>
          </p:cNvSpPr>
          <p:nvPr>
            <p:ph type="body" idx="1"/>
          </p:nvPr>
        </p:nvSpPr>
        <p:spPr>
          <a:xfrm>
            <a:off x="527050" y="533400"/>
            <a:ext cx="8616950" cy="6096000"/>
          </a:xfrm>
        </p:spPr>
        <p:txBody>
          <a:bodyPr/>
          <a:lstStyle/>
          <a:p>
            <a:pPr marL="571500" indent="-571500" eaLnBrk="1" hangingPunct="1">
              <a:lnSpc>
                <a:spcPct val="90000"/>
              </a:lnSpc>
              <a:spcBef>
                <a:spcPct val="40000"/>
              </a:spcBef>
              <a:buFont typeface="Wingdings" panose="05000000000000000000" pitchFamily="2" charset="2"/>
              <a:buNone/>
            </a:pPr>
            <a:r>
              <a:rPr lang="en-US" altLang="en-US" sz="2800" b="1"/>
              <a:t>Huffman(</a:t>
            </a:r>
            <a:r>
              <a:rPr lang="en-US" altLang="en-US" sz="2800" b="1" i="1"/>
              <a:t>C</a:t>
            </a:r>
            <a:r>
              <a:rPr lang="en-US" altLang="en-US" sz="1400" b="1" i="1"/>
              <a:t> </a:t>
            </a:r>
            <a:r>
              <a:rPr lang="en-US" altLang="en-US" sz="2800" b="1"/>
              <a:t>){</a:t>
            </a:r>
            <a:endParaRPr lang="en-US" altLang="en-US" sz="2500" b="1"/>
          </a:p>
          <a:p>
            <a:pPr marL="571500" indent="-571500" eaLnBrk="1" hangingPunct="1">
              <a:lnSpc>
                <a:spcPct val="90000"/>
              </a:lnSpc>
              <a:spcBef>
                <a:spcPct val="40000"/>
              </a:spcBef>
              <a:buFont typeface="Wingdings" panose="05000000000000000000" pitchFamily="2" charset="2"/>
              <a:buNone/>
            </a:pPr>
            <a:r>
              <a:rPr lang="en-US" altLang="en-US" sz="2500"/>
              <a:t>n  = |</a:t>
            </a:r>
            <a:r>
              <a:rPr lang="en-US" altLang="en-US" sz="2500">
                <a:sym typeface="Math1" pitchFamily="2" charset="2"/>
              </a:rPr>
              <a:t>C|</a:t>
            </a:r>
          </a:p>
          <a:p>
            <a:pPr marL="571500" indent="-571500" eaLnBrk="1" hangingPunct="1">
              <a:lnSpc>
                <a:spcPct val="90000"/>
              </a:lnSpc>
              <a:spcBef>
                <a:spcPct val="40000"/>
              </a:spcBef>
              <a:buFont typeface="Wingdings" panose="05000000000000000000" pitchFamily="2" charset="2"/>
              <a:buNone/>
            </a:pPr>
            <a:r>
              <a:rPr lang="en-US" altLang="en-US" sz="2500" i="1">
                <a:latin typeface="Times New Roman" panose="02020603050405020304" pitchFamily="18" charset="0"/>
              </a:rPr>
              <a:t>Q </a:t>
            </a:r>
            <a:r>
              <a:rPr lang="en-US" altLang="en-US" sz="2500">
                <a:latin typeface="Times New Roman" panose="02020603050405020304" pitchFamily="18" charset="0"/>
                <a:sym typeface="Math1" pitchFamily="2" charset="2"/>
              </a:rPr>
              <a:t> </a:t>
            </a:r>
            <a:r>
              <a:rPr lang="en-US" altLang="en-US" sz="2500">
                <a:latin typeface="Times New Roman" panose="02020603050405020304" pitchFamily="18" charset="0"/>
                <a:sym typeface="Wingdings" panose="05000000000000000000" pitchFamily="2" charset="2"/>
              </a:rPr>
              <a:t> </a:t>
            </a:r>
            <a:r>
              <a:rPr lang="en-US" altLang="en-US" sz="2500" b="1" i="1">
                <a:latin typeface="Times New Roman" panose="02020603050405020304" pitchFamily="18" charset="0"/>
                <a:sym typeface="Math1" pitchFamily="2" charset="2"/>
              </a:rPr>
              <a:t>C	</a:t>
            </a:r>
            <a:r>
              <a:rPr lang="en-US" altLang="en-US" sz="2500">
                <a:latin typeface="Times New Roman" panose="02020603050405020304" pitchFamily="18" charset="0"/>
                <a:sym typeface="Math1" pitchFamily="2" charset="2"/>
              </a:rPr>
              <a:t> </a:t>
            </a:r>
            <a:r>
              <a:rPr lang="en-US" altLang="en-US" sz="2500">
                <a:latin typeface="Times New Roman" panose="02020603050405020304" pitchFamily="18" charset="0"/>
                <a:sym typeface="Math3" pitchFamily="2" charset="2"/>
              </a:rPr>
              <a:t>// Q is a min-priority queue initially of leaves</a:t>
            </a:r>
            <a:endParaRPr lang="en-US" altLang="en-US" sz="2500">
              <a:latin typeface="Times New Roman" panose="02020603050405020304" pitchFamily="18" charset="0"/>
              <a:sym typeface="Math1" pitchFamily="2" charset="2"/>
            </a:endParaRPr>
          </a:p>
          <a:p>
            <a:pPr marL="571500" indent="-571500" eaLnBrk="1" hangingPunct="1">
              <a:lnSpc>
                <a:spcPct val="90000"/>
              </a:lnSpc>
              <a:spcBef>
                <a:spcPct val="40000"/>
              </a:spcBef>
              <a:buFont typeface="Wingdings" panose="05000000000000000000" pitchFamily="2" charset="2"/>
              <a:buNone/>
            </a:pPr>
            <a:r>
              <a:rPr lang="en-US" altLang="en-US" sz="2500"/>
              <a:t>for </a:t>
            </a:r>
            <a:r>
              <a:rPr lang="en-US" altLang="en-US" sz="2500" i="1">
                <a:latin typeface="Times New Roman" panose="02020603050405020304" pitchFamily="18" charset="0"/>
              </a:rPr>
              <a:t>i = </a:t>
            </a:r>
            <a:r>
              <a:rPr lang="en-US" altLang="en-US" sz="2500">
                <a:latin typeface="Times New Roman" panose="02020603050405020304" pitchFamily="18" charset="0"/>
              </a:rPr>
              <a:t>1</a:t>
            </a:r>
            <a:r>
              <a:rPr lang="en-US" altLang="en-US" sz="2500"/>
              <a:t> to </a:t>
            </a:r>
            <a:r>
              <a:rPr lang="en-US" altLang="en-US" sz="2500" i="1">
                <a:latin typeface="Times New Roman" panose="02020603050405020304" pitchFamily="18" charset="0"/>
              </a:rPr>
              <a:t>n –</a:t>
            </a:r>
            <a:r>
              <a:rPr lang="en-US" altLang="en-US" sz="2500">
                <a:latin typeface="Times New Roman" panose="02020603050405020304" pitchFamily="18" charset="0"/>
              </a:rPr>
              <a:t> 1  {</a:t>
            </a:r>
          </a:p>
          <a:p>
            <a:pPr marL="571500" indent="-571500" eaLnBrk="1" hangingPunct="1">
              <a:lnSpc>
                <a:spcPct val="90000"/>
              </a:lnSpc>
              <a:spcBef>
                <a:spcPct val="40000"/>
              </a:spcBef>
              <a:buFont typeface="Wingdings" panose="05000000000000000000" pitchFamily="2" charset="2"/>
              <a:buNone/>
            </a:pPr>
            <a:r>
              <a:rPr lang="en-US" altLang="en-US" sz="2500"/>
              <a:t>       do </a:t>
            </a:r>
            <a:r>
              <a:rPr lang="en-US" altLang="en-US" sz="2500" b="1">
                <a:latin typeface="Times New Roman" panose="02020603050405020304" pitchFamily="18" charset="0"/>
                <a:sym typeface="Math1" pitchFamily="2" charset="2"/>
              </a:rPr>
              <a:t>allocate a new node </a:t>
            </a:r>
            <a:r>
              <a:rPr lang="en-US" altLang="en-US" sz="2500" i="1">
                <a:latin typeface="Times New Roman" panose="02020603050405020304" pitchFamily="18" charset="0"/>
                <a:sym typeface="Math1" pitchFamily="2" charset="2"/>
              </a:rPr>
              <a:t>z</a:t>
            </a:r>
          </a:p>
          <a:p>
            <a:pPr marL="571500" indent="-571500" eaLnBrk="1" hangingPunct="1">
              <a:lnSpc>
                <a:spcPct val="90000"/>
              </a:lnSpc>
              <a:spcBef>
                <a:spcPct val="40000"/>
              </a:spcBef>
              <a:buFont typeface="Wingdings" panose="05000000000000000000" pitchFamily="2" charset="2"/>
              <a:buNone/>
            </a:pPr>
            <a:r>
              <a:rPr lang="en-US" altLang="en-US" sz="2500"/>
              <a:t>             z.</a:t>
            </a:r>
            <a:r>
              <a:rPr lang="en-US" altLang="en-US" sz="2500" i="1">
                <a:latin typeface="Times New Roman" panose="02020603050405020304" pitchFamily="18" charset="0"/>
              </a:rPr>
              <a:t>left=</a:t>
            </a:r>
            <a:r>
              <a:rPr lang="en-US" altLang="en-US" sz="2500">
                <a:latin typeface="Times New Roman" panose="02020603050405020304" pitchFamily="18" charset="0"/>
                <a:sym typeface="Math1" pitchFamily="2" charset="2"/>
              </a:rPr>
              <a:t> </a:t>
            </a:r>
            <a:r>
              <a:rPr lang="en-US" altLang="en-US" sz="2500" b="1">
                <a:latin typeface="Times New Roman" panose="02020603050405020304" pitchFamily="18" charset="0"/>
                <a:sym typeface="Math1" pitchFamily="2" charset="2"/>
              </a:rPr>
              <a:t>delete-Min</a:t>
            </a:r>
            <a:r>
              <a:rPr lang="en-US" altLang="en-US" sz="2500">
                <a:latin typeface="Times New Roman" panose="02020603050405020304" pitchFamily="18" charset="0"/>
                <a:sym typeface="Math1" pitchFamily="2" charset="2"/>
              </a:rPr>
              <a:t>(</a:t>
            </a:r>
            <a:r>
              <a:rPr lang="en-US" altLang="en-US" sz="900">
                <a:latin typeface="Times New Roman" panose="02020603050405020304" pitchFamily="18" charset="0"/>
                <a:sym typeface="Math1" pitchFamily="2" charset="2"/>
              </a:rPr>
              <a:t> </a:t>
            </a:r>
            <a:r>
              <a:rPr lang="en-US" altLang="en-US" sz="2500" i="1">
                <a:latin typeface="Times New Roman" panose="02020603050405020304" pitchFamily="18" charset="0"/>
                <a:sym typeface="Math1" pitchFamily="2" charset="2"/>
              </a:rPr>
              <a:t>Q</a:t>
            </a:r>
            <a:r>
              <a:rPr lang="en-US" altLang="en-US" sz="900" i="1">
                <a:latin typeface="Times New Roman" panose="02020603050405020304" pitchFamily="18" charset="0"/>
                <a:sym typeface="Math1" pitchFamily="2" charset="2"/>
              </a:rPr>
              <a:t> </a:t>
            </a:r>
            <a:r>
              <a:rPr lang="en-US" altLang="en-US" sz="2500">
                <a:latin typeface="Times New Roman" panose="02020603050405020304" pitchFamily="18" charset="0"/>
                <a:sym typeface="Math1" pitchFamily="2" charset="2"/>
              </a:rPr>
              <a:t>)</a:t>
            </a:r>
          </a:p>
          <a:p>
            <a:pPr marL="571500" indent="-571500" eaLnBrk="1" hangingPunct="1">
              <a:lnSpc>
                <a:spcPct val="90000"/>
              </a:lnSpc>
              <a:spcBef>
                <a:spcPct val="40000"/>
              </a:spcBef>
              <a:buFont typeface="Wingdings" panose="05000000000000000000" pitchFamily="2" charset="2"/>
              <a:buNone/>
            </a:pPr>
            <a:r>
              <a:rPr lang="en-US" altLang="en-US" sz="2500"/>
              <a:t>             z.</a:t>
            </a:r>
            <a:r>
              <a:rPr lang="en-US" altLang="en-US" sz="2500" i="1">
                <a:latin typeface="Times New Roman" panose="02020603050405020304" pitchFamily="18" charset="0"/>
              </a:rPr>
              <a:t>right =</a:t>
            </a:r>
            <a:r>
              <a:rPr lang="en-US" altLang="en-US" sz="2500">
                <a:latin typeface="Times New Roman" panose="02020603050405020304" pitchFamily="18" charset="0"/>
                <a:sym typeface="Math1" pitchFamily="2" charset="2"/>
              </a:rPr>
              <a:t> </a:t>
            </a:r>
            <a:r>
              <a:rPr lang="en-US" altLang="en-US" sz="2500" b="1">
                <a:latin typeface="Times New Roman" panose="02020603050405020304" pitchFamily="18" charset="0"/>
                <a:sym typeface="Math1" pitchFamily="2" charset="2"/>
              </a:rPr>
              <a:t>delete-Min</a:t>
            </a:r>
            <a:r>
              <a:rPr lang="en-US" altLang="en-US" sz="2500">
                <a:latin typeface="Times New Roman" panose="02020603050405020304" pitchFamily="18" charset="0"/>
                <a:sym typeface="Math1" pitchFamily="2" charset="2"/>
              </a:rPr>
              <a:t>(</a:t>
            </a:r>
            <a:r>
              <a:rPr lang="en-US" altLang="en-US" sz="900">
                <a:latin typeface="Times New Roman" panose="02020603050405020304" pitchFamily="18" charset="0"/>
                <a:sym typeface="Math1" pitchFamily="2" charset="2"/>
              </a:rPr>
              <a:t> </a:t>
            </a:r>
            <a:r>
              <a:rPr lang="en-US" altLang="en-US" sz="2500" i="1">
                <a:latin typeface="Times New Roman" panose="02020603050405020304" pitchFamily="18" charset="0"/>
                <a:sym typeface="Math1" pitchFamily="2" charset="2"/>
              </a:rPr>
              <a:t>Q</a:t>
            </a:r>
            <a:r>
              <a:rPr lang="en-US" altLang="en-US" sz="900" i="1">
                <a:latin typeface="Times New Roman" panose="02020603050405020304" pitchFamily="18" charset="0"/>
                <a:sym typeface="Math1" pitchFamily="2" charset="2"/>
              </a:rPr>
              <a:t> </a:t>
            </a:r>
            <a:r>
              <a:rPr lang="en-US" altLang="en-US" sz="2500">
                <a:latin typeface="Times New Roman" panose="02020603050405020304" pitchFamily="18" charset="0"/>
                <a:sym typeface="Math1" pitchFamily="2" charset="2"/>
              </a:rPr>
              <a:t>)</a:t>
            </a:r>
            <a:r>
              <a:rPr lang="en-US" altLang="en-US" sz="2500"/>
              <a:t> </a:t>
            </a:r>
          </a:p>
          <a:p>
            <a:pPr marL="571500" indent="-571500" eaLnBrk="1" hangingPunct="1">
              <a:lnSpc>
                <a:spcPct val="90000"/>
              </a:lnSpc>
              <a:spcBef>
                <a:spcPct val="40000"/>
              </a:spcBef>
              <a:buFont typeface="Wingdings" panose="05000000000000000000" pitchFamily="2" charset="2"/>
              <a:buNone/>
            </a:pPr>
            <a:r>
              <a:rPr lang="en-US" altLang="en-US" sz="2500"/>
              <a:t>             z.</a:t>
            </a:r>
            <a:r>
              <a:rPr lang="en-US" altLang="en-US" sz="2500" i="1">
                <a:latin typeface="Times New Roman" panose="02020603050405020304" pitchFamily="18" charset="0"/>
              </a:rPr>
              <a:t>freq =</a:t>
            </a:r>
            <a:r>
              <a:rPr lang="en-US" altLang="en-US" sz="2500">
                <a:latin typeface="Times New Roman" panose="02020603050405020304" pitchFamily="18" charset="0"/>
                <a:sym typeface="Math1" pitchFamily="2" charset="2"/>
              </a:rPr>
              <a:t> </a:t>
            </a:r>
            <a:r>
              <a:rPr lang="en-US" altLang="en-US" sz="2500"/>
              <a:t>z.</a:t>
            </a:r>
            <a:r>
              <a:rPr lang="en-US" altLang="en-US" sz="2500" i="1">
                <a:latin typeface="Times New Roman" panose="02020603050405020304" pitchFamily="18" charset="0"/>
              </a:rPr>
              <a:t>left.freq </a:t>
            </a:r>
            <a:r>
              <a:rPr lang="en-US" altLang="en-US" sz="2500">
                <a:latin typeface="Times New Roman" panose="02020603050405020304" pitchFamily="18" charset="0"/>
                <a:sym typeface="Math1" pitchFamily="2" charset="2"/>
              </a:rPr>
              <a:t>+ </a:t>
            </a:r>
            <a:r>
              <a:rPr lang="en-US" altLang="en-US" sz="2500"/>
              <a:t>z.</a:t>
            </a:r>
            <a:r>
              <a:rPr lang="en-US" altLang="en-US" sz="2500" i="1">
                <a:latin typeface="Times New Roman" panose="02020603050405020304" pitchFamily="18" charset="0"/>
              </a:rPr>
              <a:t>right,freq</a:t>
            </a:r>
            <a:r>
              <a:rPr lang="en-US" altLang="en-US" sz="2500"/>
              <a:t>	</a:t>
            </a:r>
          </a:p>
          <a:p>
            <a:pPr marL="571500" indent="-571500" eaLnBrk="1" hangingPunct="1">
              <a:lnSpc>
                <a:spcPct val="90000"/>
              </a:lnSpc>
              <a:spcBef>
                <a:spcPct val="40000"/>
              </a:spcBef>
              <a:buFont typeface="Wingdings" panose="05000000000000000000" pitchFamily="2" charset="2"/>
              <a:buNone/>
            </a:pPr>
            <a:r>
              <a:rPr lang="en-US" altLang="en-US" sz="2500">
                <a:latin typeface="Times New Roman" panose="02020603050405020304" pitchFamily="18" charset="0"/>
                <a:sym typeface="Math1" pitchFamily="2" charset="2"/>
              </a:rPr>
              <a:t>		       </a:t>
            </a:r>
            <a:r>
              <a:rPr lang="en-US" altLang="en-US" sz="2500" b="1">
                <a:latin typeface="Times New Roman" panose="02020603050405020304" pitchFamily="18" charset="0"/>
                <a:sym typeface="Math1" pitchFamily="2" charset="2"/>
              </a:rPr>
              <a:t>Insert</a:t>
            </a:r>
            <a:r>
              <a:rPr lang="en-US" altLang="en-US" sz="2500">
                <a:latin typeface="Times New Roman" panose="02020603050405020304" pitchFamily="18" charset="0"/>
                <a:sym typeface="Math1" pitchFamily="2" charset="2"/>
              </a:rPr>
              <a:t>(</a:t>
            </a:r>
            <a:r>
              <a:rPr lang="en-US" altLang="en-US" sz="900">
                <a:latin typeface="Times New Roman" panose="02020603050405020304" pitchFamily="18" charset="0"/>
                <a:sym typeface="Math1" pitchFamily="2" charset="2"/>
              </a:rPr>
              <a:t> </a:t>
            </a:r>
            <a:r>
              <a:rPr lang="en-US" altLang="en-US" sz="2500" i="1">
                <a:latin typeface="Times New Roman" panose="02020603050405020304" pitchFamily="18" charset="0"/>
                <a:sym typeface="Math1" pitchFamily="2" charset="2"/>
              </a:rPr>
              <a:t>Q</a:t>
            </a:r>
            <a:r>
              <a:rPr lang="en-US" altLang="en-US" sz="900" i="1">
                <a:latin typeface="Times New Roman" panose="02020603050405020304" pitchFamily="18" charset="0"/>
                <a:sym typeface="Math1" pitchFamily="2" charset="2"/>
              </a:rPr>
              <a:t> </a:t>
            </a:r>
            <a:r>
              <a:rPr lang="en-US" altLang="en-US" sz="2500" i="1">
                <a:latin typeface="Times New Roman" panose="02020603050405020304" pitchFamily="18" charset="0"/>
                <a:sym typeface="Math1" pitchFamily="2" charset="2"/>
              </a:rPr>
              <a:t>, z</a:t>
            </a:r>
            <a:r>
              <a:rPr lang="en-US" altLang="en-US" sz="2500">
                <a:latin typeface="Times New Roman" panose="02020603050405020304" pitchFamily="18" charset="0"/>
                <a:sym typeface="Math1" pitchFamily="2" charset="2"/>
              </a:rPr>
              <a:t>)</a:t>
            </a:r>
          </a:p>
          <a:p>
            <a:pPr marL="571500" indent="-571500" eaLnBrk="1" hangingPunct="1">
              <a:lnSpc>
                <a:spcPct val="90000"/>
              </a:lnSpc>
              <a:spcBef>
                <a:spcPct val="40000"/>
              </a:spcBef>
              <a:buFont typeface="Wingdings" panose="05000000000000000000" pitchFamily="2" charset="2"/>
              <a:buNone/>
            </a:pPr>
            <a:r>
              <a:rPr lang="en-US" altLang="en-US" sz="2500">
                <a:latin typeface="Times New Roman" panose="02020603050405020304" pitchFamily="18" charset="0"/>
                <a:sym typeface="Math1" pitchFamily="2" charset="2"/>
              </a:rPr>
              <a:t>	}</a:t>
            </a:r>
          </a:p>
          <a:p>
            <a:pPr marL="571500" indent="-571500" eaLnBrk="1" hangingPunct="1">
              <a:lnSpc>
                <a:spcPct val="90000"/>
              </a:lnSpc>
              <a:spcBef>
                <a:spcPct val="40000"/>
              </a:spcBef>
              <a:buFont typeface="Wingdings" panose="05000000000000000000" pitchFamily="2" charset="2"/>
              <a:buNone/>
            </a:pPr>
            <a:r>
              <a:rPr lang="en-US" altLang="en-US" sz="2500">
                <a:latin typeface="Times New Roman" panose="02020603050405020304" pitchFamily="18" charset="0"/>
                <a:sym typeface="Math1" pitchFamily="2" charset="2"/>
              </a:rPr>
              <a:t>Return </a:t>
            </a:r>
            <a:r>
              <a:rPr lang="en-US" altLang="en-US" sz="2500" b="1">
                <a:latin typeface="Times New Roman" panose="02020603050405020304" pitchFamily="18" charset="0"/>
                <a:sym typeface="Math1" pitchFamily="2" charset="2"/>
              </a:rPr>
              <a:t>delete-Min</a:t>
            </a:r>
            <a:r>
              <a:rPr lang="en-US" altLang="en-US" sz="2500">
                <a:latin typeface="Times New Roman" panose="02020603050405020304" pitchFamily="18" charset="0"/>
                <a:sym typeface="Math1" pitchFamily="2" charset="2"/>
              </a:rPr>
              <a:t>(Q)</a:t>
            </a:r>
          </a:p>
          <a:p>
            <a:pPr marL="571500" indent="-571500" eaLnBrk="1" hangingPunct="1">
              <a:lnSpc>
                <a:spcPct val="90000"/>
              </a:lnSpc>
              <a:spcBef>
                <a:spcPct val="40000"/>
              </a:spcBef>
              <a:buFont typeface="Wingdings" panose="05000000000000000000" pitchFamily="2" charset="2"/>
              <a:buNone/>
            </a:pPr>
            <a:r>
              <a:rPr lang="en-US" altLang="en-US" sz="2800" b="1">
                <a:sym typeface="Math1" pitchFamily="2" charset="2"/>
              </a:rPr>
              <a:t>}</a:t>
            </a:r>
          </a:p>
          <a:p>
            <a:pPr marL="571500" indent="-571500" eaLnBrk="1" hangingPunct="1">
              <a:lnSpc>
                <a:spcPct val="90000"/>
              </a:lnSpc>
              <a:spcBef>
                <a:spcPct val="40000"/>
              </a:spcBef>
              <a:buFont typeface="Wingdings" panose="05000000000000000000" pitchFamily="2" charset="2"/>
              <a:buNone/>
            </a:pPr>
            <a:endParaRPr lang="en-US" altLang="en-US" sz="2500">
              <a:latin typeface="Times New Roman" panose="02020603050405020304" pitchFamily="18" charset="0"/>
              <a:sym typeface="Math1" pitchFamily="2" charset="2"/>
            </a:endParaRPr>
          </a:p>
          <a:p>
            <a:pPr marL="571500" indent="-571500" eaLnBrk="1" hangingPunct="1">
              <a:lnSpc>
                <a:spcPct val="90000"/>
              </a:lnSpc>
              <a:spcBef>
                <a:spcPct val="40000"/>
              </a:spcBef>
              <a:buFont typeface="Wingdings" panose="05000000000000000000" pitchFamily="2" charset="2"/>
              <a:buAutoNum type="arabicPeriod"/>
            </a:pPr>
            <a:endParaRPr lang="en-US" altLang="en-US" sz="2500" b="1">
              <a:latin typeface="Times New Roman" panose="02020603050405020304" pitchFamily="18" charset="0"/>
              <a:sym typeface="Math1" pitchFamily="2" charset="2"/>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en-US"/>
              <a:t>Example</a:t>
            </a:r>
          </a:p>
        </p:txBody>
      </p:sp>
      <p:grpSp>
        <p:nvGrpSpPr>
          <p:cNvPr id="23555" name="Group 3"/>
          <p:cNvGrpSpPr>
            <a:grpSpLocks/>
          </p:cNvGrpSpPr>
          <p:nvPr/>
        </p:nvGrpSpPr>
        <p:grpSpPr bwMode="auto">
          <a:xfrm>
            <a:off x="0" y="3200400"/>
            <a:ext cx="4071938" cy="1733550"/>
            <a:chOff x="0" y="1721"/>
            <a:chExt cx="2565" cy="1092"/>
          </a:xfrm>
        </p:grpSpPr>
        <p:sp>
          <p:nvSpPr>
            <p:cNvPr id="23655" name="Rectangle 4"/>
            <p:cNvSpPr>
              <a:spLocks noChangeArrowheads="1"/>
            </p:cNvSpPr>
            <p:nvPr/>
          </p:nvSpPr>
          <p:spPr bwMode="auto">
            <a:xfrm>
              <a:off x="0" y="1721"/>
              <a:ext cx="2565" cy="1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3656" name="Group 5"/>
            <p:cNvGrpSpPr>
              <a:grpSpLocks/>
            </p:cNvGrpSpPr>
            <p:nvPr/>
          </p:nvGrpSpPr>
          <p:grpSpPr bwMode="auto">
            <a:xfrm>
              <a:off x="38" y="1873"/>
              <a:ext cx="2525" cy="761"/>
              <a:chOff x="502" y="2308"/>
              <a:chExt cx="2525" cy="761"/>
            </a:xfrm>
          </p:grpSpPr>
          <p:grpSp>
            <p:nvGrpSpPr>
              <p:cNvPr id="23657" name="Group 6"/>
              <p:cNvGrpSpPr>
                <a:grpSpLocks/>
              </p:cNvGrpSpPr>
              <p:nvPr/>
            </p:nvGrpSpPr>
            <p:grpSpPr bwMode="auto">
              <a:xfrm>
                <a:off x="1656" y="2311"/>
                <a:ext cx="1119" cy="758"/>
                <a:chOff x="885" y="2266"/>
                <a:chExt cx="1119" cy="758"/>
              </a:xfrm>
            </p:grpSpPr>
            <p:sp>
              <p:nvSpPr>
                <p:cNvPr id="23678" name="Line 7"/>
                <p:cNvSpPr>
                  <a:spLocks noChangeShapeType="1"/>
                </p:cNvSpPr>
                <p:nvPr/>
              </p:nvSpPr>
              <p:spPr bwMode="auto">
                <a:xfrm>
                  <a:off x="1518" y="2514"/>
                  <a:ext cx="179"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79" name="Line 8"/>
                <p:cNvSpPr>
                  <a:spLocks noChangeShapeType="1"/>
                </p:cNvSpPr>
                <p:nvPr/>
              </p:nvSpPr>
              <p:spPr bwMode="auto">
                <a:xfrm flipH="1">
                  <a:off x="1106" y="2514"/>
                  <a:ext cx="195"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3680" name="Group 9"/>
                <p:cNvGrpSpPr>
                  <a:grpSpLocks/>
                </p:cNvGrpSpPr>
                <p:nvPr/>
              </p:nvGrpSpPr>
              <p:grpSpPr bwMode="auto">
                <a:xfrm>
                  <a:off x="1185" y="2266"/>
                  <a:ext cx="429" cy="284"/>
                  <a:chOff x="4779" y="1443"/>
                  <a:chExt cx="429" cy="284"/>
                </a:xfrm>
              </p:grpSpPr>
              <p:sp>
                <p:nvSpPr>
                  <p:cNvPr id="23689" name="Oval 10"/>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90" name="Text Box 11"/>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25</a:t>
                    </a:r>
                  </a:p>
                </p:txBody>
              </p:sp>
            </p:grpSp>
            <p:grpSp>
              <p:nvGrpSpPr>
                <p:cNvPr id="23681" name="Group 12"/>
                <p:cNvGrpSpPr>
                  <a:grpSpLocks/>
                </p:cNvGrpSpPr>
                <p:nvPr/>
              </p:nvGrpSpPr>
              <p:grpSpPr bwMode="auto">
                <a:xfrm>
                  <a:off x="1489" y="2791"/>
                  <a:ext cx="515" cy="233"/>
                  <a:chOff x="5072" y="3059"/>
                  <a:chExt cx="515" cy="233"/>
                </a:xfrm>
              </p:grpSpPr>
              <p:sp>
                <p:nvSpPr>
                  <p:cNvPr id="23687" name="Rectangle 13"/>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88" name="Text Box 14"/>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B:13</a:t>
                    </a:r>
                  </a:p>
                </p:txBody>
              </p:sp>
            </p:grpSp>
            <p:grpSp>
              <p:nvGrpSpPr>
                <p:cNvPr id="23682" name="Group 15"/>
                <p:cNvGrpSpPr>
                  <a:grpSpLocks/>
                </p:cNvGrpSpPr>
                <p:nvPr/>
              </p:nvGrpSpPr>
              <p:grpSpPr bwMode="auto">
                <a:xfrm>
                  <a:off x="885" y="2789"/>
                  <a:ext cx="515" cy="233"/>
                  <a:chOff x="5072" y="3059"/>
                  <a:chExt cx="515" cy="233"/>
                </a:xfrm>
              </p:grpSpPr>
              <p:sp>
                <p:nvSpPr>
                  <p:cNvPr id="23685" name="Rectangle 16"/>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86" name="Text Box 17"/>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C:12</a:t>
                    </a:r>
                  </a:p>
                </p:txBody>
              </p:sp>
            </p:grpSp>
            <p:sp>
              <p:nvSpPr>
                <p:cNvPr id="23683" name="Text Box 18"/>
                <p:cNvSpPr txBox="1">
                  <a:spLocks noChangeArrowheads="1"/>
                </p:cNvSpPr>
                <p:nvPr/>
              </p:nvSpPr>
              <p:spPr bwMode="auto">
                <a:xfrm>
                  <a:off x="1024" y="2505"/>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3684" name="Text Box 19"/>
                <p:cNvSpPr txBox="1">
                  <a:spLocks noChangeArrowheads="1"/>
                </p:cNvSpPr>
                <p:nvPr/>
              </p:nvSpPr>
              <p:spPr bwMode="auto">
                <a:xfrm>
                  <a:off x="1628" y="2504"/>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grpSp>
          <p:grpSp>
            <p:nvGrpSpPr>
              <p:cNvPr id="23658" name="Group 20"/>
              <p:cNvGrpSpPr>
                <a:grpSpLocks/>
              </p:cNvGrpSpPr>
              <p:nvPr/>
            </p:nvGrpSpPr>
            <p:grpSpPr bwMode="auto">
              <a:xfrm>
                <a:off x="2512" y="2330"/>
                <a:ext cx="515" cy="233"/>
                <a:chOff x="5072" y="3059"/>
                <a:chExt cx="515" cy="233"/>
              </a:xfrm>
            </p:grpSpPr>
            <p:sp>
              <p:nvSpPr>
                <p:cNvPr id="23676" name="Rectangle 21"/>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77" name="Text Box 22"/>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A:45</a:t>
                  </a:r>
                </a:p>
              </p:txBody>
            </p:sp>
          </p:grpSp>
          <p:grpSp>
            <p:nvGrpSpPr>
              <p:cNvPr id="23659" name="Group 23"/>
              <p:cNvGrpSpPr>
                <a:grpSpLocks/>
              </p:cNvGrpSpPr>
              <p:nvPr/>
            </p:nvGrpSpPr>
            <p:grpSpPr bwMode="auto">
              <a:xfrm>
                <a:off x="1397" y="2337"/>
                <a:ext cx="515" cy="233"/>
                <a:chOff x="5072" y="3059"/>
                <a:chExt cx="515" cy="233"/>
              </a:xfrm>
            </p:grpSpPr>
            <p:sp>
              <p:nvSpPr>
                <p:cNvPr id="23674" name="Rectangle 24"/>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75" name="Text Box 25"/>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D:16</a:t>
                  </a:r>
                </a:p>
              </p:txBody>
            </p:sp>
          </p:grpSp>
          <p:grpSp>
            <p:nvGrpSpPr>
              <p:cNvPr id="23660" name="Group 26"/>
              <p:cNvGrpSpPr>
                <a:grpSpLocks/>
              </p:cNvGrpSpPr>
              <p:nvPr/>
            </p:nvGrpSpPr>
            <p:grpSpPr bwMode="auto">
              <a:xfrm>
                <a:off x="502" y="2308"/>
                <a:ext cx="1119" cy="758"/>
                <a:chOff x="885" y="2266"/>
                <a:chExt cx="1119" cy="758"/>
              </a:xfrm>
            </p:grpSpPr>
            <p:sp>
              <p:nvSpPr>
                <p:cNvPr id="23661" name="Line 27"/>
                <p:cNvSpPr>
                  <a:spLocks noChangeShapeType="1"/>
                </p:cNvSpPr>
                <p:nvPr/>
              </p:nvSpPr>
              <p:spPr bwMode="auto">
                <a:xfrm>
                  <a:off x="1518" y="2514"/>
                  <a:ext cx="179"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62" name="Line 28"/>
                <p:cNvSpPr>
                  <a:spLocks noChangeShapeType="1"/>
                </p:cNvSpPr>
                <p:nvPr/>
              </p:nvSpPr>
              <p:spPr bwMode="auto">
                <a:xfrm flipH="1">
                  <a:off x="1106" y="2514"/>
                  <a:ext cx="195"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3663" name="Group 29"/>
                <p:cNvGrpSpPr>
                  <a:grpSpLocks/>
                </p:cNvGrpSpPr>
                <p:nvPr/>
              </p:nvGrpSpPr>
              <p:grpSpPr bwMode="auto">
                <a:xfrm>
                  <a:off x="1185" y="2266"/>
                  <a:ext cx="429" cy="284"/>
                  <a:chOff x="4779" y="1443"/>
                  <a:chExt cx="429" cy="284"/>
                </a:xfrm>
              </p:grpSpPr>
              <p:sp>
                <p:nvSpPr>
                  <p:cNvPr id="23672" name="Oval 30"/>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73" name="Text Box 31"/>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14</a:t>
                    </a:r>
                  </a:p>
                </p:txBody>
              </p:sp>
            </p:grpSp>
            <p:grpSp>
              <p:nvGrpSpPr>
                <p:cNvPr id="23664" name="Group 32"/>
                <p:cNvGrpSpPr>
                  <a:grpSpLocks/>
                </p:cNvGrpSpPr>
                <p:nvPr/>
              </p:nvGrpSpPr>
              <p:grpSpPr bwMode="auto">
                <a:xfrm>
                  <a:off x="1489" y="2791"/>
                  <a:ext cx="515" cy="233"/>
                  <a:chOff x="5072" y="3059"/>
                  <a:chExt cx="515" cy="233"/>
                </a:xfrm>
              </p:grpSpPr>
              <p:sp>
                <p:nvSpPr>
                  <p:cNvPr id="23670" name="Rectangle 33"/>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71" name="Text Box 34"/>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sz="800" b="1">
                        <a:latin typeface="Courier New" panose="02070309020205020404" pitchFamily="49" charset="0"/>
                      </a:rPr>
                      <a:t> </a:t>
                    </a:r>
                    <a:r>
                      <a:rPr kumimoji="1" lang="en-US" altLang="en-US" b="1">
                        <a:latin typeface="Courier New" panose="02070309020205020404" pitchFamily="49" charset="0"/>
                      </a:rPr>
                      <a:t>E:9</a:t>
                    </a:r>
                  </a:p>
                </p:txBody>
              </p:sp>
            </p:grpSp>
            <p:grpSp>
              <p:nvGrpSpPr>
                <p:cNvPr id="23665" name="Group 35"/>
                <p:cNvGrpSpPr>
                  <a:grpSpLocks/>
                </p:cNvGrpSpPr>
                <p:nvPr/>
              </p:nvGrpSpPr>
              <p:grpSpPr bwMode="auto">
                <a:xfrm>
                  <a:off x="885" y="2789"/>
                  <a:ext cx="515" cy="233"/>
                  <a:chOff x="5072" y="3059"/>
                  <a:chExt cx="515" cy="233"/>
                </a:xfrm>
              </p:grpSpPr>
              <p:sp>
                <p:nvSpPr>
                  <p:cNvPr id="23668" name="Rectangle 36"/>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69" name="Text Box 37"/>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sz="800" b="1">
                        <a:latin typeface="Courier New" panose="02070309020205020404" pitchFamily="49" charset="0"/>
                      </a:rPr>
                      <a:t> </a:t>
                    </a:r>
                    <a:r>
                      <a:rPr kumimoji="1" lang="en-US" altLang="en-US" b="1">
                        <a:latin typeface="Courier New" panose="02070309020205020404" pitchFamily="49" charset="0"/>
                      </a:rPr>
                      <a:t>F:5</a:t>
                    </a:r>
                  </a:p>
                </p:txBody>
              </p:sp>
            </p:grpSp>
            <p:sp>
              <p:nvSpPr>
                <p:cNvPr id="23666" name="Text Box 38"/>
                <p:cNvSpPr txBox="1">
                  <a:spLocks noChangeArrowheads="1"/>
                </p:cNvSpPr>
                <p:nvPr/>
              </p:nvSpPr>
              <p:spPr bwMode="auto">
                <a:xfrm>
                  <a:off x="1024" y="2505"/>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3667" name="Text Box 39"/>
                <p:cNvSpPr txBox="1">
                  <a:spLocks noChangeArrowheads="1"/>
                </p:cNvSpPr>
                <p:nvPr/>
              </p:nvSpPr>
              <p:spPr bwMode="auto">
                <a:xfrm>
                  <a:off x="1628" y="2504"/>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grpSp>
        </p:grpSp>
      </p:grpSp>
      <p:grpSp>
        <p:nvGrpSpPr>
          <p:cNvPr id="23556" name="Group 40"/>
          <p:cNvGrpSpPr>
            <a:grpSpLocks/>
          </p:cNvGrpSpPr>
          <p:nvPr/>
        </p:nvGrpSpPr>
        <p:grpSpPr bwMode="auto">
          <a:xfrm>
            <a:off x="4800600" y="2133600"/>
            <a:ext cx="4070350" cy="1601788"/>
            <a:chOff x="3037" y="1302"/>
            <a:chExt cx="2564" cy="1009"/>
          </a:xfrm>
        </p:grpSpPr>
        <p:sp>
          <p:nvSpPr>
            <p:cNvPr id="23627" name="Rectangle 41"/>
            <p:cNvSpPr>
              <a:spLocks noChangeArrowheads="1"/>
            </p:cNvSpPr>
            <p:nvPr/>
          </p:nvSpPr>
          <p:spPr bwMode="auto">
            <a:xfrm>
              <a:off x="3037" y="1302"/>
              <a:ext cx="2543" cy="10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3628" name="Group 42"/>
            <p:cNvGrpSpPr>
              <a:grpSpLocks/>
            </p:cNvGrpSpPr>
            <p:nvPr/>
          </p:nvGrpSpPr>
          <p:grpSpPr bwMode="auto">
            <a:xfrm>
              <a:off x="3099" y="1419"/>
              <a:ext cx="2502" cy="758"/>
              <a:chOff x="196" y="1523"/>
              <a:chExt cx="2502" cy="758"/>
            </a:xfrm>
          </p:grpSpPr>
          <p:grpSp>
            <p:nvGrpSpPr>
              <p:cNvPr id="23629" name="Group 43"/>
              <p:cNvGrpSpPr>
                <a:grpSpLocks/>
              </p:cNvGrpSpPr>
              <p:nvPr/>
            </p:nvGrpSpPr>
            <p:grpSpPr bwMode="auto">
              <a:xfrm>
                <a:off x="2183" y="1560"/>
                <a:ext cx="515" cy="233"/>
                <a:chOff x="5072" y="3059"/>
                <a:chExt cx="515" cy="233"/>
              </a:xfrm>
            </p:grpSpPr>
            <p:sp>
              <p:nvSpPr>
                <p:cNvPr id="23653" name="Rectangle 44"/>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54" name="Text Box 45"/>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A:45</a:t>
                  </a:r>
                </a:p>
              </p:txBody>
            </p:sp>
          </p:grpSp>
          <p:grpSp>
            <p:nvGrpSpPr>
              <p:cNvPr id="23630" name="Group 46"/>
              <p:cNvGrpSpPr>
                <a:grpSpLocks/>
              </p:cNvGrpSpPr>
              <p:nvPr/>
            </p:nvGrpSpPr>
            <p:grpSpPr bwMode="auto">
              <a:xfrm>
                <a:off x="196" y="1560"/>
                <a:ext cx="515" cy="233"/>
                <a:chOff x="5072" y="3059"/>
                <a:chExt cx="515" cy="233"/>
              </a:xfrm>
            </p:grpSpPr>
            <p:sp>
              <p:nvSpPr>
                <p:cNvPr id="23651" name="Rectangle 47"/>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52" name="Text Box 48"/>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C:12</a:t>
                  </a:r>
                </a:p>
              </p:txBody>
            </p:sp>
          </p:grpSp>
          <p:grpSp>
            <p:nvGrpSpPr>
              <p:cNvPr id="23631" name="Group 49"/>
              <p:cNvGrpSpPr>
                <a:grpSpLocks/>
              </p:cNvGrpSpPr>
              <p:nvPr/>
            </p:nvGrpSpPr>
            <p:grpSpPr bwMode="auto">
              <a:xfrm>
                <a:off x="629" y="1560"/>
                <a:ext cx="515" cy="233"/>
                <a:chOff x="5072" y="3059"/>
                <a:chExt cx="515" cy="233"/>
              </a:xfrm>
            </p:grpSpPr>
            <p:sp>
              <p:nvSpPr>
                <p:cNvPr id="23649" name="Rectangle 50"/>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50" name="Text Box 51"/>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B:13</a:t>
                  </a:r>
                </a:p>
              </p:txBody>
            </p:sp>
          </p:grpSp>
          <p:grpSp>
            <p:nvGrpSpPr>
              <p:cNvPr id="23632" name="Group 52"/>
              <p:cNvGrpSpPr>
                <a:grpSpLocks/>
              </p:cNvGrpSpPr>
              <p:nvPr/>
            </p:nvGrpSpPr>
            <p:grpSpPr bwMode="auto">
              <a:xfrm>
                <a:off x="1734" y="1560"/>
                <a:ext cx="515" cy="233"/>
                <a:chOff x="5072" y="3059"/>
                <a:chExt cx="515" cy="233"/>
              </a:xfrm>
            </p:grpSpPr>
            <p:sp>
              <p:nvSpPr>
                <p:cNvPr id="23647" name="Rectangle 53"/>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48" name="Text Box 54"/>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D:16</a:t>
                  </a:r>
                </a:p>
              </p:txBody>
            </p:sp>
          </p:grpSp>
          <p:grpSp>
            <p:nvGrpSpPr>
              <p:cNvPr id="23633" name="Group 55"/>
              <p:cNvGrpSpPr>
                <a:grpSpLocks/>
              </p:cNvGrpSpPr>
              <p:nvPr/>
            </p:nvGrpSpPr>
            <p:grpSpPr bwMode="auto">
              <a:xfrm>
                <a:off x="883" y="1523"/>
                <a:ext cx="1119" cy="758"/>
                <a:chOff x="885" y="2266"/>
                <a:chExt cx="1119" cy="758"/>
              </a:xfrm>
            </p:grpSpPr>
            <p:sp>
              <p:nvSpPr>
                <p:cNvPr id="23634" name="Line 56"/>
                <p:cNvSpPr>
                  <a:spLocks noChangeShapeType="1"/>
                </p:cNvSpPr>
                <p:nvPr/>
              </p:nvSpPr>
              <p:spPr bwMode="auto">
                <a:xfrm>
                  <a:off x="1518" y="2514"/>
                  <a:ext cx="179"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635" name="Line 57"/>
                <p:cNvSpPr>
                  <a:spLocks noChangeShapeType="1"/>
                </p:cNvSpPr>
                <p:nvPr/>
              </p:nvSpPr>
              <p:spPr bwMode="auto">
                <a:xfrm flipH="1">
                  <a:off x="1106" y="2514"/>
                  <a:ext cx="195"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3636" name="Group 58"/>
                <p:cNvGrpSpPr>
                  <a:grpSpLocks/>
                </p:cNvGrpSpPr>
                <p:nvPr/>
              </p:nvGrpSpPr>
              <p:grpSpPr bwMode="auto">
                <a:xfrm>
                  <a:off x="1185" y="2266"/>
                  <a:ext cx="429" cy="284"/>
                  <a:chOff x="4779" y="1443"/>
                  <a:chExt cx="429" cy="284"/>
                </a:xfrm>
              </p:grpSpPr>
              <p:sp>
                <p:nvSpPr>
                  <p:cNvPr id="23645" name="Oval 59"/>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46" name="Text Box 60"/>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14</a:t>
                    </a:r>
                  </a:p>
                </p:txBody>
              </p:sp>
            </p:grpSp>
            <p:grpSp>
              <p:nvGrpSpPr>
                <p:cNvPr id="23637" name="Group 61"/>
                <p:cNvGrpSpPr>
                  <a:grpSpLocks/>
                </p:cNvGrpSpPr>
                <p:nvPr/>
              </p:nvGrpSpPr>
              <p:grpSpPr bwMode="auto">
                <a:xfrm>
                  <a:off x="1489" y="2791"/>
                  <a:ext cx="515" cy="233"/>
                  <a:chOff x="5072" y="3059"/>
                  <a:chExt cx="515" cy="233"/>
                </a:xfrm>
              </p:grpSpPr>
              <p:sp>
                <p:nvSpPr>
                  <p:cNvPr id="23643" name="Rectangle 62"/>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44" name="Text Box 63"/>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sz="800" b="1">
                        <a:solidFill>
                          <a:schemeClr val="bg2"/>
                        </a:solidFill>
                        <a:latin typeface="Courier New" panose="02070309020205020404" pitchFamily="49" charset="0"/>
                      </a:rPr>
                      <a:t> </a:t>
                    </a:r>
                    <a:r>
                      <a:rPr kumimoji="1" lang="en-US" altLang="en-US" b="1">
                        <a:latin typeface="Courier New" panose="02070309020205020404" pitchFamily="49" charset="0"/>
                      </a:rPr>
                      <a:t>E:9</a:t>
                    </a:r>
                  </a:p>
                </p:txBody>
              </p:sp>
            </p:grpSp>
            <p:grpSp>
              <p:nvGrpSpPr>
                <p:cNvPr id="23638" name="Group 64"/>
                <p:cNvGrpSpPr>
                  <a:grpSpLocks/>
                </p:cNvGrpSpPr>
                <p:nvPr/>
              </p:nvGrpSpPr>
              <p:grpSpPr bwMode="auto">
                <a:xfrm>
                  <a:off x="885" y="2789"/>
                  <a:ext cx="515" cy="233"/>
                  <a:chOff x="5072" y="3059"/>
                  <a:chExt cx="515" cy="233"/>
                </a:xfrm>
              </p:grpSpPr>
              <p:sp>
                <p:nvSpPr>
                  <p:cNvPr id="23641" name="Rectangle 65"/>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42" name="Text Box 66"/>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sz="800" b="1">
                        <a:solidFill>
                          <a:schemeClr val="bg2"/>
                        </a:solidFill>
                        <a:latin typeface="Courier New" panose="02070309020205020404" pitchFamily="49" charset="0"/>
                      </a:rPr>
                      <a:t> </a:t>
                    </a:r>
                    <a:r>
                      <a:rPr kumimoji="1" lang="en-US" altLang="en-US" b="1">
                        <a:latin typeface="Courier New" panose="02070309020205020404" pitchFamily="49" charset="0"/>
                      </a:rPr>
                      <a:t>F:5</a:t>
                    </a:r>
                  </a:p>
                </p:txBody>
              </p:sp>
            </p:grpSp>
            <p:sp>
              <p:nvSpPr>
                <p:cNvPr id="23639" name="Text Box 67"/>
                <p:cNvSpPr txBox="1">
                  <a:spLocks noChangeArrowheads="1"/>
                </p:cNvSpPr>
                <p:nvPr/>
              </p:nvSpPr>
              <p:spPr bwMode="auto">
                <a:xfrm>
                  <a:off x="1024" y="2505"/>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3640" name="Text Box 68"/>
                <p:cNvSpPr txBox="1">
                  <a:spLocks noChangeArrowheads="1"/>
                </p:cNvSpPr>
                <p:nvPr/>
              </p:nvSpPr>
              <p:spPr bwMode="auto">
                <a:xfrm>
                  <a:off x="1628" y="2504"/>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grpSp>
        </p:grpSp>
      </p:grpSp>
      <p:grpSp>
        <p:nvGrpSpPr>
          <p:cNvPr id="23557" name="Group 69"/>
          <p:cNvGrpSpPr>
            <a:grpSpLocks/>
          </p:cNvGrpSpPr>
          <p:nvPr/>
        </p:nvGrpSpPr>
        <p:grpSpPr bwMode="auto">
          <a:xfrm>
            <a:off x="228600" y="1752600"/>
            <a:ext cx="4454525" cy="914400"/>
            <a:chOff x="142" y="920"/>
            <a:chExt cx="2806" cy="576"/>
          </a:xfrm>
        </p:grpSpPr>
        <p:sp>
          <p:nvSpPr>
            <p:cNvPr id="23607" name="Rectangle 70"/>
            <p:cNvSpPr>
              <a:spLocks noChangeArrowheads="1"/>
            </p:cNvSpPr>
            <p:nvPr/>
          </p:nvSpPr>
          <p:spPr bwMode="auto">
            <a:xfrm>
              <a:off x="142" y="920"/>
              <a:ext cx="2806"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3608" name="Group 71"/>
            <p:cNvGrpSpPr>
              <a:grpSpLocks/>
            </p:cNvGrpSpPr>
            <p:nvPr/>
          </p:nvGrpSpPr>
          <p:grpSpPr bwMode="auto">
            <a:xfrm>
              <a:off x="226" y="1086"/>
              <a:ext cx="2714" cy="234"/>
              <a:chOff x="442" y="988"/>
              <a:chExt cx="2714" cy="234"/>
            </a:xfrm>
          </p:grpSpPr>
          <p:grpSp>
            <p:nvGrpSpPr>
              <p:cNvPr id="23609" name="Group 72"/>
              <p:cNvGrpSpPr>
                <a:grpSpLocks/>
              </p:cNvGrpSpPr>
              <p:nvPr/>
            </p:nvGrpSpPr>
            <p:grpSpPr bwMode="auto">
              <a:xfrm>
                <a:off x="2641" y="989"/>
                <a:ext cx="515" cy="233"/>
                <a:chOff x="5072" y="3059"/>
                <a:chExt cx="515" cy="233"/>
              </a:xfrm>
            </p:grpSpPr>
            <p:sp>
              <p:nvSpPr>
                <p:cNvPr id="23625" name="Rectangle 73"/>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26" name="Text Box 74"/>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A:45</a:t>
                  </a:r>
                </a:p>
              </p:txBody>
            </p:sp>
          </p:grpSp>
          <p:grpSp>
            <p:nvGrpSpPr>
              <p:cNvPr id="23610" name="Group 75"/>
              <p:cNvGrpSpPr>
                <a:grpSpLocks/>
              </p:cNvGrpSpPr>
              <p:nvPr/>
            </p:nvGrpSpPr>
            <p:grpSpPr bwMode="auto">
              <a:xfrm>
                <a:off x="1289" y="989"/>
                <a:ext cx="515" cy="233"/>
                <a:chOff x="5072" y="3059"/>
                <a:chExt cx="515" cy="233"/>
              </a:xfrm>
            </p:grpSpPr>
            <p:sp>
              <p:nvSpPr>
                <p:cNvPr id="23623" name="Rectangle 76"/>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24" name="Text Box 77"/>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C:12</a:t>
                  </a:r>
                </a:p>
              </p:txBody>
            </p:sp>
          </p:grpSp>
          <p:grpSp>
            <p:nvGrpSpPr>
              <p:cNvPr id="23611" name="Group 78"/>
              <p:cNvGrpSpPr>
                <a:grpSpLocks/>
              </p:cNvGrpSpPr>
              <p:nvPr/>
            </p:nvGrpSpPr>
            <p:grpSpPr bwMode="auto">
              <a:xfrm>
                <a:off x="1737" y="988"/>
                <a:ext cx="515" cy="233"/>
                <a:chOff x="5072" y="3059"/>
                <a:chExt cx="515" cy="233"/>
              </a:xfrm>
            </p:grpSpPr>
            <p:sp>
              <p:nvSpPr>
                <p:cNvPr id="23621" name="Rectangle 79"/>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22" name="Text Box 80"/>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B:13</a:t>
                  </a:r>
                </a:p>
              </p:txBody>
            </p:sp>
          </p:grpSp>
          <p:grpSp>
            <p:nvGrpSpPr>
              <p:cNvPr id="23612" name="Group 81"/>
              <p:cNvGrpSpPr>
                <a:grpSpLocks/>
              </p:cNvGrpSpPr>
              <p:nvPr/>
            </p:nvGrpSpPr>
            <p:grpSpPr bwMode="auto">
              <a:xfrm>
                <a:off x="2192" y="989"/>
                <a:ext cx="515" cy="233"/>
                <a:chOff x="5072" y="3059"/>
                <a:chExt cx="515" cy="233"/>
              </a:xfrm>
            </p:grpSpPr>
            <p:sp>
              <p:nvSpPr>
                <p:cNvPr id="23619" name="Rectangle 82"/>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20" name="Text Box 83"/>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D:16</a:t>
                  </a:r>
                </a:p>
              </p:txBody>
            </p:sp>
          </p:grpSp>
          <p:grpSp>
            <p:nvGrpSpPr>
              <p:cNvPr id="23613" name="Group 84"/>
              <p:cNvGrpSpPr>
                <a:grpSpLocks/>
              </p:cNvGrpSpPr>
              <p:nvPr/>
            </p:nvGrpSpPr>
            <p:grpSpPr bwMode="auto">
              <a:xfrm>
                <a:off x="442" y="989"/>
                <a:ext cx="539" cy="232"/>
                <a:chOff x="3824" y="3067"/>
                <a:chExt cx="539" cy="232"/>
              </a:xfrm>
            </p:grpSpPr>
            <p:sp>
              <p:nvSpPr>
                <p:cNvPr id="23617" name="Rectangle 85"/>
                <p:cNvSpPr>
                  <a:spLocks noChangeArrowheads="1"/>
                </p:cNvSpPr>
                <p:nvPr/>
              </p:nvSpPr>
              <p:spPr bwMode="auto">
                <a:xfrm>
                  <a:off x="3824" y="3073"/>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18" name="Text Box 86"/>
                <p:cNvSpPr txBox="1">
                  <a:spLocks noChangeArrowheads="1"/>
                </p:cNvSpPr>
                <p:nvPr/>
              </p:nvSpPr>
              <p:spPr bwMode="auto">
                <a:xfrm>
                  <a:off x="3848" y="3067"/>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F:5</a:t>
                  </a:r>
                </a:p>
              </p:txBody>
            </p:sp>
          </p:grpSp>
          <p:grpSp>
            <p:nvGrpSpPr>
              <p:cNvPr id="23614" name="Group 87"/>
              <p:cNvGrpSpPr>
                <a:grpSpLocks/>
              </p:cNvGrpSpPr>
              <p:nvPr/>
            </p:nvGrpSpPr>
            <p:grpSpPr bwMode="auto">
              <a:xfrm>
                <a:off x="874" y="988"/>
                <a:ext cx="531" cy="233"/>
                <a:chOff x="4443" y="3067"/>
                <a:chExt cx="531" cy="233"/>
              </a:xfrm>
            </p:grpSpPr>
            <p:sp>
              <p:nvSpPr>
                <p:cNvPr id="23615" name="Rectangle 88"/>
                <p:cNvSpPr>
                  <a:spLocks noChangeArrowheads="1"/>
                </p:cNvSpPr>
                <p:nvPr/>
              </p:nvSpPr>
              <p:spPr bwMode="auto">
                <a:xfrm>
                  <a:off x="4443" y="3074"/>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16" name="Text Box 89"/>
                <p:cNvSpPr txBox="1">
                  <a:spLocks noChangeArrowheads="1"/>
                </p:cNvSpPr>
                <p:nvPr/>
              </p:nvSpPr>
              <p:spPr bwMode="auto">
                <a:xfrm>
                  <a:off x="4459" y="3067"/>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E:9</a:t>
                  </a:r>
                </a:p>
              </p:txBody>
            </p:sp>
          </p:grpSp>
        </p:grpSp>
      </p:grpSp>
      <p:grpSp>
        <p:nvGrpSpPr>
          <p:cNvPr id="23558" name="Group 90"/>
          <p:cNvGrpSpPr>
            <a:grpSpLocks/>
          </p:cNvGrpSpPr>
          <p:nvPr/>
        </p:nvGrpSpPr>
        <p:grpSpPr bwMode="auto">
          <a:xfrm>
            <a:off x="4724400" y="3895725"/>
            <a:ext cx="4159250" cy="2276475"/>
            <a:chOff x="2769" y="2597"/>
            <a:chExt cx="2790" cy="1579"/>
          </a:xfrm>
        </p:grpSpPr>
        <p:sp>
          <p:nvSpPr>
            <p:cNvPr id="23564" name="Rectangle 91"/>
            <p:cNvSpPr>
              <a:spLocks noChangeArrowheads="1"/>
            </p:cNvSpPr>
            <p:nvPr/>
          </p:nvSpPr>
          <p:spPr bwMode="auto">
            <a:xfrm>
              <a:off x="2769" y="2597"/>
              <a:ext cx="2790" cy="15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3565" name="Group 92"/>
            <p:cNvGrpSpPr>
              <a:grpSpLocks/>
            </p:cNvGrpSpPr>
            <p:nvPr/>
          </p:nvGrpSpPr>
          <p:grpSpPr bwMode="auto">
            <a:xfrm>
              <a:off x="2829" y="2707"/>
              <a:ext cx="2717" cy="1344"/>
              <a:chOff x="1819" y="2662"/>
              <a:chExt cx="2717" cy="1344"/>
            </a:xfrm>
          </p:grpSpPr>
          <p:grpSp>
            <p:nvGrpSpPr>
              <p:cNvPr id="23566" name="Group 93"/>
              <p:cNvGrpSpPr>
                <a:grpSpLocks/>
              </p:cNvGrpSpPr>
              <p:nvPr/>
            </p:nvGrpSpPr>
            <p:grpSpPr bwMode="auto">
              <a:xfrm>
                <a:off x="2718" y="2664"/>
                <a:ext cx="1457" cy="1342"/>
                <a:chOff x="4072" y="2170"/>
                <a:chExt cx="1457" cy="1342"/>
              </a:xfrm>
            </p:grpSpPr>
            <p:sp>
              <p:nvSpPr>
                <p:cNvPr id="23584" name="Line 94"/>
                <p:cNvSpPr>
                  <a:spLocks noChangeShapeType="1"/>
                </p:cNvSpPr>
                <p:nvPr/>
              </p:nvSpPr>
              <p:spPr bwMode="auto">
                <a:xfrm flipH="1">
                  <a:off x="4258" y="2919"/>
                  <a:ext cx="209" cy="33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5" name="Line 95"/>
                <p:cNvSpPr>
                  <a:spLocks noChangeShapeType="1"/>
                </p:cNvSpPr>
                <p:nvPr/>
              </p:nvSpPr>
              <p:spPr bwMode="auto">
                <a:xfrm>
                  <a:off x="4653" y="2911"/>
                  <a:ext cx="232" cy="351"/>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6" name="Line 96"/>
                <p:cNvSpPr>
                  <a:spLocks noChangeShapeType="1"/>
                </p:cNvSpPr>
                <p:nvPr/>
              </p:nvSpPr>
              <p:spPr bwMode="auto">
                <a:xfrm>
                  <a:off x="5006" y="2426"/>
                  <a:ext cx="239" cy="26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87" name="Line 97"/>
                <p:cNvSpPr>
                  <a:spLocks noChangeShapeType="1"/>
                </p:cNvSpPr>
                <p:nvPr/>
              </p:nvSpPr>
              <p:spPr bwMode="auto">
                <a:xfrm flipV="1">
                  <a:off x="4615" y="2356"/>
                  <a:ext cx="268" cy="35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3588" name="Group 98"/>
                <p:cNvGrpSpPr>
                  <a:grpSpLocks/>
                </p:cNvGrpSpPr>
                <p:nvPr/>
              </p:nvGrpSpPr>
              <p:grpSpPr bwMode="auto">
                <a:xfrm>
                  <a:off x="4702" y="2170"/>
                  <a:ext cx="429" cy="284"/>
                  <a:chOff x="4779" y="1443"/>
                  <a:chExt cx="429" cy="284"/>
                </a:xfrm>
              </p:grpSpPr>
              <p:sp>
                <p:nvSpPr>
                  <p:cNvPr id="23605" name="Oval 99"/>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06" name="Text Box 100"/>
                  <p:cNvSpPr txBox="1">
                    <a:spLocks noChangeArrowheads="1"/>
                  </p:cNvSpPr>
                  <p:nvPr/>
                </p:nvSpPr>
                <p:spPr bwMode="auto">
                  <a:xfrm>
                    <a:off x="4808" y="1472"/>
                    <a:ext cx="400"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30</a:t>
                    </a:r>
                  </a:p>
                </p:txBody>
              </p:sp>
            </p:grpSp>
            <p:grpSp>
              <p:nvGrpSpPr>
                <p:cNvPr id="23589" name="Group 101"/>
                <p:cNvGrpSpPr>
                  <a:grpSpLocks/>
                </p:cNvGrpSpPr>
                <p:nvPr/>
              </p:nvGrpSpPr>
              <p:grpSpPr bwMode="auto">
                <a:xfrm>
                  <a:off x="4337" y="2671"/>
                  <a:ext cx="429" cy="284"/>
                  <a:chOff x="4779" y="1443"/>
                  <a:chExt cx="429" cy="284"/>
                </a:xfrm>
              </p:grpSpPr>
              <p:sp>
                <p:nvSpPr>
                  <p:cNvPr id="23603" name="Oval 102"/>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04" name="Text Box 103"/>
                  <p:cNvSpPr txBox="1">
                    <a:spLocks noChangeArrowheads="1"/>
                  </p:cNvSpPr>
                  <p:nvPr/>
                </p:nvSpPr>
                <p:spPr bwMode="auto">
                  <a:xfrm>
                    <a:off x="4808" y="1472"/>
                    <a:ext cx="400"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14</a:t>
                    </a:r>
                  </a:p>
                </p:txBody>
              </p:sp>
            </p:grpSp>
            <p:grpSp>
              <p:nvGrpSpPr>
                <p:cNvPr id="23590" name="Group 104"/>
                <p:cNvGrpSpPr>
                  <a:grpSpLocks/>
                </p:cNvGrpSpPr>
                <p:nvPr/>
              </p:nvGrpSpPr>
              <p:grpSpPr bwMode="auto">
                <a:xfrm>
                  <a:off x="4691" y="3256"/>
                  <a:ext cx="531" cy="255"/>
                  <a:chOff x="4443" y="3067"/>
                  <a:chExt cx="531" cy="255"/>
                </a:xfrm>
              </p:grpSpPr>
              <p:sp>
                <p:nvSpPr>
                  <p:cNvPr id="23601" name="Rectangle 105"/>
                  <p:cNvSpPr>
                    <a:spLocks noChangeArrowheads="1"/>
                  </p:cNvSpPr>
                  <p:nvPr/>
                </p:nvSpPr>
                <p:spPr bwMode="auto">
                  <a:xfrm>
                    <a:off x="4443" y="3074"/>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02" name="Text Box 106"/>
                  <p:cNvSpPr txBox="1">
                    <a:spLocks noChangeArrowheads="1"/>
                  </p:cNvSpPr>
                  <p:nvPr/>
                </p:nvSpPr>
                <p:spPr bwMode="auto">
                  <a:xfrm>
                    <a:off x="4459" y="3067"/>
                    <a:ext cx="51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E:9</a:t>
                    </a:r>
                  </a:p>
                </p:txBody>
              </p:sp>
            </p:grpSp>
            <p:grpSp>
              <p:nvGrpSpPr>
                <p:cNvPr id="23591" name="Group 107"/>
                <p:cNvGrpSpPr>
                  <a:grpSpLocks/>
                </p:cNvGrpSpPr>
                <p:nvPr/>
              </p:nvGrpSpPr>
              <p:grpSpPr bwMode="auto">
                <a:xfrm>
                  <a:off x="5014" y="2695"/>
                  <a:ext cx="515" cy="254"/>
                  <a:chOff x="5072" y="3059"/>
                  <a:chExt cx="515" cy="254"/>
                </a:xfrm>
              </p:grpSpPr>
              <p:sp>
                <p:nvSpPr>
                  <p:cNvPr id="23599" name="Rectangle 108"/>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600" name="Text Box 109"/>
                  <p:cNvSpPr txBox="1">
                    <a:spLocks noChangeArrowheads="1"/>
                  </p:cNvSpPr>
                  <p:nvPr/>
                </p:nvSpPr>
                <p:spPr bwMode="auto">
                  <a:xfrm>
                    <a:off x="5072" y="3059"/>
                    <a:ext cx="515"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D:16</a:t>
                    </a:r>
                  </a:p>
                </p:txBody>
              </p:sp>
            </p:grpSp>
            <p:sp>
              <p:nvSpPr>
                <p:cNvPr id="23592" name="Text Box 110"/>
                <p:cNvSpPr txBox="1">
                  <a:spLocks noChangeArrowheads="1"/>
                </p:cNvSpPr>
                <p:nvPr/>
              </p:nvSpPr>
              <p:spPr bwMode="auto">
                <a:xfrm>
                  <a:off x="4561" y="2407"/>
                  <a:ext cx="329"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3593" name="Text Box 111"/>
                <p:cNvSpPr txBox="1">
                  <a:spLocks noChangeArrowheads="1"/>
                </p:cNvSpPr>
                <p:nvPr/>
              </p:nvSpPr>
              <p:spPr bwMode="auto">
                <a:xfrm>
                  <a:off x="4197" y="2940"/>
                  <a:ext cx="32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3594" name="Text Box 112"/>
                <p:cNvSpPr txBox="1">
                  <a:spLocks noChangeArrowheads="1"/>
                </p:cNvSpPr>
                <p:nvPr/>
              </p:nvSpPr>
              <p:spPr bwMode="auto">
                <a:xfrm>
                  <a:off x="5154" y="2400"/>
                  <a:ext cx="32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3595" name="Text Box 113"/>
                <p:cNvSpPr txBox="1">
                  <a:spLocks noChangeArrowheads="1"/>
                </p:cNvSpPr>
                <p:nvPr/>
              </p:nvSpPr>
              <p:spPr bwMode="auto">
                <a:xfrm>
                  <a:off x="4793" y="2931"/>
                  <a:ext cx="32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grpSp>
              <p:nvGrpSpPr>
                <p:cNvPr id="23596" name="Group 114"/>
                <p:cNvGrpSpPr>
                  <a:grpSpLocks/>
                </p:cNvGrpSpPr>
                <p:nvPr/>
              </p:nvGrpSpPr>
              <p:grpSpPr bwMode="auto">
                <a:xfrm>
                  <a:off x="4072" y="3258"/>
                  <a:ext cx="539" cy="254"/>
                  <a:chOff x="3824" y="3067"/>
                  <a:chExt cx="539" cy="254"/>
                </a:xfrm>
              </p:grpSpPr>
              <p:sp>
                <p:nvSpPr>
                  <p:cNvPr id="23597" name="Rectangle 115"/>
                  <p:cNvSpPr>
                    <a:spLocks noChangeArrowheads="1"/>
                  </p:cNvSpPr>
                  <p:nvPr/>
                </p:nvSpPr>
                <p:spPr bwMode="auto">
                  <a:xfrm>
                    <a:off x="3824" y="3073"/>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598" name="Text Box 116"/>
                  <p:cNvSpPr txBox="1">
                    <a:spLocks noChangeArrowheads="1"/>
                  </p:cNvSpPr>
                  <p:nvPr/>
                </p:nvSpPr>
                <p:spPr bwMode="auto">
                  <a:xfrm>
                    <a:off x="3849" y="3067"/>
                    <a:ext cx="514"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F:5</a:t>
                    </a:r>
                  </a:p>
                </p:txBody>
              </p:sp>
            </p:grpSp>
          </p:grpSp>
          <p:grpSp>
            <p:nvGrpSpPr>
              <p:cNvPr id="23567" name="Group 117"/>
              <p:cNvGrpSpPr>
                <a:grpSpLocks/>
              </p:cNvGrpSpPr>
              <p:nvPr/>
            </p:nvGrpSpPr>
            <p:grpSpPr bwMode="auto">
              <a:xfrm>
                <a:off x="1819" y="2662"/>
                <a:ext cx="1119" cy="779"/>
                <a:chOff x="885" y="2266"/>
                <a:chExt cx="1119" cy="779"/>
              </a:xfrm>
            </p:grpSpPr>
            <p:sp>
              <p:nvSpPr>
                <p:cNvPr id="23571" name="Line 118"/>
                <p:cNvSpPr>
                  <a:spLocks noChangeShapeType="1"/>
                </p:cNvSpPr>
                <p:nvPr/>
              </p:nvSpPr>
              <p:spPr bwMode="auto">
                <a:xfrm>
                  <a:off x="1518" y="2514"/>
                  <a:ext cx="179"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572" name="Line 119"/>
                <p:cNvSpPr>
                  <a:spLocks noChangeShapeType="1"/>
                </p:cNvSpPr>
                <p:nvPr/>
              </p:nvSpPr>
              <p:spPr bwMode="auto">
                <a:xfrm flipH="1">
                  <a:off x="1106" y="2514"/>
                  <a:ext cx="195"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3573" name="Group 120"/>
                <p:cNvGrpSpPr>
                  <a:grpSpLocks/>
                </p:cNvGrpSpPr>
                <p:nvPr/>
              </p:nvGrpSpPr>
              <p:grpSpPr bwMode="auto">
                <a:xfrm>
                  <a:off x="1185" y="2266"/>
                  <a:ext cx="429" cy="284"/>
                  <a:chOff x="4779" y="1443"/>
                  <a:chExt cx="429" cy="284"/>
                </a:xfrm>
              </p:grpSpPr>
              <p:sp>
                <p:nvSpPr>
                  <p:cNvPr id="23582" name="Oval 121"/>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583" name="Text Box 122"/>
                  <p:cNvSpPr txBox="1">
                    <a:spLocks noChangeArrowheads="1"/>
                  </p:cNvSpPr>
                  <p:nvPr/>
                </p:nvSpPr>
                <p:spPr bwMode="auto">
                  <a:xfrm>
                    <a:off x="4808" y="1472"/>
                    <a:ext cx="400"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25</a:t>
                    </a:r>
                  </a:p>
                </p:txBody>
              </p:sp>
            </p:grpSp>
            <p:grpSp>
              <p:nvGrpSpPr>
                <p:cNvPr id="23574" name="Group 123"/>
                <p:cNvGrpSpPr>
                  <a:grpSpLocks/>
                </p:cNvGrpSpPr>
                <p:nvPr/>
              </p:nvGrpSpPr>
              <p:grpSpPr bwMode="auto">
                <a:xfrm>
                  <a:off x="1489" y="2791"/>
                  <a:ext cx="515" cy="254"/>
                  <a:chOff x="5072" y="3059"/>
                  <a:chExt cx="515" cy="254"/>
                </a:xfrm>
              </p:grpSpPr>
              <p:sp>
                <p:nvSpPr>
                  <p:cNvPr id="23580" name="Rectangle 124"/>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581" name="Text Box 125"/>
                  <p:cNvSpPr txBox="1">
                    <a:spLocks noChangeArrowheads="1"/>
                  </p:cNvSpPr>
                  <p:nvPr/>
                </p:nvSpPr>
                <p:spPr bwMode="auto">
                  <a:xfrm>
                    <a:off x="5072" y="3059"/>
                    <a:ext cx="515"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B:13</a:t>
                    </a:r>
                  </a:p>
                </p:txBody>
              </p:sp>
            </p:grpSp>
            <p:grpSp>
              <p:nvGrpSpPr>
                <p:cNvPr id="23575" name="Group 126"/>
                <p:cNvGrpSpPr>
                  <a:grpSpLocks/>
                </p:cNvGrpSpPr>
                <p:nvPr/>
              </p:nvGrpSpPr>
              <p:grpSpPr bwMode="auto">
                <a:xfrm>
                  <a:off x="885" y="2789"/>
                  <a:ext cx="515" cy="255"/>
                  <a:chOff x="5072" y="3059"/>
                  <a:chExt cx="515" cy="255"/>
                </a:xfrm>
              </p:grpSpPr>
              <p:sp>
                <p:nvSpPr>
                  <p:cNvPr id="23578" name="Rectangle 127"/>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579" name="Text Box 128"/>
                  <p:cNvSpPr txBox="1">
                    <a:spLocks noChangeArrowheads="1"/>
                  </p:cNvSpPr>
                  <p:nvPr/>
                </p:nvSpPr>
                <p:spPr bwMode="auto">
                  <a:xfrm>
                    <a:off x="5072" y="3059"/>
                    <a:ext cx="51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C:12</a:t>
                    </a:r>
                  </a:p>
                </p:txBody>
              </p:sp>
            </p:grpSp>
            <p:sp>
              <p:nvSpPr>
                <p:cNvPr id="23576" name="Text Box 129"/>
                <p:cNvSpPr txBox="1">
                  <a:spLocks noChangeArrowheads="1"/>
                </p:cNvSpPr>
                <p:nvPr/>
              </p:nvSpPr>
              <p:spPr bwMode="auto">
                <a:xfrm>
                  <a:off x="1024" y="2505"/>
                  <a:ext cx="329"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3577" name="Text Box 130"/>
                <p:cNvSpPr txBox="1">
                  <a:spLocks noChangeArrowheads="1"/>
                </p:cNvSpPr>
                <p:nvPr/>
              </p:nvSpPr>
              <p:spPr bwMode="auto">
                <a:xfrm>
                  <a:off x="1628" y="2504"/>
                  <a:ext cx="329"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grpSp>
          <p:grpSp>
            <p:nvGrpSpPr>
              <p:cNvPr id="23568" name="Group 131"/>
              <p:cNvGrpSpPr>
                <a:grpSpLocks/>
              </p:cNvGrpSpPr>
              <p:nvPr/>
            </p:nvGrpSpPr>
            <p:grpSpPr bwMode="auto">
              <a:xfrm>
                <a:off x="4021" y="2696"/>
                <a:ext cx="515" cy="255"/>
                <a:chOff x="5072" y="3059"/>
                <a:chExt cx="515" cy="255"/>
              </a:xfrm>
            </p:grpSpPr>
            <p:sp>
              <p:nvSpPr>
                <p:cNvPr id="23569" name="Rectangle 132"/>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3570" name="Text Box 133"/>
                <p:cNvSpPr txBox="1">
                  <a:spLocks noChangeArrowheads="1"/>
                </p:cNvSpPr>
                <p:nvPr/>
              </p:nvSpPr>
              <p:spPr bwMode="auto">
                <a:xfrm>
                  <a:off x="5072" y="3059"/>
                  <a:ext cx="51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A:45</a:t>
                  </a:r>
                </a:p>
              </p:txBody>
            </p:sp>
          </p:grpSp>
        </p:grpSp>
      </p:grpSp>
      <p:sp>
        <p:nvSpPr>
          <p:cNvPr id="23559" name="Line 134"/>
          <p:cNvSpPr>
            <a:spLocks noChangeShapeType="1"/>
          </p:cNvSpPr>
          <p:nvPr/>
        </p:nvSpPr>
        <p:spPr bwMode="auto">
          <a:xfrm>
            <a:off x="4724400" y="1828800"/>
            <a:ext cx="1079500" cy="273050"/>
          </a:xfrm>
          <a:prstGeom prst="line">
            <a:avLst/>
          </a:prstGeom>
          <a:noFill/>
          <a:ln w="28575" cap="sq">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0" name="Line 135"/>
          <p:cNvSpPr>
            <a:spLocks noChangeShapeType="1"/>
          </p:cNvSpPr>
          <p:nvPr/>
        </p:nvSpPr>
        <p:spPr bwMode="auto">
          <a:xfrm flipH="1">
            <a:off x="4238625" y="2719388"/>
            <a:ext cx="511175" cy="465137"/>
          </a:xfrm>
          <a:prstGeom prst="line">
            <a:avLst/>
          </a:prstGeom>
          <a:noFill/>
          <a:ln w="28575" cap="sq">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1" name="Line 136"/>
          <p:cNvSpPr>
            <a:spLocks noChangeShapeType="1"/>
          </p:cNvSpPr>
          <p:nvPr/>
        </p:nvSpPr>
        <p:spPr bwMode="auto">
          <a:xfrm>
            <a:off x="2697163" y="4864100"/>
            <a:ext cx="1685925" cy="676275"/>
          </a:xfrm>
          <a:prstGeom prst="line">
            <a:avLst/>
          </a:prstGeom>
          <a:noFill/>
          <a:ln w="28575" cap="sq">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2" name="Line 137"/>
          <p:cNvSpPr>
            <a:spLocks noChangeShapeType="1"/>
          </p:cNvSpPr>
          <p:nvPr/>
        </p:nvSpPr>
        <p:spPr bwMode="auto">
          <a:xfrm flipH="1">
            <a:off x="3276600" y="6172200"/>
            <a:ext cx="1752600" cy="457200"/>
          </a:xfrm>
          <a:prstGeom prst="line">
            <a:avLst/>
          </a:prstGeom>
          <a:noFill/>
          <a:ln w="57150" cap="sq">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3563" name="Text Box 138"/>
          <p:cNvSpPr txBox="1">
            <a:spLocks noChangeArrowheads="1"/>
          </p:cNvSpPr>
          <p:nvPr/>
        </p:nvSpPr>
        <p:spPr bwMode="auto">
          <a:xfrm>
            <a:off x="1295400" y="6324600"/>
            <a:ext cx="2133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pPr>
            <a:r>
              <a:rPr lang="en-US" altLang="en-US"/>
              <a:t>Next page</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en-US"/>
              <a:t>Example III</a:t>
            </a:r>
          </a:p>
        </p:txBody>
      </p:sp>
      <p:grpSp>
        <p:nvGrpSpPr>
          <p:cNvPr id="24579" name="Group 3"/>
          <p:cNvGrpSpPr>
            <a:grpSpLocks/>
          </p:cNvGrpSpPr>
          <p:nvPr/>
        </p:nvGrpSpPr>
        <p:grpSpPr bwMode="auto">
          <a:xfrm>
            <a:off x="211138" y="1797050"/>
            <a:ext cx="4113212" cy="3408363"/>
            <a:chOff x="133" y="1132"/>
            <a:chExt cx="2591" cy="2147"/>
          </a:xfrm>
        </p:grpSpPr>
        <p:sp>
          <p:nvSpPr>
            <p:cNvPr id="24639" name="Rectangle 4"/>
            <p:cNvSpPr>
              <a:spLocks noChangeArrowheads="1"/>
            </p:cNvSpPr>
            <p:nvPr/>
          </p:nvSpPr>
          <p:spPr bwMode="auto">
            <a:xfrm>
              <a:off x="133" y="1132"/>
              <a:ext cx="2588" cy="2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nvGrpSpPr>
            <p:cNvPr id="24640" name="Group 5"/>
            <p:cNvGrpSpPr>
              <a:grpSpLocks/>
            </p:cNvGrpSpPr>
            <p:nvPr/>
          </p:nvGrpSpPr>
          <p:grpSpPr bwMode="auto">
            <a:xfrm>
              <a:off x="250" y="1306"/>
              <a:ext cx="515" cy="233"/>
              <a:chOff x="5072" y="3059"/>
              <a:chExt cx="515" cy="233"/>
            </a:xfrm>
          </p:grpSpPr>
          <p:sp>
            <p:nvSpPr>
              <p:cNvPr id="24685" name="Rectangle 6"/>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86" name="Text Box 7"/>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A:45</a:t>
                </a:r>
              </a:p>
            </p:txBody>
          </p:sp>
        </p:grpSp>
        <p:grpSp>
          <p:nvGrpSpPr>
            <p:cNvPr id="24641" name="Group 8"/>
            <p:cNvGrpSpPr>
              <a:grpSpLocks/>
            </p:cNvGrpSpPr>
            <p:nvPr/>
          </p:nvGrpSpPr>
          <p:grpSpPr bwMode="auto">
            <a:xfrm>
              <a:off x="356" y="1288"/>
              <a:ext cx="2368" cy="1820"/>
              <a:chOff x="699" y="2365"/>
              <a:chExt cx="2368" cy="1820"/>
            </a:xfrm>
          </p:grpSpPr>
          <p:sp>
            <p:nvSpPr>
              <p:cNvPr id="24642" name="Line 9"/>
              <p:cNvSpPr>
                <a:spLocks noChangeShapeType="1"/>
              </p:cNvSpPr>
              <p:nvPr/>
            </p:nvSpPr>
            <p:spPr bwMode="auto">
              <a:xfrm flipH="1">
                <a:off x="1796" y="3614"/>
                <a:ext cx="209" cy="33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43" name="Line 10"/>
              <p:cNvSpPr>
                <a:spLocks noChangeShapeType="1"/>
              </p:cNvSpPr>
              <p:nvPr/>
            </p:nvSpPr>
            <p:spPr bwMode="auto">
              <a:xfrm>
                <a:off x="2191" y="3606"/>
                <a:ext cx="232" cy="351"/>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44" name="Line 11"/>
              <p:cNvSpPr>
                <a:spLocks noChangeShapeType="1"/>
              </p:cNvSpPr>
              <p:nvPr/>
            </p:nvSpPr>
            <p:spPr bwMode="auto">
              <a:xfrm>
                <a:off x="2544" y="3121"/>
                <a:ext cx="239" cy="26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45" name="Line 12"/>
              <p:cNvSpPr>
                <a:spLocks noChangeShapeType="1"/>
              </p:cNvSpPr>
              <p:nvPr/>
            </p:nvSpPr>
            <p:spPr bwMode="auto">
              <a:xfrm>
                <a:off x="1944" y="2618"/>
                <a:ext cx="404" cy="34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46" name="Line 13"/>
              <p:cNvSpPr>
                <a:spLocks noChangeShapeType="1"/>
              </p:cNvSpPr>
              <p:nvPr/>
            </p:nvSpPr>
            <p:spPr bwMode="auto">
              <a:xfrm>
                <a:off x="1332" y="3113"/>
                <a:ext cx="179"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47" name="Line 14"/>
              <p:cNvSpPr>
                <a:spLocks noChangeShapeType="1"/>
              </p:cNvSpPr>
              <p:nvPr/>
            </p:nvSpPr>
            <p:spPr bwMode="auto">
              <a:xfrm flipH="1">
                <a:off x="920" y="3113"/>
                <a:ext cx="195"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48" name="Line 15"/>
              <p:cNvSpPr>
                <a:spLocks noChangeShapeType="1"/>
              </p:cNvSpPr>
              <p:nvPr/>
            </p:nvSpPr>
            <p:spPr bwMode="auto">
              <a:xfrm flipV="1">
                <a:off x="2153" y="3051"/>
                <a:ext cx="268" cy="35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4649" name="Group 16"/>
              <p:cNvGrpSpPr>
                <a:grpSpLocks/>
              </p:cNvGrpSpPr>
              <p:nvPr/>
            </p:nvGrpSpPr>
            <p:grpSpPr bwMode="auto">
              <a:xfrm>
                <a:off x="1614" y="2365"/>
                <a:ext cx="429" cy="284"/>
                <a:chOff x="4779" y="1443"/>
                <a:chExt cx="429" cy="284"/>
              </a:xfrm>
            </p:grpSpPr>
            <p:sp>
              <p:nvSpPr>
                <p:cNvPr id="24683" name="Oval 17"/>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84" name="Text Box 18"/>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55</a:t>
                  </a:r>
                </a:p>
              </p:txBody>
            </p:sp>
          </p:grpSp>
          <p:grpSp>
            <p:nvGrpSpPr>
              <p:cNvPr id="24650" name="Group 19"/>
              <p:cNvGrpSpPr>
                <a:grpSpLocks/>
              </p:cNvGrpSpPr>
              <p:nvPr/>
            </p:nvGrpSpPr>
            <p:grpSpPr bwMode="auto">
              <a:xfrm>
                <a:off x="2240" y="2865"/>
                <a:ext cx="429" cy="284"/>
                <a:chOff x="4779" y="1443"/>
                <a:chExt cx="429" cy="284"/>
              </a:xfrm>
            </p:grpSpPr>
            <p:sp>
              <p:nvSpPr>
                <p:cNvPr id="24681" name="Oval 20"/>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82" name="Text Box 21"/>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30</a:t>
                  </a:r>
                </a:p>
              </p:txBody>
            </p:sp>
          </p:grpSp>
          <p:grpSp>
            <p:nvGrpSpPr>
              <p:cNvPr id="24651" name="Group 22"/>
              <p:cNvGrpSpPr>
                <a:grpSpLocks/>
              </p:cNvGrpSpPr>
              <p:nvPr/>
            </p:nvGrpSpPr>
            <p:grpSpPr bwMode="auto">
              <a:xfrm>
                <a:off x="1875" y="3366"/>
                <a:ext cx="429" cy="284"/>
                <a:chOff x="4779" y="1443"/>
                <a:chExt cx="429" cy="284"/>
              </a:xfrm>
            </p:grpSpPr>
            <p:sp>
              <p:nvSpPr>
                <p:cNvPr id="24679" name="Oval 23"/>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80" name="Text Box 24"/>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14</a:t>
                  </a:r>
                </a:p>
              </p:txBody>
            </p:sp>
          </p:grpSp>
          <p:grpSp>
            <p:nvGrpSpPr>
              <p:cNvPr id="24652" name="Group 25"/>
              <p:cNvGrpSpPr>
                <a:grpSpLocks/>
              </p:cNvGrpSpPr>
              <p:nvPr/>
            </p:nvGrpSpPr>
            <p:grpSpPr bwMode="auto">
              <a:xfrm>
                <a:off x="999" y="2865"/>
                <a:ext cx="429" cy="284"/>
                <a:chOff x="4779" y="1443"/>
                <a:chExt cx="429" cy="284"/>
              </a:xfrm>
            </p:grpSpPr>
            <p:sp>
              <p:nvSpPr>
                <p:cNvPr id="24677" name="Oval 26"/>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78" name="Text Box 27"/>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25</a:t>
                  </a:r>
                </a:p>
              </p:txBody>
            </p:sp>
          </p:grpSp>
          <p:grpSp>
            <p:nvGrpSpPr>
              <p:cNvPr id="24653" name="Group 28"/>
              <p:cNvGrpSpPr>
                <a:grpSpLocks/>
              </p:cNvGrpSpPr>
              <p:nvPr/>
            </p:nvGrpSpPr>
            <p:grpSpPr bwMode="auto">
              <a:xfrm>
                <a:off x="1303" y="3390"/>
                <a:ext cx="515" cy="233"/>
                <a:chOff x="5072" y="3059"/>
                <a:chExt cx="515" cy="233"/>
              </a:xfrm>
            </p:grpSpPr>
            <p:sp>
              <p:nvSpPr>
                <p:cNvPr id="24675" name="Rectangle 29"/>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76" name="Text Box 30"/>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B:13</a:t>
                  </a:r>
                </a:p>
              </p:txBody>
            </p:sp>
          </p:grpSp>
          <p:grpSp>
            <p:nvGrpSpPr>
              <p:cNvPr id="24654" name="Group 31"/>
              <p:cNvGrpSpPr>
                <a:grpSpLocks/>
              </p:cNvGrpSpPr>
              <p:nvPr/>
            </p:nvGrpSpPr>
            <p:grpSpPr bwMode="auto">
              <a:xfrm>
                <a:off x="699" y="3388"/>
                <a:ext cx="515" cy="233"/>
                <a:chOff x="5072" y="3059"/>
                <a:chExt cx="515" cy="233"/>
              </a:xfrm>
            </p:grpSpPr>
            <p:sp>
              <p:nvSpPr>
                <p:cNvPr id="24673" name="Rectangle 32"/>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74" name="Text Box 33"/>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C:12</a:t>
                  </a:r>
                </a:p>
              </p:txBody>
            </p:sp>
          </p:grpSp>
          <p:grpSp>
            <p:nvGrpSpPr>
              <p:cNvPr id="24655" name="Group 34"/>
              <p:cNvGrpSpPr>
                <a:grpSpLocks/>
              </p:cNvGrpSpPr>
              <p:nvPr/>
            </p:nvGrpSpPr>
            <p:grpSpPr bwMode="auto">
              <a:xfrm>
                <a:off x="2229" y="3951"/>
                <a:ext cx="531" cy="233"/>
                <a:chOff x="4443" y="3067"/>
                <a:chExt cx="531" cy="233"/>
              </a:xfrm>
            </p:grpSpPr>
            <p:sp>
              <p:nvSpPr>
                <p:cNvPr id="24671" name="Rectangle 35"/>
                <p:cNvSpPr>
                  <a:spLocks noChangeArrowheads="1"/>
                </p:cNvSpPr>
                <p:nvPr/>
              </p:nvSpPr>
              <p:spPr bwMode="auto">
                <a:xfrm>
                  <a:off x="4443" y="3074"/>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72" name="Text Box 36"/>
                <p:cNvSpPr txBox="1">
                  <a:spLocks noChangeArrowheads="1"/>
                </p:cNvSpPr>
                <p:nvPr/>
              </p:nvSpPr>
              <p:spPr bwMode="auto">
                <a:xfrm>
                  <a:off x="4459" y="3067"/>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E:9</a:t>
                  </a:r>
                </a:p>
              </p:txBody>
            </p:sp>
          </p:grpSp>
          <p:grpSp>
            <p:nvGrpSpPr>
              <p:cNvPr id="24656" name="Group 37"/>
              <p:cNvGrpSpPr>
                <a:grpSpLocks/>
              </p:cNvGrpSpPr>
              <p:nvPr/>
            </p:nvGrpSpPr>
            <p:grpSpPr bwMode="auto">
              <a:xfrm>
                <a:off x="2552" y="3390"/>
                <a:ext cx="515" cy="233"/>
                <a:chOff x="5072" y="3059"/>
                <a:chExt cx="515" cy="233"/>
              </a:xfrm>
            </p:grpSpPr>
            <p:sp>
              <p:nvSpPr>
                <p:cNvPr id="24669" name="Rectangle 38"/>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70" name="Text Box 39"/>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D:16</a:t>
                  </a:r>
                </a:p>
              </p:txBody>
            </p:sp>
          </p:grpSp>
          <p:sp>
            <p:nvSpPr>
              <p:cNvPr id="24657" name="Line 40"/>
              <p:cNvSpPr>
                <a:spLocks noChangeShapeType="1"/>
              </p:cNvSpPr>
              <p:nvPr/>
            </p:nvSpPr>
            <p:spPr bwMode="auto">
              <a:xfrm flipV="1">
                <a:off x="1360" y="2611"/>
                <a:ext cx="314" cy="28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58" name="Text Box 41"/>
              <p:cNvSpPr txBox="1">
                <a:spLocks noChangeArrowheads="1"/>
              </p:cNvSpPr>
              <p:nvPr/>
            </p:nvSpPr>
            <p:spPr bwMode="auto">
              <a:xfrm>
                <a:off x="1360" y="2565"/>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4659" name="Text Box 42"/>
              <p:cNvSpPr txBox="1">
                <a:spLocks noChangeArrowheads="1"/>
              </p:cNvSpPr>
              <p:nvPr/>
            </p:nvSpPr>
            <p:spPr bwMode="auto">
              <a:xfrm>
                <a:off x="838" y="3104"/>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4660" name="Text Box 43"/>
              <p:cNvSpPr txBox="1">
                <a:spLocks noChangeArrowheads="1"/>
              </p:cNvSpPr>
              <p:nvPr/>
            </p:nvSpPr>
            <p:spPr bwMode="auto">
              <a:xfrm>
                <a:off x="2099" y="3102"/>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4661" name="Text Box 44"/>
              <p:cNvSpPr txBox="1">
                <a:spLocks noChangeArrowheads="1"/>
              </p:cNvSpPr>
              <p:nvPr/>
            </p:nvSpPr>
            <p:spPr bwMode="auto">
              <a:xfrm>
                <a:off x="1735" y="3635"/>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4662" name="Text Box 45"/>
              <p:cNvSpPr txBox="1">
                <a:spLocks noChangeArrowheads="1"/>
              </p:cNvSpPr>
              <p:nvPr/>
            </p:nvSpPr>
            <p:spPr bwMode="auto">
              <a:xfrm>
                <a:off x="2114" y="2578"/>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4663" name="Text Box 46"/>
              <p:cNvSpPr txBox="1">
                <a:spLocks noChangeArrowheads="1"/>
              </p:cNvSpPr>
              <p:nvPr/>
            </p:nvSpPr>
            <p:spPr bwMode="auto">
              <a:xfrm>
                <a:off x="2692" y="3095"/>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4664" name="Text Box 47"/>
              <p:cNvSpPr txBox="1">
                <a:spLocks noChangeArrowheads="1"/>
              </p:cNvSpPr>
              <p:nvPr/>
            </p:nvSpPr>
            <p:spPr bwMode="auto">
              <a:xfrm>
                <a:off x="1442" y="3103"/>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4665" name="Text Box 48"/>
              <p:cNvSpPr txBox="1">
                <a:spLocks noChangeArrowheads="1"/>
              </p:cNvSpPr>
              <p:nvPr/>
            </p:nvSpPr>
            <p:spPr bwMode="auto">
              <a:xfrm>
                <a:off x="2331" y="3626"/>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grpSp>
            <p:nvGrpSpPr>
              <p:cNvPr id="24666" name="Group 49"/>
              <p:cNvGrpSpPr>
                <a:grpSpLocks/>
              </p:cNvGrpSpPr>
              <p:nvPr/>
            </p:nvGrpSpPr>
            <p:grpSpPr bwMode="auto">
              <a:xfrm>
                <a:off x="1610" y="3953"/>
                <a:ext cx="539" cy="232"/>
                <a:chOff x="3824" y="3067"/>
                <a:chExt cx="539" cy="232"/>
              </a:xfrm>
            </p:grpSpPr>
            <p:sp>
              <p:nvSpPr>
                <p:cNvPr id="24667" name="Rectangle 50"/>
                <p:cNvSpPr>
                  <a:spLocks noChangeArrowheads="1"/>
                </p:cNvSpPr>
                <p:nvPr/>
              </p:nvSpPr>
              <p:spPr bwMode="auto">
                <a:xfrm>
                  <a:off x="3824" y="3073"/>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68" name="Text Box 51"/>
                <p:cNvSpPr txBox="1">
                  <a:spLocks noChangeArrowheads="1"/>
                </p:cNvSpPr>
                <p:nvPr/>
              </p:nvSpPr>
              <p:spPr bwMode="auto">
                <a:xfrm>
                  <a:off x="3848" y="3067"/>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F:5</a:t>
                  </a:r>
                </a:p>
              </p:txBody>
            </p:sp>
          </p:grpSp>
        </p:grpSp>
      </p:grpSp>
      <p:grpSp>
        <p:nvGrpSpPr>
          <p:cNvPr id="24580" name="Group 52"/>
          <p:cNvGrpSpPr>
            <a:grpSpLocks/>
          </p:cNvGrpSpPr>
          <p:nvPr/>
        </p:nvGrpSpPr>
        <p:grpSpPr bwMode="auto">
          <a:xfrm>
            <a:off x="4846638" y="1817688"/>
            <a:ext cx="4130675" cy="4251325"/>
            <a:chOff x="3053" y="1145"/>
            <a:chExt cx="2602" cy="2678"/>
          </a:xfrm>
        </p:grpSpPr>
        <p:grpSp>
          <p:nvGrpSpPr>
            <p:cNvPr id="24584" name="Group 53"/>
            <p:cNvGrpSpPr>
              <a:grpSpLocks/>
            </p:cNvGrpSpPr>
            <p:nvPr/>
          </p:nvGrpSpPr>
          <p:grpSpPr bwMode="auto">
            <a:xfrm>
              <a:off x="3135" y="1310"/>
              <a:ext cx="2498" cy="2337"/>
              <a:chOff x="3441" y="1281"/>
              <a:chExt cx="2498" cy="2337"/>
            </a:xfrm>
          </p:grpSpPr>
          <p:sp>
            <p:nvSpPr>
              <p:cNvPr id="24586" name="Line 54"/>
              <p:cNvSpPr>
                <a:spLocks noChangeShapeType="1"/>
              </p:cNvSpPr>
              <p:nvPr/>
            </p:nvSpPr>
            <p:spPr bwMode="auto">
              <a:xfrm flipH="1">
                <a:off x="4668" y="3047"/>
                <a:ext cx="209" cy="33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87" name="Line 55"/>
              <p:cNvSpPr>
                <a:spLocks noChangeShapeType="1"/>
              </p:cNvSpPr>
              <p:nvPr/>
            </p:nvSpPr>
            <p:spPr bwMode="auto">
              <a:xfrm>
                <a:off x="5063" y="3039"/>
                <a:ext cx="232" cy="351"/>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88" name="Line 56"/>
              <p:cNvSpPr>
                <a:spLocks noChangeShapeType="1"/>
              </p:cNvSpPr>
              <p:nvPr/>
            </p:nvSpPr>
            <p:spPr bwMode="auto">
              <a:xfrm>
                <a:off x="5416" y="2554"/>
                <a:ext cx="239" cy="26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89" name="Line 57"/>
              <p:cNvSpPr>
                <a:spLocks noChangeShapeType="1"/>
              </p:cNvSpPr>
              <p:nvPr/>
            </p:nvSpPr>
            <p:spPr bwMode="auto">
              <a:xfrm>
                <a:off x="4816" y="2051"/>
                <a:ext cx="404" cy="34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0" name="Line 58"/>
              <p:cNvSpPr>
                <a:spLocks noChangeShapeType="1"/>
              </p:cNvSpPr>
              <p:nvPr/>
            </p:nvSpPr>
            <p:spPr bwMode="auto">
              <a:xfrm>
                <a:off x="4189" y="1521"/>
                <a:ext cx="404" cy="34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1" name="Line 59"/>
              <p:cNvSpPr>
                <a:spLocks noChangeShapeType="1"/>
              </p:cNvSpPr>
              <p:nvPr/>
            </p:nvSpPr>
            <p:spPr bwMode="auto">
              <a:xfrm>
                <a:off x="4204" y="2546"/>
                <a:ext cx="179"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2" name="Line 60"/>
              <p:cNvSpPr>
                <a:spLocks noChangeShapeType="1"/>
              </p:cNvSpPr>
              <p:nvPr/>
            </p:nvSpPr>
            <p:spPr bwMode="auto">
              <a:xfrm flipH="1">
                <a:off x="3792" y="2546"/>
                <a:ext cx="195"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3" name="Line 61"/>
              <p:cNvSpPr>
                <a:spLocks noChangeShapeType="1"/>
              </p:cNvSpPr>
              <p:nvPr/>
            </p:nvSpPr>
            <p:spPr bwMode="auto">
              <a:xfrm flipV="1">
                <a:off x="5025" y="2484"/>
                <a:ext cx="268" cy="35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594" name="Line 62"/>
              <p:cNvSpPr>
                <a:spLocks noChangeShapeType="1"/>
              </p:cNvSpPr>
              <p:nvPr/>
            </p:nvSpPr>
            <p:spPr bwMode="auto">
              <a:xfrm flipV="1">
                <a:off x="3650" y="1544"/>
                <a:ext cx="314" cy="28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4595" name="Group 63"/>
              <p:cNvGrpSpPr>
                <a:grpSpLocks/>
              </p:cNvGrpSpPr>
              <p:nvPr/>
            </p:nvGrpSpPr>
            <p:grpSpPr bwMode="auto">
              <a:xfrm>
                <a:off x="3867" y="1281"/>
                <a:ext cx="437" cy="284"/>
                <a:chOff x="4496" y="950"/>
                <a:chExt cx="437" cy="284"/>
              </a:xfrm>
            </p:grpSpPr>
            <p:sp>
              <p:nvSpPr>
                <p:cNvPr id="24637" name="Oval 64"/>
                <p:cNvSpPr>
                  <a:spLocks noChangeArrowheads="1"/>
                </p:cNvSpPr>
                <p:nvPr/>
              </p:nvSpPr>
              <p:spPr bwMode="auto">
                <a:xfrm>
                  <a:off x="4496" y="950"/>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38" name="Text Box 65"/>
                <p:cNvSpPr txBox="1">
                  <a:spLocks noChangeArrowheads="1"/>
                </p:cNvSpPr>
                <p:nvPr/>
              </p:nvSpPr>
              <p:spPr bwMode="auto">
                <a:xfrm>
                  <a:off x="4533" y="979"/>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100</a:t>
                  </a:r>
                </a:p>
              </p:txBody>
            </p:sp>
          </p:grpSp>
          <p:grpSp>
            <p:nvGrpSpPr>
              <p:cNvPr id="24596" name="Group 66"/>
              <p:cNvGrpSpPr>
                <a:grpSpLocks/>
              </p:cNvGrpSpPr>
              <p:nvPr/>
            </p:nvGrpSpPr>
            <p:grpSpPr bwMode="auto">
              <a:xfrm>
                <a:off x="4486" y="1798"/>
                <a:ext cx="429" cy="284"/>
                <a:chOff x="4779" y="1443"/>
                <a:chExt cx="429" cy="284"/>
              </a:xfrm>
            </p:grpSpPr>
            <p:sp>
              <p:nvSpPr>
                <p:cNvPr id="24635" name="Oval 67"/>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36" name="Text Box 68"/>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55</a:t>
                  </a:r>
                </a:p>
              </p:txBody>
            </p:sp>
          </p:grpSp>
          <p:grpSp>
            <p:nvGrpSpPr>
              <p:cNvPr id="24597" name="Group 69"/>
              <p:cNvGrpSpPr>
                <a:grpSpLocks/>
              </p:cNvGrpSpPr>
              <p:nvPr/>
            </p:nvGrpSpPr>
            <p:grpSpPr bwMode="auto">
              <a:xfrm>
                <a:off x="5112" y="2298"/>
                <a:ext cx="429" cy="284"/>
                <a:chOff x="4779" y="1443"/>
                <a:chExt cx="429" cy="284"/>
              </a:xfrm>
            </p:grpSpPr>
            <p:sp>
              <p:nvSpPr>
                <p:cNvPr id="24633" name="Oval 70"/>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34" name="Text Box 71"/>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30</a:t>
                  </a:r>
                </a:p>
              </p:txBody>
            </p:sp>
          </p:grpSp>
          <p:grpSp>
            <p:nvGrpSpPr>
              <p:cNvPr id="24598" name="Group 72"/>
              <p:cNvGrpSpPr>
                <a:grpSpLocks/>
              </p:cNvGrpSpPr>
              <p:nvPr/>
            </p:nvGrpSpPr>
            <p:grpSpPr bwMode="auto">
              <a:xfrm>
                <a:off x="4747" y="2799"/>
                <a:ext cx="429" cy="284"/>
                <a:chOff x="4779" y="1443"/>
                <a:chExt cx="429" cy="284"/>
              </a:xfrm>
            </p:grpSpPr>
            <p:sp>
              <p:nvSpPr>
                <p:cNvPr id="24631" name="Oval 73"/>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32" name="Text Box 74"/>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14</a:t>
                  </a:r>
                </a:p>
              </p:txBody>
            </p:sp>
          </p:grpSp>
          <p:grpSp>
            <p:nvGrpSpPr>
              <p:cNvPr id="24599" name="Group 75"/>
              <p:cNvGrpSpPr>
                <a:grpSpLocks/>
              </p:cNvGrpSpPr>
              <p:nvPr/>
            </p:nvGrpSpPr>
            <p:grpSpPr bwMode="auto">
              <a:xfrm>
                <a:off x="3871" y="2298"/>
                <a:ext cx="429" cy="284"/>
                <a:chOff x="4779" y="1443"/>
                <a:chExt cx="429" cy="284"/>
              </a:xfrm>
            </p:grpSpPr>
            <p:sp>
              <p:nvSpPr>
                <p:cNvPr id="24629" name="Oval 76"/>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30" name="Text Box 77"/>
                <p:cNvSpPr txBox="1">
                  <a:spLocks noChangeArrowheads="1"/>
                </p:cNvSpPr>
                <p:nvPr/>
              </p:nvSpPr>
              <p:spPr bwMode="auto">
                <a:xfrm>
                  <a:off x="4808" y="1472"/>
                  <a:ext cx="40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25</a:t>
                  </a:r>
                </a:p>
              </p:txBody>
            </p:sp>
          </p:grpSp>
          <p:grpSp>
            <p:nvGrpSpPr>
              <p:cNvPr id="24600" name="Group 78"/>
              <p:cNvGrpSpPr>
                <a:grpSpLocks/>
              </p:cNvGrpSpPr>
              <p:nvPr/>
            </p:nvGrpSpPr>
            <p:grpSpPr bwMode="auto">
              <a:xfrm>
                <a:off x="4175" y="2823"/>
                <a:ext cx="515" cy="233"/>
                <a:chOff x="5072" y="3059"/>
                <a:chExt cx="515" cy="233"/>
              </a:xfrm>
            </p:grpSpPr>
            <p:sp>
              <p:nvSpPr>
                <p:cNvPr id="24627" name="Rectangle 79"/>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28" name="Text Box 80"/>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B:13</a:t>
                  </a:r>
                </a:p>
              </p:txBody>
            </p:sp>
          </p:grpSp>
          <p:grpSp>
            <p:nvGrpSpPr>
              <p:cNvPr id="24601" name="Group 81"/>
              <p:cNvGrpSpPr>
                <a:grpSpLocks/>
              </p:cNvGrpSpPr>
              <p:nvPr/>
            </p:nvGrpSpPr>
            <p:grpSpPr bwMode="auto">
              <a:xfrm>
                <a:off x="3571" y="2821"/>
                <a:ext cx="515" cy="233"/>
                <a:chOff x="5072" y="3059"/>
                <a:chExt cx="515" cy="233"/>
              </a:xfrm>
            </p:grpSpPr>
            <p:sp>
              <p:nvSpPr>
                <p:cNvPr id="24625" name="Rectangle 82"/>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26" name="Text Box 83"/>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C:12</a:t>
                  </a:r>
                </a:p>
              </p:txBody>
            </p:sp>
          </p:grpSp>
          <p:grpSp>
            <p:nvGrpSpPr>
              <p:cNvPr id="24602" name="Group 84"/>
              <p:cNvGrpSpPr>
                <a:grpSpLocks/>
              </p:cNvGrpSpPr>
              <p:nvPr/>
            </p:nvGrpSpPr>
            <p:grpSpPr bwMode="auto">
              <a:xfrm>
                <a:off x="3441" y="1829"/>
                <a:ext cx="515" cy="233"/>
                <a:chOff x="5072" y="3059"/>
                <a:chExt cx="515" cy="233"/>
              </a:xfrm>
            </p:grpSpPr>
            <p:sp>
              <p:nvSpPr>
                <p:cNvPr id="24623" name="Rectangle 85"/>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24" name="Text Box 86"/>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A:45</a:t>
                  </a:r>
                </a:p>
              </p:txBody>
            </p:sp>
          </p:grpSp>
          <p:grpSp>
            <p:nvGrpSpPr>
              <p:cNvPr id="24603" name="Group 87"/>
              <p:cNvGrpSpPr>
                <a:grpSpLocks/>
              </p:cNvGrpSpPr>
              <p:nvPr/>
            </p:nvGrpSpPr>
            <p:grpSpPr bwMode="auto">
              <a:xfrm>
                <a:off x="5101" y="3384"/>
                <a:ext cx="531" cy="233"/>
                <a:chOff x="4443" y="3067"/>
                <a:chExt cx="531" cy="233"/>
              </a:xfrm>
            </p:grpSpPr>
            <p:sp>
              <p:nvSpPr>
                <p:cNvPr id="24621" name="Rectangle 88"/>
                <p:cNvSpPr>
                  <a:spLocks noChangeArrowheads="1"/>
                </p:cNvSpPr>
                <p:nvPr/>
              </p:nvSpPr>
              <p:spPr bwMode="auto">
                <a:xfrm>
                  <a:off x="4443" y="3074"/>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22" name="Text Box 89"/>
                <p:cNvSpPr txBox="1">
                  <a:spLocks noChangeArrowheads="1"/>
                </p:cNvSpPr>
                <p:nvPr/>
              </p:nvSpPr>
              <p:spPr bwMode="auto">
                <a:xfrm>
                  <a:off x="4459" y="3067"/>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E:9</a:t>
                  </a:r>
                </a:p>
              </p:txBody>
            </p:sp>
          </p:grpSp>
          <p:grpSp>
            <p:nvGrpSpPr>
              <p:cNvPr id="24604" name="Group 90"/>
              <p:cNvGrpSpPr>
                <a:grpSpLocks/>
              </p:cNvGrpSpPr>
              <p:nvPr/>
            </p:nvGrpSpPr>
            <p:grpSpPr bwMode="auto">
              <a:xfrm>
                <a:off x="5424" y="2823"/>
                <a:ext cx="515" cy="233"/>
                <a:chOff x="5072" y="3059"/>
                <a:chExt cx="515" cy="233"/>
              </a:xfrm>
            </p:grpSpPr>
            <p:sp>
              <p:nvSpPr>
                <p:cNvPr id="24619" name="Rectangle 91"/>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20" name="Text Box 92"/>
                <p:cNvSpPr txBox="1">
                  <a:spLocks noChangeArrowheads="1"/>
                </p:cNvSpPr>
                <p:nvPr/>
              </p:nvSpPr>
              <p:spPr bwMode="auto">
                <a:xfrm>
                  <a:off x="5072" y="3059"/>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D:16</a:t>
                  </a:r>
                </a:p>
              </p:txBody>
            </p:sp>
          </p:grpSp>
          <p:sp>
            <p:nvSpPr>
              <p:cNvPr id="24605" name="Line 93"/>
              <p:cNvSpPr>
                <a:spLocks noChangeShapeType="1"/>
              </p:cNvSpPr>
              <p:nvPr/>
            </p:nvSpPr>
            <p:spPr bwMode="auto">
              <a:xfrm flipV="1">
                <a:off x="4232" y="2044"/>
                <a:ext cx="314" cy="28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606" name="Text Box 94"/>
              <p:cNvSpPr txBox="1">
                <a:spLocks noChangeArrowheads="1"/>
              </p:cNvSpPr>
              <p:nvPr/>
            </p:nvSpPr>
            <p:spPr bwMode="auto">
              <a:xfrm>
                <a:off x="3650" y="1498"/>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4607" name="Text Box 95"/>
              <p:cNvSpPr txBox="1">
                <a:spLocks noChangeArrowheads="1"/>
              </p:cNvSpPr>
              <p:nvPr/>
            </p:nvSpPr>
            <p:spPr bwMode="auto">
              <a:xfrm>
                <a:off x="4232" y="1998"/>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4608" name="Text Box 96"/>
              <p:cNvSpPr txBox="1">
                <a:spLocks noChangeArrowheads="1"/>
              </p:cNvSpPr>
              <p:nvPr/>
            </p:nvSpPr>
            <p:spPr bwMode="auto">
              <a:xfrm>
                <a:off x="3710" y="2537"/>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4609" name="Text Box 97"/>
              <p:cNvSpPr txBox="1">
                <a:spLocks noChangeArrowheads="1"/>
              </p:cNvSpPr>
              <p:nvPr/>
            </p:nvSpPr>
            <p:spPr bwMode="auto">
              <a:xfrm>
                <a:off x="4971" y="2535"/>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4610" name="Text Box 98"/>
              <p:cNvSpPr txBox="1">
                <a:spLocks noChangeArrowheads="1"/>
              </p:cNvSpPr>
              <p:nvPr/>
            </p:nvSpPr>
            <p:spPr bwMode="auto">
              <a:xfrm>
                <a:off x="4607" y="3068"/>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4611" name="Text Box 99"/>
              <p:cNvSpPr txBox="1">
                <a:spLocks noChangeArrowheads="1"/>
              </p:cNvSpPr>
              <p:nvPr/>
            </p:nvSpPr>
            <p:spPr bwMode="auto">
              <a:xfrm>
                <a:off x="4381" y="1504"/>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4612" name="Text Box 100"/>
              <p:cNvSpPr txBox="1">
                <a:spLocks noChangeArrowheads="1"/>
              </p:cNvSpPr>
              <p:nvPr/>
            </p:nvSpPr>
            <p:spPr bwMode="auto">
              <a:xfrm>
                <a:off x="4986" y="2011"/>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4613" name="Text Box 101"/>
              <p:cNvSpPr txBox="1">
                <a:spLocks noChangeArrowheads="1"/>
              </p:cNvSpPr>
              <p:nvPr/>
            </p:nvSpPr>
            <p:spPr bwMode="auto">
              <a:xfrm>
                <a:off x="5564" y="2528"/>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4614" name="Text Box 102"/>
              <p:cNvSpPr txBox="1">
                <a:spLocks noChangeArrowheads="1"/>
              </p:cNvSpPr>
              <p:nvPr/>
            </p:nvSpPr>
            <p:spPr bwMode="auto">
              <a:xfrm>
                <a:off x="4314" y="2536"/>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4615" name="Text Box 103"/>
              <p:cNvSpPr txBox="1">
                <a:spLocks noChangeArrowheads="1"/>
              </p:cNvSpPr>
              <p:nvPr/>
            </p:nvSpPr>
            <p:spPr bwMode="auto">
              <a:xfrm>
                <a:off x="5203" y="3059"/>
                <a:ext cx="32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grpSp>
            <p:nvGrpSpPr>
              <p:cNvPr id="24616" name="Group 104"/>
              <p:cNvGrpSpPr>
                <a:grpSpLocks/>
              </p:cNvGrpSpPr>
              <p:nvPr/>
            </p:nvGrpSpPr>
            <p:grpSpPr bwMode="auto">
              <a:xfrm>
                <a:off x="4482" y="3386"/>
                <a:ext cx="539" cy="232"/>
                <a:chOff x="3824" y="3067"/>
                <a:chExt cx="539" cy="232"/>
              </a:xfrm>
            </p:grpSpPr>
            <p:sp>
              <p:nvSpPr>
                <p:cNvPr id="24617" name="Rectangle 105"/>
                <p:cNvSpPr>
                  <a:spLocks noChangeArrowheads="1"/>
                </p:cNvSpPr>
                <p:nvPr/>
              </p:nvSpPr>
              <p:spPr bwMode="auto">
                <a:xfrm>
                  <a:off x="3824" y="3073"/>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4618" name="Text Box 106"/>
                <p:cNvSpPr txBox="1">
                  <a:spLocks noChangeArrowheads="1"/>
                </p:cNvSpPr>
                <p:nvPr/>
              </p:nvSpPr>
              <p:spPr bwMode="auto">
                <a:xfrm>
                  <a:off x="3848" y="3067"/>
                  <a:ext cx="51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F:5</a:t>
                  </a:r>
                </a:p>
              </p:txBody>
            </p:sp>
          </p:grpSp>
        </p:grpSp>
        <p:sp>
          <p:nvSpPr>
            <p:cNvPr id="24585" name="Rectangle 107"/>
            <p:cNvSpPr>
              <a:spLocks noChangeArrowheads="1"/>
            </p:cNvSpPr>
            <p:nvPr/>
          </p:nvSpPr>
          <p:spPr bwMode="auto">
            <a:xfrm>
              <a:off x="3053" y="1145"/>
              <a:ext cx="2602" cy="2678"/>
            </a:xfrm>
            <a:prstGeom prst="rect">
              <a:avLst/>
            </a:prstGeom>
            <a:noFill/>
            <a:ln w="57150" cap="sq">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sp>
        <p:nvSpPr>
          <p:cNvPr id="24581" name="Line 108"/>
          <p:cNvSpPr>
            <a:spLocks noChangeShapeType="1"/>
          </p:cNvSpPr>
          <p:nvPr/>
        </p:nvSpPr>
        <p:spPr bwMode="auto">
          <a:xfrm>
            <a:off x="3395663" y="5248275"/>
            <a:ext cx="1390650" cy="285750"/>
          </a:xfrm>
          <a:prstGeom prst="line">
            <a:avLst/>
          </a:prstGeom>
          <a:noFill/>
          <a:ln w="28575" cap="sq">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2" name="Line 110"/>
          <p:cNvSpPr>
            <a:spLocks noChangeShapeType="1"/>
          </p:cNvSpPr>
          <p:nvPr/>
        </p:nvSpPr>
        <p:spPr bwMode="auto">
          <a:xfrm flipH="1">
            <a:off x="3581400" y="1295400"/>
            <a:ext cx="1752600" cy="457200"/>
          </a:xfrm>
          <a:prstGeom prst="line">
            <a:avLst/>
          </a:prstGeom>
          <a:noFill/>
          <a:ln w="57150" cap="sq">
            <a:solidFill>
              <a:schemeClr val="accent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4583" name="Text Box 111"/>
          <p:cNvSpPr txBox="1">
            <a:spLocks noChangeArrowheads="1"/>
          </p:cNvSpPr>
          <p:nvPr/>
        </p:nvSpPr>
        <p:spPr bwMode="auto">
          <a:xfrm>
            <a:off x="5562600" y="990600"/>
            <a:ext cx="1905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pPr>
            <a:r>
              <a:rPr lang="en-US" altLang="en-US"/>
              <a:t>Previous page</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en-US" sz="2400" b="1">
                <a:latin typeface="Arial Unicode MS" pitchFamily="34" charset="-128"/>
                <a:ea typeface="Arial Unicode MS" pitchFamily="34" charset="-128"/>
              </a:rPr>
              <a:t>Encoding Data</a:t>
            </a:r>
            <a:br>
              <a:rPr lang="en-US" altLang="en-US" sz="2400" b="1">
                <a:latin typeface="Arial Unicode MS" pitchFamily="34" charset="-128"/>
                <a:ea typeface="Arial Unicode MS" pitchFamily="34" charset="-128"/>
              </a:rPr>
            </a:br>
            <a:r>
              <a:rPr lang="en-US" altLang="en-US" sz="2400">
                <a:latin typeface="Arial Unicode MS" pitchFamily="34" charset="-128"/>
                <a:ea typeface="Arial Unicode MS" pitchFamily="34" charset="-128"/>
              </a:rPr>
              <a:t>Once a Huffman code has been generated, data may be encoded simply by replacing each symbol with it's code</a:t>
            </a:r>
          </a:p>
        </p:txBody>
      </p:sp>
      <p:sp>
        <p:nvSpPr>
          <p:cNvPr id="25603" name="Rectangle 3"/>
          <p:cNvSpPr>
            <a:spLocks noGrp="1" noChangeArrowheads="1"/>
          </p:cNvSpPr>
          <p:nvPr>
            <p:ph type="body" idx="1"/>
          </p:nvPr>
        </p:nvSpPr>
        <p:spPr/>
        <p:txBody>
          <a:bodyPr/>
          <a:lstStyle/>
          <a:p>
            <a:pPr lvl="1" eaLnBrk="1" hangingPunct="1"/>
            <a:r>
              <a:rPr lang="en-US" altLang="en-US" sz="2000"/>
              <a:t>CAB		</a:t>
            </a:r>
            <a:r>
              <a:rPr lang="en-US" altLang="en-US" sz="2000">
                <a:sym typeface="Wingdings" panose="05000000000000000000" pitchFamily="2" charset="2"/>
              </a:rPr>
              <a:t> 1000101</a:t>
            </a:r>
          </a:p>
          <a:p>
            <a:pPr lvl="1" eaLnBrk="1" hangingPunct="1"/>
            <a:r>
              <a:rPr lang="en-US" altLang="en-US" sz="2000"/>
              <a:t>	FACE 	</a:t>
            </a:r>
            <a:r>
              <a:rPr lang="en-US" altLang="en-US" sz="2000">
                <a:sym typeface="Wingdings" panose="05000000000000000000" pitchFamily="2" charset="2"/>
              </a:rPr>
              <a:t> 110001001101</a:t>
            </a:r>
          </a:p>
          <a:p>
            <a:pPr lvl="1" eaLnBrk="1" hangingPunct="1"/>
            <a:r>
              <a:rPr lang="en-US" altLang="en-US" sz="2000">
                <a:sym typeface="Wingdings" panose="05000000000000000000" pitchFamily="2" charset="2"/>
              </a:rPr>
              <a:t>FADE		</a:t>
            </a:r>
          </a:p>
          <a:p>
            <a:pPr lvl="1" eaLnBrk="1" hangingPunct="1"/>
            <a:r>
              <a:rPr lang="en-US" altLang="en-US" sz="2000">
                <a:sym typeface="Wingdings" panose="05000000000000000000" pitchFamily="2" charset="2"/>
              </a:rPr>
              <a:t>BAD		</a:t>
            </a:r>
          </a:p>
          <a:p>
            <a:pPr lvl="1" eaLnBrk="1" hangingPunct="1"/>
            <a:endParaRPr lang="en-US" altLang="en-US" sz="2000"/>
          </a:p>
        </p:txBody>
      </p:sp>
      <p:grpSp>
        <p:nvGrpSpPr>
          <p:cNvPr id="25604" name="Group 4"/>
          <p:cNvGrpSpPr>
            <a:grpSpLocks/>
          </p:cNvGrpSpPr>
          <p:nvPr/>
        </p:nvGrpSpPr>
        <p:grpSpPr bwMode="auto">
          <a:xfrm>
            <a:off x="4114800" y="3200400"/>
            <a:ext cx="4724400" cy="3429000"/>
            <a:chOff x="3053" y="1145"/>
            <a:chExt cx="2602" cy="2678"/>
          </a:xfrm>
        </p:grpSpPr>
        <p:grpSp>
          <p:nvGrpSpPr>
            <p:cNvPr id="25605" name="Group 5"/>
            <p:cNvGrpSpPr>
              <a:grpSpLocks/>
            </p:cNvGrpSpPr>
            <p:nvPr/>
          </p:nvGrpSpPr>
          <p:grpSpPr bwMode="auto">
            <a:xfrm>
              <a:off x="3135" y="1310"/>
              <a:ext cx="2498" cy="2392"/>
              <a:chOff x="3441" y="1281"/>
              <a:chExt cx="2498" cy="2392"/>
            </a:xfrm>
          </p:grpSpPr>
          <p:sp>
            <p:nvSpPr>
              <p:cNvPr id="25607" name="Line 6"/>
              <p:cNvSpPr>
                <a:spLocks noChangeShapeType="1"/>
              </p:cNvSpPr>
              <p:nvPr/>
            </p:nvSpPr>
            <p:spPr bwMode="auto">
              <a:xfrm flipH="1">
                <a:off x="4668" y="3047"/>
                <a:ext cx="209" cy="33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08" name="Line 7"/>
              <p:cNvSpPr>
                <a:spLocks noChangeShapeType="1"/>
              </p:cNvSpPr>
              <p:nvPr/>
            </p:nvSpPr>
            <p:spPr bwMode="auto">
              <a:xfrm>
                <a:off x="5063" y="3039"/>
                <a:ext cx="232" cy="351"/>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09" name="Line 8"/>
              <p:cNvSpPr>
                <a:spLocks noChangeShapeType="1"/>
              </p:cNvSpPr>
              <p:nvPr/>
            </p:nvSpPr>
            <p:spPr bwMode="auto">
              <a:xfrm>
                <a:off x="5416" y="2554"/>
                <a:ext cx="239" cy="26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0" name="Line 9"/>
              <p:cNvSpPr>
                <a:spLocks noChangeShapeType="1"/>
              </p:cNvSpPr>
              <p:nvPr/>
            </p:nvSpPr>
            <p:spPr bwMode="auto">
              <a:xfrm>
                <a:off x="4816" y="2051"/>
                <a:ext cx="404" cy="34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1" name="Line 10"/>
              <p:cNvSpPr>
                <a:spLocks noChangeShapeType="1"/>
              </p:cNvSpPr>
              <p:nvPr/>
            </p:nvSpPr>
            <p:spPr bwMode="auto">
              <a:xfrm>
                <a:off x="4189" y="1521"/>
                <a:ext cx="404" cy="34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2" name="Line 11"/>
              <p:cNvSpPr>
                <a:spLocks noChangeShapeType="1"/>
              </p:cNvSpPr>
              <p:nvPr/>
            </p:nvSpPr>
            <p:spPr bwMode="auto">
              <a:xfrm>
                <a:off x="4204" y="2546"/>
                <a:ext cx="179"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3" name="Line 12"/>
              <p:cNvSpPr>
                <a:spLocks noChangeShapeType="1"/>
              </p:cNvSpPr>
              <p:nvPr/>
            </p:nvSpPr>
            <p:spPr bwMode="auto">
              <a:xfrm flipH="1">
                <a:off x="3792" y="2546"/>
                <a:ext cx="195"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4" name="Line 13"/>
              <p:cNvSpPr>
                <a:spLocks noChangeShapeType="1"/>
              </p:cNvSpPr>
              <p:nvPr/>
            </p:nvSpPr>
            <p:spPr bwMode="auto">
              <a:xfrm flipV="1">
                <a:off x="5025" y="2484"/>
                <a:ext cx="268" cy="35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5" name="Line 14"/>
              <p:cNvSpPr>
                <a:spLocks noChangeShapeType="1"/>
              </p:cNvSpPr>
              <p:nvPr/>
            </p:nvSpPr>
            <p:spPr bwMode="auto">
              <a:xfrm flipV="1">
                <a:off x="3650" y="1544"/>
                <a:ext cx="314" cy="28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5616" name="Group 15"/>
              <p:cNvGrpSpPr>
                <a:grpSpLocks/>
              </p:cNvGrpSpPr>
              <p:nvPr/>
            </p:nvGrpSpPr>
            <p:grpSpPr bwMode="auto">
              <a:xfrm>
                <a:off x="3867" y="1281"/>
                <a:ext cx="437" cy="317"/>
                <a:chOff x="4496" y="950"/>
                <a:chExt cx="437" cy="317"/>
              </a:xfrm>
            </p:grpSpPr>
            <p:sp>
              <p:nvSpPr>
                <p:cNvPr id="25658" name="Oval 16"/>
                <p:cNvSpPr>
                  <a:spLocks noChangeArrowheads="1"/>
                </p:cNvSpPr>
                <p:nvPr/>
              </p:nvSpPr>
              <p:spPr bwMode="auto">
                <a:xfrm>
                  <a:off x="4496" y="950"/>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59" name="Text Box 17"/>
                <p:cNvSpPr txBox="1">
                  <a:spLocks noChangeArrowheads="1"/>
                </p:cNvSpPr>
                <p:nvPr/>
              </p:nvSpPr>
              <p:spPr bwMode="auto">
                <a:xfrm>
                  <a:off x="4533" y="980"/>
                  <a:ext cx="40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100</a:t>
                  </a:r>
                </a:p>
              </p:txBody>
            </p:sp>
          </p:grpSp>
          <p:grpSp>
            <p:nvGrpSpPr>
              <p:cNvPr id="25617" name="Group 18"/>
              <p:cNvGrpSpPr>
                <a:grpSpLocks/>
              </p:cNvGrpSpPr>
              <p:nvPr/>
            </p:nvGrpSpPr>
            <p:grpSpPr bwMode="auto">
              <a:xfrm>
                <a:off x="4486" y="1798"/>
                <a:ext cx="429" cy="317"/>
                <a:chOff x="4779" y="1443"/>
                <a:chExt cx="429" cy="317"/>
              </a:xfrm>
            </p:grpSpPr>
            <p:sp>
              <p:nvSpPr>
                <p:cNvPr id="25656" name="Oval 19"/>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57" name="Text Box 20"/>
                <p:cNvSpPr txBox="1">
                  <a:spLocks noChangeArrowheads="1"/>
                </p:cNvSpPr>
                <p:nvPr/>
              </p:nvSpPr>
              <p:spPr bwMode="auto">
                <a:xfrm>
                  <a:off x="4807" y="1473"/>
                  <a:ext cx="401"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55</a:t>
                  </a:r>
                </a:p>
              </p:txBody>
            </p:sp>
          </p:grpSp>
          <p:grpSp>
            <p:nvGrpSpPr>
              <p:cNvPr id="25618" name="Group 21"/>
              <p:cNvGrpSpPr>
                <a:grpSpLocks/>
              </p:cNvGrpSpPr>
              <p:nvPr/>
            </p:nvGrpSpPr>
            <p:grpSpPr bwMode="auto">
              <a:xfrm>
                <a:off x="5112" y="2298"/>
                <a:ext cx="429" cy="316"/>
                <a:chOff x="4779" y="1443"/>
                <a:chExt cx="429" cy="316"/>
              </a:xfrm>
            </p:grpSpPr>
            <p:sp>
              <p:nvSpPr>
                <p:cNvPr id="25654" name="Oval 22"/>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55" name="Text Box 23"/>
                <p:cNvSpPr txBox="1">
                  <a:spLocks noChangeArrowheads="1"/>
                </p:cNvSpPr>
                <p:nvPr/>
              </p:nvSpPr>
              <p:spPr bwMode="auto">
                <a:xfrm>
                  <a:off x="4807" y="1473"/>
                  <a:ext cx="4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30</a:t>
                  </a:r>
                </a:p>
              </p:txBody>
            </p:sp>
          </p:grpSp>
          <p:grpSp>
            <p:nvGrpSpPr>
              <p:cNvPr id="25619" name="Group 24"/>
              <p:cNvGrpSpPr>
                <a:grpSpLocks/>
              </p:cNvGrpSpPr>
              <p:nvPr/>
            </p:nvGrpSpPr>
            <p:grpSpPr bwMode="auto">
              <a:xfrm>
                <a:off x="4747" y="2799"/>
                <a:ext cx="429" cy="316"/>
                <a:chOff x="4779" y="1443"/>
                <a:chExt cx="429" cy="316"/>
              </a:xfrm>
            </p:grpSpPr>
            <p:sp>
              <p:nvSpPr>
                <p:cNvPr id="25652" name="Oval 25"/>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53" name="Text Box 26"/>
                <p:cNvSpPr txBox="1">
                  <a:spLocks noChangeArrowheads="1"/>
                </p:cNvSpPr>
                <p:nvPr/>
              </p:nvSpPr>
              <p:spPr bwMode="auto">
                <a:xfrm>
                  <a:off x="4807" y="1473"/>
                  <a:ext cx="4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14</a:t>
                  </a:r>
                </a:p>
              </p:txBody>
            </p:sp>
          </p:grpSp>
          <p:grpSp>
            <p:nvGrpSpPr>
              <p:cNvPr id="25620" name="Group 27"/>
              <p:cNvGrpSpPr>
                <a:grpSpLocks/>
              </p:cNvGrpSpPr>
              <p:nvPr/>
            </p:nvGrpSpPr>
            <p:grpSpPr bwMode="auto">
              <a:xfrm>
                <a:off x="3871" y="2298"/>
                <a:ext cx="429" cy="316"/>
                <a:chOff x="4779" y="1443"/>
                <a:chExt cx="429" cy="316"/>
              </a:xfrm>
            </p:grpSpPr>
            <p:sp>
              <p:nvSpPr>
                <p:cNvPr id="25650" name="Oval 28"/>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51" name="Text Box 29"/>
                <p:cNvSpPr txBox="1">
                  <a:spLocks noChangeArrowheads="1"/>
                </p:cNvSpPr>
                <p:nvPr/>
              </p:nvSpPr>
              <p:spPr bwMode="auto">
                <a:xfrm>
                  <a:off x="4807" y="1473"/>
                  <a:ext cx="40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25</a:t>
                  </a:r>
                </a:p>
              </p:txBody>
            </p:sp>
          </p:grpSp>
          <p:grpSp>
            <p:nvGrpSpPr>
              <p:cNvPr id="25621" name="Group 30"/>
              <p:cNvGrpSpPr>
                <a:grpSpLocks/>
              </p:cNvGrpSpPr>
              <p:nvPr/>
            </p:nvGrpSpPr>
            <p:grpSpPr bwMode="auto">
              <a:xfrm>
                <a:off x="4175" y="2823"/>
                <a:ext cx="515" cy="287"/>
                <a:chOff x="5072" y="3059"/>
                <a:chExt cx="515" cy="287"/>
              </a:xfrm>
            </p:grpSpPr>
            <p:sp>
              <p:nvSpPr>
                <p:cNvPr id="25648" name="Rectangle 31"/>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49" name="Text Box 32"/>
                <p:cNvSpPr txBox="1">
                  <a:spLocks noChangeArrowheads="1"/>
                </p:cNvSpPr>
                <p:nvPr/>
              </p:nvSpPr>
              <p:spPr bwMode="auto">
                <a:xfrm>
                  <a:off x="5072" y="3059"/>
                  <a:ext cx="51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B:13</a:t>
                  </a:r>
                </a:p>
              </p:txBody>
            </p:sp>
          </p:grpSp>
          <p:grpSp>
            <p:nvGrpSpPr>
              <p:cNvPr id="25622" name="Group 33"/>
              <p:cNvGrpSpPr>
                <a:grpSpLocks/>
              </p:cNvGrpSpPr>
              <p:nvPr/>
            </p:nvGrpSpPr>
            <p:grpSpPr bwMode="auto">
              <a:xfrm>
                <a:off x="3571" y="2821"/>
                <a:ext cx="515" cy="287"/>
                <a:chOff x="5072" y="3059"/>
                <a:chExt cx="515" cy="287"/>
              </a:xfrm>
            </p:grpSpPr>
            <p:sp>
              <p:nvSpPr>
                <p:cNvPr id="25646" name="Rectangle 34"/>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47" name="Text Box 35"/>
                <p:cNvSpPr txBox="1">
                  <a:spLocks noChangeArrowheads="1"/>
                </p:cNvSpPr>
                <p:nvPr/>
              </p:nvSpPr>
              <p:spPr bwMode="auto">
                <a:xfrm>
                  <a:off x="5072" y="3059"/>
                  <a:ext cx="51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C:12</a:t>
                  </a:r>
                </a:p>
              </p:txBody>
            </p:sp>
          </p:grpSp>
          <p:grpSp>
            <p:nvGrpSpPr>
              <p:cNvPr id="25623" name="Group 36"/>
              <p:cNvGrpSpPr>
                <a:grpSpLocks/>
              </p:cNvGrpSpPr>
              <p:nvPr/>
            </p:nvGrpSpPr>
            <p:grpSpPr bwMode="auto">
              <a:xfrm>
                <a:off x="3441" y="1829"/>
                <a:ext cx="515" cy="287"/>
                <a:chOff x="5072" y="3059"/>
                <a:chExt cx="515" cy="287"/>
              </a:xfrm>
            </p:grpSpPr>
            <p:sp>
              <p:nvSpPr>
                <p:cNvPr id="25644" name="Rectangle 37"/>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45" name="Text Box 38"/>
                <p:cNvSpPr txBox="1">
                  <a:spLocks noChangeArrowheads="1"/>
                </p:cNvSpPr>
                <p:nvPr/>
              </p:nvSpPr>
              <p:spPr bwMode="auto">
                <a:xfrm>
                  <a:off x="5072" y="3059"/>
                  <a:ext cx="51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A:45</a:t>
                  </a:r>
                </a:p>
              </p:txBody>
            </p:sp>
          </p:grpSp>
          <p:grpSp>
            <p:nvGrpSpPr>
              <p:cNvPr id="25624" name="Group 39"/>
              <p:cNvGrpSpPr>
                <a:grpSpLocks/>
              </p:cNvGrpSpPr>
              <p:nvPr/>
            </p:nvGrpSpPr>
            <p:grpSpPr bwMode="auto">
              <a:xfrm>
                <a:off x="5101" y="3384"/>
                <a:ext cx="531" cy="287"/>
                <a:chOff x="4443" y="3067"/>
                <a:chExt cx="531" cy="287"/>
              </a:xfrm>
            </p:grpSpPr>
            <p:sp>
              <p:nvSpPr>
                <p:cNvPr id="25642" name="Rectangle 40"/>
                <p:cNvSpPr>
                  <a:spLocks noChangeArrowheads="1"/>
                </p:cNvSpPr>
                <p:nvPr/>
              </p:nvSpPr>
              <p:spPr bwMode="auto">
                <a:xfrm>
                  <a:off x="4443" y="3074"/>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43" name="Text Box 41"/>
                <p:cNvSpPr txBox="1">
                  <a:spLocks noChangeArrowheads="1"/>
                </p:cNvSpPr>
                <p:nvPr/>
              </p:nvSpPr>
              <p:spPr bwMode="auto">
                <a:xfrm>
                  <a:off x="4459" y="3067"/>
                  <a:ext cx="51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E:9</a:t>
                  </a:r>
                </a:p>
              </p:txBody>
            </p:sp>
          </p:grpSp>
          <p:grpSp>
            <p:nvGrpSpPr>
              <p:cNvPr id="25625" name="Group 42"/>
              <p:cNvGrpSpPr>
                <a:grpSpLocks/>
              </p:cNvGrpSpPr>
              <p:nvPr/>
            </p:nvGrpSpPr>
            <p:grpSpPr bwMode="auto">
              <a:xfrm>
                <a:off x="5424" y="2823"/>
                <a:ext cx="515" cy="286"/>
                <a:chOff x="5072" y="3059"/>
                <a:chExt cx="515" cy="286"/>
              </a:xfrm>
            </p:grpSpPr>
            <p:sp>
              <p:nvSpPr>
                <p:cNvPr id="25640" name="Rectangle 43"/>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41" name="Text Box 44"/>
                <p:cNvSpPr txBox="1">
                  <a:spLocks noChangeArrowheads="1"/>
                </p:cNvSpPr>
                <p:nvPr/>
              </p:nvSpPr>
              <p:spPr bwMode="auto">
                <a:xfrm>
                  <a:off x="5072" y="3059"/>
                  <a:ext cx="515"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D:16</a:t>
                  </a:r>
                </a:p>
              </p:txBody>
            </p:sp>
          </p:grpSp>
          <p:sp>
            <p:nvSpPr>
              <p:cNvPr id="25626" name="Line 45"/>
              <p:cNvSpPr>
                <a:spLocks noChangeShapeType="1"/>
              </p:cNvSpPr>
              <p:nvPr/>
            </p:nvSpPr>
            <p:spPr bwMode="auto">
              <a:xfrm flipV="1">
                <a:off x="4232" y="2044"/>
                <a:ext cx="314" cy="28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27" name="Text Box 46"/>
              <p:cNvSpPr txBox="1">
                <a:spLocks noChangeArrowheads="1"/>
              </p:cNvSpPr>
              <p:nvPr/>
            </p:nvSpPr>
            <p:spPr bwMode="auto">
              <a:xfrm>
                <a:off x="3650" y="1498"/>
                <a:ext cx="32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5628" name="Text Box 47"/>
              <p:cNvSpPr txBox="1">
                <a:spLocks noChangeArrowheads="1"/>
              </p:cNvSpPr>
              <p:nvPr/>
            </p:nvSpPr>
            <p:spPr bwMode="auto">
              <a:xfrm>
                <a:off x="4232" y="1999"/>
                <a:ext cx="32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5629" name="Text Box 48"/>
              <p:cNvSpPr txBox="1">
                <a:spLocks noChangeArrowheads="1"/>
              </p:cNvSpPr>
              <p:nvPr/>
            </p:nvSpPr>
            <p:spPr bwMode="auto">
              <a:xfrm>
                <a:off x="3711" y="2538"/>
                <a:ext cx="327"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5630" name="Text Box 49"/>
              <p:cNvSpPr txBox="1">
                <a:spLocks noChangeArrowheads="1"/>
              </p:cNvSpPr>
              <p:nvPr/>
            </p:nvSpPr>
            <p:spPr bwMode="auto">
              <a:xfrm>
                <a:off x="4971" y="2533"/>
                <a:ext cx="32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5631" name="Text Box 50"/>
              <p:cNvSpPr txBox="1">
                <a:spLocks noChangeArrowheads="1"/>
              </p:cNvSpPr>
              <p:nvPr/>
            </p:nvSpPr>
            <p:spPr bwMode="auto">
              <a:xfrm>
                <a:off x="4607" y="3068"/>
                <a:ext cx="330"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5632" name="Text Box 51"/>
              <p:cNvSpPr txBox="1">
                <a:spLocks noChangeArrowheads="1"/>
              </p:cNvSpPr>
              <p:nvPr/>
            </p:nvSpPr>
            <p:spPr bwMode="auto">
              <a:xfrm>
                <a:off x="4381" y="1505"/>
                <a:ext cx="32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5633" name="Text Box 52"/>
              <p:cNvSpPr txBox="1">
                <a:spLocks noChangeArrowheads="1"/>
              </p:cNvSpPr>
              <p:nvPr/>
            </p:nvSpPr>
            <p:spPr bwMode="auto">
              <a:xfrm>
                <a:off x="4986" y="2011"/>
                <a:ext cx="32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5634" name="Text Box 53"/>
              <p:cNvSpPr txBox="1">
                <a:spLocks noChangeArrowheads="1"/>
              </p:cNvSpPr>
              <p:nvPr/>
            </p:nvSpPr>
            <p:spPr bwMode="auto">
              <a:xfrm>
                <a:off x="5564" y="2528"/>
                <a:ext cx="32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5635" name="Text Box 54"/>
              <p:cNvSpPr txBox="1">
                <a:spLocks noChangeArrowheads="1"/>
              </p:cNvSpPr>
              <p:nvPr/>
            </p:nvSpPr>
            <p:spPr bwMode="auto">
              <a:xfrm>
                <a:off x="4314" y="2535"/>
                <a:ext cx="32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5636" name="Text Box 55"/>
              <p:cNvSpPr txBox="1">
                <a:spLocks noChangeArrowheads="1"/>
              </p:cNvSpPr>
              <p:nvPr/>
            </p:nvSpPr>
            <p:spPr bwMode="auto">
              <a:xfrm>
                <a:off x="5203" y="3058"/>
                <a:ext cx="32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grpSp>
            <p:nvGrpSpPr>
              <p:cNvPr id="25637" name="Group 56"/>
              <p:cNvGrpSpPr>
                <a:grpSpLocks/>
              </p:cNvGrpSpPr>
              <p:nvPr/>
            </p:nvGrpSpPr>
            <p:grpSpPr bwMode="auto">
              <a:xfrm>
                <a:off x="4482" y="3386"/>
                <a:ext cx="539" cy="287"/>
                <a:chOff x="3824" y="3067"/>
                <a:chExt cx="539" cy="287"/>
              </a:xfrm>
            </p:grpSpPr>
            <p:sp>
              <p:nvSpPr>
                <p:cNvPr id="25638" name="Rectangle 57"/>
                <p:cNvSpPr>
                  <a:spLocks noChangeArrowheads="1"/>
                </p:cNvSpPr>
                <p:nvPr/>
              </p:nvSpPr>
              <p:spPr bwMode="auto">
                <a:xfrm>
                  <a:off x="3824" y="3073"/>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5639" name="Text Box 58"/>
                <p:cNvSpPr txBox="1">
                  <a:spLocks noChangeArrowheads="1"/>
                </p:cNvSpPr>
                <p:nvPr/>
              </p:nvSpPr>
              <p:spPr bwMode="auto">
                <a:xfrm>
                  <a:off x="3848" y="3067"/>
                  <a:ext cx="51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F:5</a:t>
                  </a:r>
                </a:p>
              </p:txBody>
            </p:sp>
          </p:grpSp>
        </p:grpSp>
        <p:sp>
          <p:nvSpPr>
            <p:cNvPr id="25606" name="Rectangle 59"/>
            <p:cNvSpPr>
              <a:spLocks noChangeArrowheads="1"/>
            </p:cNvSpPr>
            <p:nvPr/>
          </p:nvSpPr>
          <p:spPr bwMode="auto">
            <a:xfrm>
              <a:off x="3053" y="1145"/>
              <a:ext cx="2602" cy="2678"/>
            </a:xfrm>
            <a:prstGeom prst="rect">
              <a:avLst/>
            </a:prstGeom>
            <a:noFill/>
            <a:ln w="57150" cap="sq">
              <a:solidFill>
                <a:srgbClr val="FF66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gr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74675" y="304801"/>
            <a:ext cx="8001000" cy="533400"/>
          </a:xfrm>
        </p:spPr>
        <p:txBody>
          <a:bodyPr/>
          <a:lstStyle/>
          <a:p>
            <a:r>
              <a:rPr lang="en-US" altLang="en-US" dirty="0"/>
              <a:t>Time Complexity</a:t>
            </a:r>
          </a:p>
        </p:txBody>
      </p:sp>
      <p:sp>
        <p:nvSpPr>
          <p:cNvPr id="21507" name="Content Placeholder 2"/>
          <p:cNvSpPr>
            <a:spLocks noGrp="1"/>
          </p:cNvSpPr>
          <p:nvPr>
            <p:ph idx="1"/>
          </p:nvPr>
        </p:nvSpPr>
        <p:spPr>
          <a:xfrm>
            <a:off x="304800" y="1142999"/>
            <a:ext cx="8610600" cy="5410199"/>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1800" b="1" dirty="0"/>
              <a:t>Step 1: Build the initial min-heap</a:t>
            </a:r>
            <a:br>
              <a:rPr lang="en-US" sz="1800" dirty="0"/>
            </a:br>
            <a:r>
              <a:rPr lang="en-US" altLang="en-US" sz="1800" dirty="0"/>
              <a:t>Insert n elements into the heap: </a:t>
            </a:r>
            <a:r>
              <a:rPr lang="pt-BR" sz="1800" dirty="0"/>
              <a:t>n×O(logn)=O(nlogn) or O(n)</a:t>
            </a:r>
            <a:br>
              <a:rPr lang="pt-BR" sz="1800" dirty="0"/>
            </a:br>
            <a:br>
              <a:rPr lang="pt-BR" sz="1800" dirty="0"/>
            </a:br>
            <a:r>
              <a:rPr lang="en-US" altLang="en-US" sz="1800" b="1" dirty="0"/>
              <a:t>Step 2: Construct Huffman Tree</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t>Repeat n-1 times:</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t>Remove minimum: O(</a:t>
            </a:r>
            <a:r>
              <a:rPr lang="en-US" altLang="en-US" sz="1800" dirty="0" err="1"/>
              <a:t>log⁡n</a:t>
            </a:r>
            <a:r>
              <a:rPr lang="en-US" altLang="en-US" sz="1800" dirty="0"/>
              <a:t>) + O(</a:t>
            </a:r>
            <a:r>
              <a:rPr lang="en-US" altLang="en-US" sz="1800" dirty="0" err="1"/>
              <a:t>log⁡n</a:t>
            </a:r>
            <a:r>
              <a:rPr lang="en-US" altLang="en-US" sz="1800" dirty="0"/>
              <a:t>)</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t>Insert merged node: O(</a:t>
            </a:r>
            <a:r>
              <a:rPr lang="en-US" altLang="en-US" sz="1800" dirty="0" err="1"/>
              <a:t>log⁡n</a:t>
            </a:r>
            <a:r>
              <a:rPr lang="en-US" altLang="en-US" sz="1800"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t>Cost per iteration:</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t>O(</a:t>
            </a:r>
            <a:r>
              <a:rPr lang="en-US" altLang="en-US" sz="1800" dirty="0" err="1"/>
              <a:t>log⁡n</a:t>
            </a:r>
            <a:r>
              <a:rPr lang="en-US" altLang="en-US" sz="1800"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1800" dirty="0"/>
              <a:t>Total:</a:t>
            </a:r>
            <a:r>
              <a:rPr lang="pt-BR" sz="1800" dirty="0"/>
              <a:t>(n−1)O(logn)=O(nlogn)</a:t>
            </a:r>
          </a:p>
          <a:p>
            <a:pPr marL="0" marR="0" lvl="0" indent="0" algn="l" defTabSz="914400" rtl="0" eaLnBrk="0" fontAlgn="base" latinLnBrk="0" hangingPunct="0">
              <a:lnSpc>
                <a:spcPct val="100000"/>
              </a:lnSpc>
              <a:spcBef>
                <a:spcPct val="0"/>
              </a:spcBef>
              <a:spcAft>
                <a:spcPct val="0"/>
              </a:spcAft>
              <a:buClrTx/>
              <a:buSzTx/>
              <a:buFontTx/>
              <a:buNone/>
              <a:tabLst/>
            </a:pPr>
            <a:endParaRPr lang="pt-BR" sz="1800" dirty="0"/>
          </a:p>
          <a:p>
            <a:r>
              <a:rPr lang="pt-BR" sz="1800" b="1" dirty="0"/>
              <a:t>Total Complexity:  </a:t>
            </a:r>
            <a:r>
              <a:rPr lang="en-US" sz="1800" dirty="0"/>
              <a:t>O(</a:t>
            </a:r>
            <a:r>
              <a:rPr lang="en-US" sz="1800" dirty="0" err="1"/>
              <a:t>nlogn</a:t>
            </a:r>
            <a:r>
              <a:rPr lang="en-US" sz="1800" dirty="0"/>
              <a:t>) + O (</a:t>
            </a:r>
            <a:r>
              <a:rPr lang="en-US" sz="1800" dirty="0" err="1"/>
              <a:t>nlogn</a:t>
            </a:r>
            <a:r>
              <a:rPr lang="en-US" sz="1800" dirty="0"/>
              <a:t>) = O(</a:t>
            </a:r>
            <a:r>
              <a:rPr lang="en-US" sz="1800" dirty="0" err="1"/>
              <a:t>nlogn</a:t>
            </a:r>
            <a:r>
              <a:rPr lang="en-US" sz="1800" dirty="0"/>
              <a:t>)</a:t>
            </a:r>
          </a:p>
          <a:p>
            <a:pPr marL="0" indent="0">
              <a:buNone/>
            </a:pPr>
            <a:endParaRPr lang="en-US" altLang="en-US" dirty="0"/>
          </a:p>
        </p:txBody>
      </p:sp>
    </p:spTree>
    <p:extLst>
      <p:ext uri="{BB962C8B-B14F-4D97-AF65-F5344CB8AC3E}">
        <p14:creationId xmlns:p14="http://schemas.microsoft.com/office/powerpoint/2010/main" val="3403209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a:xfrm>
            <a:off x="685800" y="685800"/>
            <a:ext cx="8001000" cy="5486400"/>
          </a:xfrm>
        </p:spPr>
        <p:txBody>
          <a:bodyPr/>
          <a:lstStyle/>
          <a:p>
            <a:pPr eaLnBrk="1" hangingPunct="1">
              <a:lnSpc>
                <a:spcPct val="80000"/>
              </a:lnSpc>
              <a:spcBef>
                <a:spcPct val="40000"/>
              </a:spcBef>
              <a:buFont typeface="Wingdings" panose="05000000000000000000" pitchFamily="2" charset="2"/>
              <a:buNone/>
            </a:pPr>
            <a:r>
              <a:rPr lang="en-US" altLang="en-US" sz="2000" b="1" dirty="0">
                <a:latin typeface="Arial Unicode MS" pitchFamily="34" charset="-128"/>
                <a:ea typeface="Arial Unicode MS" pitchFamily="34" charset="-128"/>
              </a:rPr>
              <a:t>Decoding Data</a:t>
            </a:r>
          </a:p>
          <a:p>
            <a:pPr eaLnBrk="1" hangingPunct="1">
              <a:lnSpc>
                <a:spcPct val="80000"/>
              </a:lnSpc>
              <a:spcBef>
                <a:spcPct val="40000"/>
              </a:spcBef>
            </a:pPr>
            <a:r>
              <a:rPr lang="en-US" altLang="en-US" sz="2000" dirty="0">
                <a:latin typeface="Arial Unicode MS" pitchFamily="34" charset="-128"/>
                <a:ea typeface="Arial Unicode MS" pitchFamily="34" charset="-128"/>
              </a:rPr>
              <a:t>start from the root</a:t>
            </a:r>
          </a:p>
          <a:p>
            <a:pPr eaLnBrk="1" hangingPunct="1">
              <a:lnSpc>
                <a:spcPct val="80000"/>
              </a:lnSpc>
              <a:spcBef>
                <a:spcPct val="40000"/>
              </a:spcBef>
            </a:pPr>
            <a:r>
              <a:rPr lang="en-US" altLang="en-US" sz="2000" dirty="0">
                <a:latin typeface="Arial Unicode MS" pitchFamily="34" charset="-128"/>
                <a:ea typeface="Arial Unicode MS" pitchFamily="34" charset="-128"/>
              </a:rPr>
              <a:t>read the encoded data one bit at a time </a:t>
            </a:r>
          </a:p>
          <a:p>
            <a:pPr eaLnBrk="1" hangingPunct="1">
              <a:lnSpc>
                <a:spcPct val="80000"/>
              </a:lnSpc>
              <a:spcBef>
                <a:spcPct val="40000"/>
              </a:spcBef>
            </a:pPr>
            <a:r>
              <a:rPr lang="en-US" altLang="en-US" sz="2000" dirty="0">
                <a:latin typeface="Arial Unicode MS" pitchFamily="34" charset="-128"/>
                <a:ea typeface="Arial Unicode MS" pitchFamily="34" charset="-128"/>
              </a:rPr>
              <a:t>branch according to the bits encountered in the input </a:t>
            </a:r>
          </a:p>
          <a:p>
            <a:pPr eaLnBrk="1" hangingPunct="1">
              <a:lnSpc>
                <a:spcPct val="80000"/>
              </a:lnSpc>
              <a:spcBef>
                <a:spcPct val="40000"/>
              </a:spcBef>
            </a:pPr>
            <a:r>
              <a:rPr lang="en-US" altLang="en-US" sz="2000" dirty="0">
                <a:latin typeface="Arial Unicode MS" pitchFamily="34" charset="-128"/>
                <a:ea typeface="Arial Unicode MS" pitchFamily="34" charset="-128"/>
              </a:rPr>
              <a:t>Once the bits read match a code for a character, write out the character and start collecting bits again</a:t>
            </a:r>
            <a:endParaRPr lang="en-US" altLang="en-US" sz="2000" dirty="0"/>
          </a:p>
          <a:p>
            <a:pPr eaLnBrk="1" hangingPunct="1">
              <a:lnSpc>
                <a:spcPct val="80000"/>
              </a:lnSpc>
              <a:buFont typeface="Wingdings" panose="05000000000000000000" pitchFamily="2" charset="2"/>
              <a:buNone/>
            </a:pPr>
            <a:endParaRPr lang="en-US" altLang="en-US" sz="2000" dirty="0"/>
          </a:p>
          <a:p>
            <a:pPr eaLnBrk="1" hangingPunct="1">
              <a:lnSpc>
                <a:spcPct val="80000"/>
              </a:lnSpc>
              <a:buFont typeface="Wingdings" panose="05000000000000000000" pitchFamily="2" charset="2"/>
              <a:buNone/>
            </a:pPr>
            <a:r>
              <a:rPr lang="en-US" altLang="en-US" sz="2000" dirty="0"/>
              <a:t>Decode(Tree T)</a:t>
            </a:r>
          </a:p>
          <a:p>
            <a:pPr eaLnBrk="1" hangingPunct="1">
              <a:lnSpc>
                <a:spcPct val="80000"/>
              </a:lnSpc>
              <a:buFont typeface="Wingdings" panose="05000000000000000000" pitchFamily="2" charset="2"/>
              <a:buNone/>
            </a:pPr>
            <a:r>
              <a:rPr lang="en-US" altLang="en-US" sz="2000" dirty="0"/>
              <a:t>	{ t = root; </a:t>
            </a:r>
          </a:p>
          <a:p>
            <a:pPr eaLnBrk="1" hangingPunct="1">
              <a:lnSpc>
                <a:spcPct val="80000"/>
              </a:lnSpc>
              <a:buFont typeface="Wingdings" panose="05000000000000000000" pitchFamily="2" charset="2"/>
              <a:buNone/>
            </a:pPr>
            <a:r>
              <a:rPr lang="en-US" altLang="en-US" sz="2000" dirty="0"/>
              <a:t>	   while not end of input {</a:t>
            </a:r>
          </a:p>
          <a:p>
            <a:pPr eaLnBrk="1" hangingPunct="1">
              <a:lnSpc>
                <a:spcPct val="80000"/>
              </a:lnSpc>
              <a:buFont typeface="Wingdings" panose="05000000000000000000" pitchFamily="2" charset="2"/>
              <a:buNone/>
            </a:pPr>
            <a:r>
              <a:rPr lang="en-US" altLang="en-US" sz="2000" dirty="0"/>
              <a:t>		read a character c</a:t>
            </a:r>
          </a:p>
          <a:p>
            <a:pPr eaLnBrk="1" hangingPunct="1">
              <a:lnSpc>
                <a:spcPct val="80000"/>
              </a:lnSpc>
              <a:buFont typeface="Wingdings" panose="05000000000000000000" pitchFamily="2" charset="2"/>
              <a:buNone/>
            </a:pPr>
            <a:r>
              <a:rPr lang="en-US" altLang="en-US" sz="2000" dirty="0"/>
              <a:t>		if (c == “0’’)    t = </a:t>
            </a:r>
            <a:r>
              <a:rPr lang="en-US" altLang="en-US" sz="2000" dirty="0" err="1"/>
              <a:t>t.</a:t>
            </a:r>
            <a:r>
              <a:rPr lang="en-US" altLang="en-US" sz="2500" i="1" dirty="0" err="1">
                <a:latin typeface="Times New Roman" panose="02020603050405020304" pitchFamily="18" charset="0"/>
              </a:rPr>
              <a:t>left</a:t>
            </a:r>
            <a:endParaRPr lang="en-US" altLang="en-US" sz="2500" i="1" dirty="0">
              <a:latin typeface="Times New Roman" panose="02020603050405020304" pitchFamily="18" charset="0"/>
            </a:endParaRPr>
          </a:p>
          <a:p>
            <a:pPr eaLnBrk="1" hangingPunct="1">
              <a:lnSpc>
                <a:spcPct val="80000"/>
              </a:lnSpc>
              <a:buFont typeface="Wingdings" panose="05000000000000000000" pitchFamily="2" charset="2"/>
              <a:buNone/>
            </a:pPr>
            <a:r>
              <a:rPr lang="en-US" altLang="en-US" sz="2000" dirty="0"/>
              <a:t>		else    t = </a:t>
            </a:r>
            <a:r>
              <a:rPr lang="en-US" altLang="en-US" sz="2000" dirty="0" err="1"/>
              <a:t>t.</a:t>
            </a:r>
            <a:r>
              <a:rPr lang="en-US" altLang="en-US" sz="2500" i="1" dirty="0" err="1">
                <a:latin typeface="Times New Roman" panose="02020603050405020304" pitchFamily="18" charset="0"/>
              </a:rPr>
              <a:t>right</a:t>
            </a:r>
            <a:endParaRPr lang="en-US" altLang="en-US" sz="2500" i="1" dirty="0">
              <a:latin typeface="Times New Roman" panose="02020603050405020304" pitchFamily="18" charset="0"/>
            </a:endParaRPr>
          </a:p>
          <a:p>
            <a:pPr eaLnBrk="1" hangingPunct="1">
              <a:lnSpc>
                <a:spcPct val="80000"/>
              </a:lnSpc>
              <a:buFont typeface="Wingdings" panose="05000000000000000000" pitchFamily="2" charset="2"/>
              <a:buNone/>
            </a:pPr>
            <a:r>
              <a:rPr lang="en-US" altLang="en-US" sz="2000" dirty="0"/>
              <a:t>		if ((t. </a:t>
            </a:r>
            <a:r>
              <a:rPr lang="en-US" altLang="en-US" sz="2500" i="1" dirty="0">
                <a:latin typeface="Times New Roman" panose="02020603050405020304" pitchFamily="18" charset="0"/>
              </a:rPr>
              <a:t>left</a:t>
            </a:r>
            <a:r>
              <a:rPr lang="en-US" altLang="en-US" sz="2000" dirty="0"/>
              <a:t>==Null) &amp;&amp; (</a:t>
            </a:r>
            <a:r>
              <a:rPr lang="en-US" altLang="en-US" sz="2000" dirty="0" err="1"/>
              <a:t>t.</a:t>
            </a:r>
            <a:r>
              <a:rPr lang="en-US" altLang="en-US" sz="2500" i="1" dirty="0" err="1">
                <a:latin typeface="Times New Roman" panose="02020603050405020304" pitchFamily="18" charset="0"/>
              </a:rPr>
              <a:t>right</a:t>
            </a:r>
            <a:r>
              <a:rPr lang="en-US" altLang="en-US" sz="2000" dirty="0"/>
              <a:t>==Null))</a:t>
            </a:r>
          </a:p>
          <a:p>
            <a:pPr eaLnBrk="1" hangingPunct="1">
              <a:lnSpc>
                <a:spcPct val="80000"/>
              </a:lnSpc>
              <a:buFont typeface="Wingdings" panose="05000000000000000000" pitchFamily="2" charset="2"/>
              <a:buNone/>
            </a:pPr>
            <a:r>
              <a:rPr lang="en-US" altLang="en-US" sz="2000" dirty="0"/>
              <a:t>		    { print (t.</a:t>
            </a:r>
            <a:r>
              <a:rPr lang="en-US" altLang="en-US" sz="2500" i="1" dirty="0">
                <a:latin typeface="Times New Roman" panose="02020603050405020304" pitchFamily="18" charset="0"/>
              </a:rPr>
              <a:t>ch</a:t>
            </a:r>
            <a:r>
              <a:rPr lang="en-US" altLang="en-US" sz="2000" dirty="0"/>
              <a:t>)</a:t>
            </a:r>
          </a:p>
          <a:p>
            <a:pPr eaLnBrk="1" hangingPunct="1">
              <a:lnSpc>
                <a:spcPct val="80000"/>
              </a:lnSpc>
              <a:buFont typeface="Wingdings" panose="05000000000000000000" pitchFamily="2" charset="2"/>
              <a:buNone/>
            </a:pPr>
            <a:r>
              <a:rPr lang="en-US" altLang="en-US" sz="2000" dirty="0"/>
              <a:t>		       t = root</a:t>
            </a:r>
          </a:p>
          <a:p>
            <a:pPr eaLnBrk="1" hangingPunct="1">
              <a:lnSpc>
                <a:spcPct val="80000"/>
              </a:lnSpc>
              <a:buFont typeface="Wingdings" panose="05000000000000000000" pitchFamily="2" charset="2"/>
              <a:buNone/>
            </a:pPr>
            <a:r>
              <a:rPr lang="en-US" altLang="en-US" sz="2000" dirty="0"/>
              <a:t>		     }</a:t>
            </a:r>
          </a:p>
          <a:p>
            <a:pPr eaLnBrk="1" hangingPunct="1">
              <a:lnSpc>
                <a:spcPct val="80000"/>
              </a:lnSpc>
              <a:buFont typeface="Wingdings" panose="05000000000000000000" pitchFamily="2" charset="2"/>
              <a:buNone/>
            </a:pPr>
            <a:r>
              <a:rPr lang="en-US" altLang="en-US" sz="2000" dirty="0"/>
              <a:t>	}}</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a:t>Decoding Example</a:t>
            </a:r>
          </a:p>
        </p:txBody>
      </p:sp>
      <p:sp>
        <p:nvSpPr>
          <p:cNvPr id="27651" name="Rectangle 3"/>
          <p:cNvSpPr>
            <a:spLocks noGrp="1" noChangeArrowheads="1"/>
          </p:cNvSpPr>
          <p:nvPr>
            <p:ph type="body" idx="1"/>
          </p:nvPr>
        </p:nvSpPr>
        <p:spPr>
          <a:xfrm>
            <a:off x="336550" y="1676400"/>
            <a:ext cx="8807450" cy="685800"/>
          </a:xfrm>
        </p:spPr>
        <p:txBody>
          <a:bodyPr/>
          <a:lstStyle/>
          <a:p>
            <a:pPr marL="342900" indent="-342900" eaLnBrk="1" hangingPunct="1"/>
            <a:r>
              <a:rPr lang="en-US" altLang="en-US"/>
              <a:t> Decode the following code: 000101100 </a:t>
            </a:r>
          </a:p>
        </p:txBody>
      </p:sp>
      <p:grpSp>
        <p:nvGrpSpPr>
          <p:cNvPr id="27652" name="Group 4"/>
          <p:cNvGrpSpPr>
            <a:grpSpLocks/>
          </p:cNvGrpSpPr>
          <p:nvPr/>
        </p:nvGrpSpPr>
        <p:grpSpPr bwMode="auto">
          <a:xfrm>
            <a:off x="990600" y="2590800"/>
            <a:ext cx="3965575" cy="3732213"/>
            <a:chOff x="1388" y="1892"/>
            <a:chExt cx="2498" cy="2351"/>
          </a:xfrm>
        </p:grpSpPr>
        <p:grpSp>
          <p:nvGrpSpPr>
            <p:cNvPr id="27654" name="Group 5"/>
            <p:cNvGrpSpPr>
              <a:grpSpLocks/>
            </p:cNvGrpSpPr>
            <p:nvPr/>
          </p:nvGrpSpPr>
          <p:grpSpPr bwMode="auto">
            <a:xfrm>
              <a:off x="1388" y="1892"/>
              <a:ext cx="2498" cy="2176"/>
              <a:chOff x="2783" y="964"/>
              <a:chExt cx="2498" cy="2353"/>
            </a:xfrm>
          </p:grpSpPr>
          <p:grpSp>
            <p:nvGrpSpPr>
              <p:cNvPr id="27656" name="Group 6"/>
              <p:cNvGrpSpPr>
                <a:grpSpLocks/>
              </p:cNvGrpSpPr>
              <p:nvPr/>
            </p:nvGrpSpPr>
            <p:grpSpPr bwMode="auto">
              <a:xfrm>
                <a:off x="2783" y="964"/>
                <a:ext cx="2498" cy="2353"/>
                <a:chOff x="2783" y="964"/>
                <a:chExt cx="2498" cy="2353"/>
              </a:xfrm>
            </p:grpSpPr>
            <p:sp>
              <p:nvSpPr>
                <p:cNvPr id="27667" name="Line 7"/>
                <p:cNvSpPr>
                  <a:spLocks noChangeShapeType="1"/>
                </p:cNvSpPr>
                <p:nvPr/>
              </p:nvSpPr>
              <p:spPr bwMode="auto">
                <a:xfrm flipH="1">
                  <a:off x="4010" y="2730"/>
                  <a:ext cx="209" cy="33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68" name="Line 8"/>
                <p:cNvSpPr>
                  <a:spLocks noChangeShapeType="1"/>
                </p:cNvSpPr>
                <p:nvPr/>
              </p:nvSpPr>
              <p:spPr bwMode="auto">
                <a:xfrm>
                  <a:off x="4405" y="2722"/>
                  <a:ext cx="232" cy="351"/>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69" name="Line 9"/>
                <p:cNvSpPr>
                  <a:spLocks noChangeShapeType="1"/>
                </p:cNvSpPr>
                <p:nvPr/>
              </p:nvSpPr>
              <p:spPr bwMode="auto">
                <a:xfrm>
                  <a:off x="4758" y="2237"/>
                  <a:ext cx="239" cy="26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0" name="Line 10"/>
                <p:cNvSpPr>
                  <a:spLocks noChangeShapeType="1"/>
                </p:cNvSpPr>
                <p:nvPr/>
              </p:nvSpPr>
              <p:spPr bwMode="auto">
                <a:xfrm>
                  <a:off x="4158" y="1734"/>
                  <a:ext cx="404" cy="34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1" name="Line 11"/>
                <p:cNvSpPr>
                  <a:spLocks noChangeShapeType="1"/>
                </p:cNvSpPr>
                <p:nvPr/>
              </p:nvSpPr>
              <p:spPr bwMode="auto">
                <a:xfrm>
                  <a:off x="3531" y="1204"/>
                  <a:ext cx="404" cy="34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2" name="Line 12"/>
                <p:cNvSpPr>
                  <a:spLocks noChangeShapeType="1"/>
                </p:cNvSpPr>
                <p:nvPr/>
              </p:nvSpPr>
              <p:spPr bwMode="auto">
                <a:xfrm>
                  <a:off x="3546" y="2229"/>
                  <a:ext cx="179"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3" name="Line 13"/>
                <p:cNvSpPr>
                  <a:spLocks noChangeShapeType="1"/>
                </p:cNvSpPr>
                <p:nvPr/>
              </p:nvSpPr>
              <p:spPr bwMode="auto">
                <a:xfrm flipH="1">
                  <a:off x="3134" y="2229"/>
                  <a:ext cx="195" cy="277"/>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4" name="Line 14"/>
                <p:cNvSpPr>
                  <a:spLocks noChangeShapeType="1"/>
                </p:cNvSpPr>
                <p:nvPr/>
              </p:nvSpPr>
              <p:spPr bwMode="auto">
                <a:xfrm flipV="1">
                  <a:off x="4367" y="2167"/>
                  <a:ext cx="268" cy="359"/>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675" name="Line 15"/>
                <p:cNvSpPr>
                  <a:spLocks noChangeShapeType="1"/>
                </p:cNvSpPr>
                <p:nvPr/>
              </p:nvSpPr>
              <p:spPr bwMode="auto">
                <a:xfrm flipV="1">
                  <a:off x="2992" y="1227"/>
                  <a:ext cx="314" cy="28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7676" name="Group 16"/>
                <p:cNvGrpSpPr>
                  <a:grpSpLocks/>
                </p:cNvGrpSpPr>
                <p:nvPr/>
              </p:nvGrpSpPr>
              <p:grpSpPr bwMode="auto">
                <a:xfrm>
                  <a:off x="2783" y="964"/>
                  <a:ext cx="2498" cy="2353"/>
                  <a:chOff x="2783" y="964"/>
                  <a:chExt cx="2498" cy="2353"/>
                </a:xfrm>
              </p:grpSpPr>
              <p:grpSp>
                <p:nvGrpSpPr>
                  <p:cNvPr id="27678" name="Group 17"/>
                  <p:cNvGrpSpPr>
                    <a:grpSpLocks/>
                  </p:cNvGrpSpPr>
                  <p:nvPr/>
                </p:nvGrpSpPr>
                <p:grpSpPr bwMode="auto">
                  <a:xfrm>
                    <a:off x="3209" y="964"/>
                    <a:ext cx="437" cy="284"/>
                    <a:chOff x="4496" y="950"/>
                    <a:chExt cx="437" cy="284"/>
                  </a:xfrm>
                </p:grpSpPr>
                <p:sp>
                  <p:nvSpPr>
                    <p:cNvPr id="27709" name="Oval 18"/>
                    <p:cNvSpPr>
                      <a:spLocks noChangeArrowheads="1"/>
                    </p:cNvSpPr>
                    <p:nvPr/>
                  </p:nvSpPr>
                  <p:spPr bwMode="auto">
                    <a:xfrm>
                      <a:off x="4496" y="950"/>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710" name="Text Box 19"/>
                    <p:cNvSpPr txBox="1">
                      <a:spLocks noChangeArrowheads="1"/>
                    </p:cNvSpPr>
                    <p:nvPr/>
                  </p:nvSpPr>
                  <p:spPr bwMode="auto">
                    <a:xfrm>
                      <a:off x="4533" y="979"/>
                      <a:ext cx="4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100</a:t>
                      </a:r>
                    </a:p>
                  </p:txBody>
                </p:sp>
              </p:grpSp>
              <p:grpSp>
                <p:nvGrpSpPr>
                  <p:cNvPr id="27679" name="Group 20"/>
                  <p:cNvGrpSpPr>
                    <a:grpSpLocks/>
                  </p:cNvGrpSpPr>
                  <p:nvPr/>
                </p:nvGrpSpPr>
                <p:grpSpPr bwMode="auto">
                  <a:xfrm>
                    <a:off x="3828" y="1481"/>
                    <a:ext cx="429" cy="284"/>
                    <a:chOff x="4779" y="1443"/>
                    <a:chExt cx="429" cy="284"/>
                  </a:xfrm>
                </p:grpSpPr>
                <p:sp>
                  <p:nvSpPr>
                    <p:cNvPr id="27707" name="Oval 21"/>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708" name="Text Box 22"/>
                    <p:cNvSpPr txBox="1">
                      <a:spLocks noChangeArrowheads="1"/>
                    </p:cNvSpPr>
                    <p:nvPr/>
                  </p:nvSpPr>
                  <p:spPr bwMode="auto">
                    <a:xfrm>
                      <a:off x="4808" y="1471"/>
                      <a:ext cx="4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55</a:t>
                      </a:r>
                    </a:p>
                  </p:txBody>
                </p:sp>
              </p:grpSp>
              <p:grpSp>
                <p:nvGrpSpPr>
                  <p:cNvPr id="27680" name="Group 23"/>
                  <p:cNvGrpSpPr>
                    <a:grpSpLocks/>
                  </p:cNvGrpSpPr>
                  <p:nvPr/>
                </p:nvGrpSpPr>
                <p:grpSpPr bwMode="auto">
                  <a:xfrm>
                    <a:off x="4454" y="1981"/>
                    <a:ext cx="429" cy="284"/>
                    <a:chOff x="4779" y="1443"/>
                    <a:chExt cx="429" cy="284"/>
                  </a:xfrm>
                </p:grpSpPr>
                <p:sp>
                  <p:nvSpPr>
                    <p:cNvPr id="27705" name="Oval 24"/>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706" name="Text Box 25"/>
                    <p:cNvSpPr txBox="1">
                      <a:spLocks noChangeArrowheads="1"/>
                    </p:cNvSpPr>
                    <p:nvPr/>
                  </p:nvSpPr>
                  <p:spPr bwMode="auto">
                    <a:xfrm>
                      <a:off x="4808" y="1472"/>
                      <a:ext cx="4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30</a:t>
                      </a:r>
                    </a:p>
                  </p:txBody>
                </p:sp>
              </p:grpSp>
              <p:grpSp>
                <p:nvGrpSpPr>
                  <p:cNvPr id="27681" name="Group 26"/>
                  <p:cNvGrpSpPr>
                    <a:grpSpLocks/>
                  </p:cNvGrpSpPr>
                  <p:nvPr/>
                </p:nvGrpSpPr>
                <p:grpSpPr bwMode="auto">
                  <a:xfrm>
                    <a:off x="4089" y="2482"/>
                    <a:ext cx="429" cy="284"/>
                    <a:chOff x="4779" y="1443"/>
                    <a:chExt cx="429" cy="284"/>
                  </a:xfrm>
                </p:grpSpPr>
                <p:sp>
                  <p:nvSpPr>
                    <p:cNvPr id="27703" name="Oval 27"/>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704" name="Text Box 28"/>
                    <p:cNvSpPr txBox="1">
                      <a:spLocks noChangeArrowheads="1"/>
                    </p:cNvSpPr>
                    <p:nvPr/>
                  </p:nvSpPr>
                  <p:spPr bwMode="auto">
                    <a:xfrm>
                      <a:off x="4808" y="1471"/>
                      <a:ext cx="40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14</a:t>
                      </a:r>
                    </a:p>
                  </p:txBody>
                </p:sp>
              </p:grpSp>
              <p:grpSp>
                <p:nvGrpSpPr>
                  <p:cNvPr id="27682" name="Group 29"/>
                  <p:cNvGrpSpPr>
                    <a:grpSpLocks/>
                  </p:cNvGrpSpPr>
                  <p:nvPr/>
                </p:nvGrpSpPr>
                <p:grpSpPr bwMode="auto">
                  <a:xfrm>
                    <a:off x="3213" y="1981"/>
                    <a:ext cx="429" cy="284"/>
                    <a:chOff x="4779" y="1443"/>
                    <a:chExt cx="429" cy="284"/>
                  </a:xfrm>
                </p:grpSpPr>
                <p:sp>
                  <p:nvSpPr>
                    <p:cNvPr id="27701" name="Oval 30"/>
                    <p:cNvSpPr>
                      <a:spLocks noChangeArrowheads="1"/>
                    </p:cNvSpPr>
                    <p:nvPr/>
                  </p:nvSpPr>
                  <p:spPr bwMode="auto">
                    <a:xfrm>
                      <a:off x="4779" y="1443"/>
                      <a:ext cx="426" cy="284"/>
                    </a:xfrm>
                    <a:prstGeom prst="ellipse">
                      <a:avLst/>
                    </a:prstGeom>
                    <a:solidFill>
                      <a:schemeClr val="tx2"/>
                    </a:solidFill>
                    <a:ln w="28575" cap="sq">
                      <a:solidFill>
                        <a:schemeClr val="tx1"/>
                      </a:solidFill>
                      <a:round/>
                      <a:headEnd/>
                      <a:tailEnd/>
                    </a:ln>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702" name="Text Box 31"/>
                    <p:cNvSpPr txBox="1">
                      <a:spLocks noChangeArrowheads="1"/>
                    </p:cNvSpPr>
                    <p:nvPr/>
                  </p:nvSpPr>
                  <p:spPr bwMode="auto">
                    <a:xfrm>
                      <a:off x="4808" y="1472"/>
                      <a:ext cx="40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a:spcBef>
                          <a:spcPct val="50000"/>
                        </a:spcBef>
                      </a:pPr>
                      <a:r>
                        <a:rPr kumimoji="1" lang="en-US" altLang="en-US" b="1">
                          <a:solidFill>
                            <a:schemeClr val="bg2"/>
                          </a:solidFill>
                          <a:latin typeface="Courier New" panose="02070309020205020404" pitchFamily="49" charset="0"/>
                        </a:rPr>
                        <a:t>25</a:t>
                      </a:r>
                    </a:p>
                  </p:txBody>
                </p:sp>
              </p:grpSp>
              <p:grpSp>
                <p:nvGrpSpPr>
                  <p:cNvPr id="27683" name="Group 32"/>
                  <p:cNvGrpSpPr>
                    <a:grpSpLocks/>
                  </p:cNvGrpSpPr>
                  <p:nvPr/>
                </p:nvGrpSpPr>
                <p:grpSpPr bwMode="auto">
                  <a:xfrm>
                    <a:off x="3517" y="2506"/>
                    <a:ext cx="515" cy="250"/>
                    <a:chOff x="5072" y="3059"/>
                    <a:chExt cx="515" cy="250"/>
                  </a:xfrm>
                </p:grpSpPr>
                <p:sp>
                  <p:nvSpPr>
                    <p:cNvPr id="27699" name="Rectangle 33"/>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700" name="Text Box 34"/>
                    <p:cNvSpPr txBox="1">
                      <a:spLocks noChangeArrowheads="1"/>
                    </p:cNvSpPr>
                    <p:nvPr/>
                  </p:nvSpPr>
                  <p:spPr bwMode="auto">
                    <a:xfrm>
                      <a:off x="5072" y="3059"/>
                      <a:ext cx="5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B:13</a:t>
                      </a:r>
                    </a:p>
                  </p:txBody>
                </p:sp>
              </p:grpSp>
              <p:grpSp>
                <p:nvGrpSpPr>
                  <p:cNvPr id="27684" name="Group 35"/>
                  <p:cNvGrpSpPr>
                    <a:grpSpLocks/>
                  </p:cNvGrpSpPr>
                  <p:nvPr/>
                </p:nvGrpSpPr>
                <p:grpSpPr bwMode="auto">
                  <a:xfrm>
                    <a:off x="2913" y="2504"/>
                    <a:ext cx="515" cy="250"/>
                    <a:chOff x="5072" y="3059"/>
                    <a:chExt cx="515" cy="250"/>
                  </a:xfrm>
                </p:grpSpPr>
                <p:sp>
                  <p:nvSpPr>
                    <p:cNvPr id="27697" name="Rectangle 36"/>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698" name="Text Box 37"/>
                    <p:cNvSpPr txBox="1">
                      <a:spLocks noChangeArrowheads="1"/>
                    </p:cNvSpPr>
                    <p:nvPr/>
                  </p:nvSpPr>
                  <p:spPr bwMode="auto">
                    <a:xfrm>
                      <a:off x="5072" y="3059"/>
                      <a:ext cx="5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C:12</a:t>
                      </a:r>
                    </a:p>
                  </p:txBody>
                </p:sp>
              </p:grpSp>
              <p:grpSp>
                <p:nvGrpSpPr>
                  <p:cNvPr id="27685" name="Group 38"/>
                  <p:cNvGrpSpPr>
                    <a:grpSpLocks/>
                  </p:cNvGrpSpPr>
                  <p:nvPr/>
                </p:nvGrpSpPr>
                <p:grpSpPr bwMode="auto">
                  <a:xfrm>
                    <a:off x="2783" y="1512"/>
                    <a:ext cx="515" cy="250"/>
                    <a:chOff x="5072" y="3059"/>
                    <a:chExt cx="515" cy="250"/>
                  </a:xfrm>
                </p:grpSpPr>
                <p:sp>
                  <p:nvSpPr>
                    <p:cNvPr id="27695" name="Rectangle 39"/>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696" name="Text Box 40"/>
                    <p:cNvSpPr txBox="1">
                      <a:spLocks noChangeArrowheads="1"/>
                    </p:cNvSpPr>
                    <p:nvPr/>
                  </p:nvSpPr>
                  <p:spPr bwMode="auto">
                    <a:xfrm>
                      <a:off x="5072" y="3059"/>
                      <a:ext cx="5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A:45</a:t>
                      </a:r>
                    </a:p>
                  </p:txBody>
                </p:sp>
              </p:grpSp>
              <p:grpSp>
                <p:nvGrpSpPr>
                  <p:cNvPr id="27686" name="Group 41"/>
                  <p:cNvGrpSpPr>
                    <a:grpSpLocks/>
                  </p:cNvGrpSpPr>
                  <p:nvPr/>
                </p:nvGrpSpPr>
                <p:grpSpPr bwMode="auto">
                  <a:xfrm>
                    <a:off x="4443" y="3067"/>
                    <a:ext cx="531" cy="250"/>
                    <a:chOff x="4443" y="3067"/>
                    <a:chExt cx="531" cy="250"/>
                  </a:xfrm>
                </p:grpSpPr>
                <p:sp>
                  <p:nvSpPr>
                    <p:cNvPr id="27693" name="Rectangle 42"/>
                    <p:cNvSpPr>
                      <a:spLocks noChangeArrowheads="1"/>
                    </p:cNvSpPr>
                    <p:nvPr/>
                  </p:nvSpPr>
                  <p:spPr bwMode="auto">
                    <a:xfrm>
                      <a:off x="4443" y="3074"/>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694" name="Text Box 43"/>
                    <p:cNvSpPr txBox="1">
                      <a:spLocks noChangeArrowheads="1"/>
                    </p:cNvSpPr>
                    <p:nvPr/>
                  </p:nvSpPr>
                  <p:spPr bwMode="auto">
                    <a:xfrm>
                      <a:off x="4459" y="3067"/>
                      <a:ext cx="5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E:9</a:t>
                      </a:r>
                    </a:p>
                  </p:txBody>
                </p:sp>
              </p:grpSp>
              <p:grpSp>
                <p:nvGrpSpPr>
                  <p:cNvPr id="27687" name="Group 44"/>
                  <p:cNvGrpSpPr>
                    <a:grpSpLocks/>
                  </p:cNvGrpSpPr>
                  <p:nvPr/>
                </p:nvGrpSpPr>
                <p:grpSpPr bwMode="auto">
                  <a:xfrm>
                    <a:off x="3824" y="3066"/>
                    <a:ext cx="539" cy="250"/>
                    <a:chOff x="3824" y="3066"/>
                    <a:chExt cx="539" cy="250"/>
                  </a:xfrm>
                </p:grpSpPr>
                <p:sp>
                  <p:nvSpPr>
                    <p:cNvPr id="27691" name="Rectangle 45"/>
                    <p:cNvSpPr>
                      <a:spLocks noChangeArrowheads="1"/>
                    </p:cNvSpPr>
                    <p:nvPr/>
                  </p:nvSpPr>
                  <p:spPr bwMode="auto">
                    <a:xfrm>
                      <a:off x="3824" y="3073"/>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692" name="Text Box 46"/>
                    <p:cNvSpPr txBox="1">
                      <a:spLocks noChangeArrowheads="1"/>
                    </p:cNvSpPr>
                    <p:nvPr/>
                  </p:nvSpPr>
                  <p:spPr bwMode="auto">
                    <a:xfrm>
                      <a:off x="3848" y="3066"/>
                      <a:ext cx="5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F:5</a:t>
                      </a:r>
                    </a:p>
                  </p:txBody>
                </p:sp>
              </p:grpSp>
              <p:grpSp>
                <p:nvGrpSpPr>
                  <p:cNvPr id="27688" name="Group 47"/>
                  <p:cNvGrpSpPr>
                    <a:grpSpLocks/>
                  </p:cNvGrpSpPr>
                  <p:nvPr/>
                </p:nvGrpSpPr>
                <p:grpSpPr bwMode="auto">
                  <a:xfrm>
                    <a:off x="4766" y="2506"/>
                    <a:ext cx="515" cy="250"/>
                    <a:chOff x="5072" y="3059"/>
                    <a:chExt cx="515" cy="250"/>
                  </a:xfrm>
                </p:grpSpPr>
                <p:sp>
                  <p:nvSpPr>
                    <p:cNvPr id="27689" name="Rectangle 48"/>
                    <p:cNvSpPr>
                      <a:spLocks noChangeArrowheads="1"/>
                    </p:cNvSpPr>
                    <p:nvPr/>
                  </p:nvSpPr>
                  <p:spPr bwMode="auto">
                    <a:xfrm>
                      <a:off x="5101" y="3066"/>
                      <a:ext cx="389" cy="226"/>
                    </a:xfrm>
                    <a:prstGeom prst="rect">
                      <a:avLst/>
                    </a:prstGeom>
                    <a:noFill/>
                    <a:ln w="28575"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endParaRPr lang="en-US" altLang="en-US"/>
                    </a:p>
                  </p:txBody>
                </p:sp>
                <p:sp>
                  <p:nvSpPr>
                    <p:cNvPr id="27690" name="Text Box 49"/>
                    <p:cNvSpPr txBox="1">
                      <a:spLocks noChangeArrowheads="1"/>
                    </p:cNvSpPr>
                    <p:nvPr/>
                  </p:nvSpPr>
                  <p:spPr bwMode="auto">
                    <a:xfrm>
                      <a:off x="5072" y="3059"/>
                      <a:ext cx="51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latin typeface="Courier New" panose="02070309020205020404" pitchFamily="49" charset="0"/>
                        </a:rPr>
                        <a:t>D:16</a:t>
                      </a:r>
                    </a:p>
                  </p:txBody>
                </p:sp>
              </p:grpSp>
            </p:grpSp>
            <p:sp>
              <p:nvSpPr>
                <p:cNvPr id="27677" name="Line 50"/>
                <p:cNvSpPr>
                  <a:spLocks noChangeShapeType="1"/>
                </p:cNvSpPr>
                <p:nvPr/>
              </p:nvSpPr>
              <p:spPr bwMode="auto">
                <a:xfrm flipV="1">
                  <a:off x="3574" y="1727"/>
                  <a:ext cx="314" cy="284"/>
                </a:xfrm>
                <a:prstGeom prst="line">
                  <a:avLst/>
                </a:prstGeom>
                <a:noFill/>
                <a:ln w="28575" cap="sq">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sp>
            <p:nvSpPr>
              <p:cNvPr id="27657" name="Text Box 51"/>
              <p:cNvSpPr txBox="1">
                <a:spLocks noChangeArrowheads="1"/>
              </p:cNvSpPr>
              <p:nvPr/>
            </p:nvSpPr>
            <p:spPr bwMode="auto">
              <a:xfrm>
                <a:off x="2992" y="1181"/>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7658" name="Text Box 52"/>
              <p:cNvSpPr txBox="1">
                <a:spLocks noChangeArrowheads="1"/>
              </p:cNvSpPr>
              <p:nvPr/>
            </p:nvSpPr>
            <p:spPr bwMode="auto">
              <a:xfrm>
                <a:off x="3574" y="1681"/>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7659" name="Text Box 53"/>
              <p:cNvSpPr txBox="1">
                <a:spLocks noChangeArrowheads="1"/>
              </p:cNvSpPr>
              <p:nvPr/>
            </p:nvSpPr>
            <p:spPr bwMode="auto">
              <a:xfrm>
                <a:off x="3052" y="2220"/>
                <a:ext cx="32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7660" name="Text Box 54"/>
              <p:cNvSpPr txBox="1">
                <a:spLocks noChangeArrowheads="1"/>
              </p:cNvSpPr>
              <p:nvPr/>
            </p:nvSpPr>
            <p:spPr bwMode="auto">
              <a:xfrm>
                <a:off x="4313" y="2217"/>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7661" name="Text Box 55"/>
              <p:cNvSpPr txBox="1">
                <a:spLocks noChangeArrowheads="1"/>
              </p:cNvSpPr>
              <p:nvPr/>
            </p:nvSpPr>
            <p:spPr bwMode="auto">
              <a:xfrm>
                <a:off x="3949" y="2751"/>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0</a:t>
                </a:r>
              </a:p>
            </p:txBody>
          </p:sp>
          <p:sp>
            <p:nvSpPr>
              <p:cNvPr id="27662" name="Text Box 56"/>
              <p:cNvSpPr txBox="1">
                <a:spLocks noChangeArrowheads="1"/>
              </p:cNvSpPr>
              <p:nvPr/>
            </p:nvSpPr>
            <p:spPr bwMode="auto">
              <a:xfrm>
                <a:off x="3723" y="1187"/>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7663" name="Text Box 57"/>
              <p:cNvSpPr txBox="1">
                <a:spLocks noChangeArrowheads="1"/>
              </p:cNvSpPr>
              <p:nvPr/>
            </p:nvSpPr>
            <p:spPr bwMode="auto">
              <a:xfrm>
                <a:off x="4328" y="1694"/>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7664" name="Text Box 58"/>
              <p:cNvSpPr txBox="1">
                <a:spLocks noChangeArrowheads="1"/>
              </p:cNvSpPr>
              <p:nvPr/>
            </p:nvSpPr>
            <p:spPr bwMode="auto">
              <a:xfrm>
                <a:off x="4906" y="2211"/>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7665" name="Text Box 59"/>
              <p:cNvSpPr txBox="1">
                <a:spLocks noChangeArrowheads="1"/>
              </p:cNvSpPr>
              <p:nvPr/>
            </p:nvSpPr>
            <p:spPr bwMode="auto">
              <a:xfrm>
                <a:off x="3656" y="2219"/>
                <a:ext cx="329"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sp>
            <p:nvSpPr>
              <p:cNvPr id="27666" name="Text Box 60"/>
              <p:cNvSpPr txBox="1">
                <a:spLocks noChangeArrowheads="1"/>
              </p:cNvSpPr>
              <p:nvPr/>
            </p:nvSpPr>
            <p:spPr bwMode="auto">
              <a:xfrm>
                <a:off x="4545" y="2742"/>
                <a:ext cx="32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r>
                  <a:rPr kumimoji="1" lang="en-US" altLang="en-US" b="1">
                    <a:solidFill>
                      <a:schemeClr val="accent2"/>
                    </a:solidFill>
                    <a:latin typeface="Courier New" panose="02070309020205020404" pitchFamily="49" charset="0"/>
                  </a:rPr>
                  <a:t>1</a:t>
                </a:r>
              </a:p>
            </p:txBody>
          </p:sp>
        </p:grpSp>
        <p:sp>
          <p:nvSpPr>
            <p:cNvPr id="27655" name="Text Box 61"/>
            <p:cNvSpPr txBox="1">
              <a:spLocks noChangeArrowheads="1"/>
            </p:cNvSpPr>
            <p:nvPr/>
          </p:nvSpPr>
          <p:spPr bwMode="auto">
            <a:xfrm>
              <a:off x="2510" y="3993"/>
              <a:ext cx="93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cap="sq">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spcBef>
                  <a:spcPct val="50000"/>
                </a:spcBef>
              </a:pPr>
              <a:endParaRPr kumimoji="1" lang="en-US" altLang="en-US" sz="2000" b="1" i="1">
                <a:solidFill>
                  <a:schemeClr val="hlink"/>
                </a:solidFill>
                <a:latin typeface="Times New Roman" panose="02020603050405020304" pitchFamily="18" charset="0"/>
              </a:endParaRPr>
            </a:p>
          </p:txBody>
        </p:sp>
      </p:grpSp>
      <p:sp>
        <p:nvSpPr>
          <p:cNvPr id="27653" name="Text Box 62"/>
          <p:cNvSpPr txBox="1">
            <a:spLocks noChangeArrowheads="1"/>
          </p:cNvSpPr>
          <p:nvPr/>
        </p:nvSpPr>
        <p:spPr bwMode="auto">
          <a:xfrm>
            <a:off x="5257800" y="2590800"/>
            <a:ext cx="3429000" cy="119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spcBef>
                <a:spcPct val="50000"/>
              </a:spcBef>
            </a:pPr>
            <a:r>
              <a:rPr lang="en-US" altLang="en-US"/>
              <a:t>0 -&gt; A</a:t>
            </a:r>
          </a:p>
          <a:p>
            <a:pPr eaLnBrk="1" hangingPunct="1">
              <a:spcBef>
                <a:spcPct val="50000"/>
              </a:spcBef>
            </a:pPr>
            <a:r>
              <a:rPr lang="en-US" altLang="en-US"/>
              <a:t>0 -&gt; A </a:t>
            </a:r>
          </a:p>
          <a:p>
            <a:pPr eaLnBrk="1" hangingPunct="1">
              <a:spcBef>
                <a:spcPct val="50000"/>
              </a:spcBef>
            </a:pPr>
            <a:r>
              <a:rPr lang="en-US" altLang="en-US"/>
              <a:t>0 -&gt; A </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574675" y="304801"/>
            <a:ext cx="8001000" cy="533400"/>
          </a:xfrm>
        </p:spPr>
        <p:txBody>
          <a:bodyPr/>
          <a:lstStyle/>
          <a:p>
            <a:r>
              <a:rPr lang="en-US" altLang="en-US" dirty="0"/>
              <a:t>Print Huffman codes</a:t>
            </a:r>
          </a:p>
        </p:txBody>
      </p:sp>
      <p:sp>
        <p:nvSpPr>
          <p:cNvPr id="22531" name="Content Placeholder 2"/>
          <p:cNvSpPr>
            <a:spLocks noGrp="1"/>
          </p:cNvSpPr>
          <p:nvPr>
            <p:ph idx="1"/>
          </p:nvPr>
        </p:nvSpPr>
        <p:spPr>
          <a:xfrm>
            <a:off x="566738" y="914400"/>
            <a:ext cx="8001000" cy="5105400"/>
          </a:xfrm>
        </p:spPr>
        <p:txBody>
          <a:bodyPr/>
          <a:lstStyle/>
          <a:p>
            <a:pPr marL="0" indent="0">
              <a:buNone/>
            </a:pPr>
            <a:r>
              <a:rPr lang="en-US" sz="1800" dirty="0"/>
              <a:t>void </a:t>
            </a:r>
            <a:r>
              <a:rPr lang="en-US" sz="1800" dirty="0" err="1"/>
              <a:t>PrintHuffman</a:t>
            </a:r>
            <a:r>
              <a:rPr lang="en-US" sz="1800" dirty="0"/>
              <a:t>(Node* root, string code) </a:t>
            </a:r>
            <a:br>
              <a:rPr lang="en-US" sz="1800" dirty="0"/>
            </a:br>
            <a:r>
              <a:rPr lang="en-US" sz="1800" dirty="0"/>
              <a:t>{</a:t>
            </a:r>
            <a:br>
              <a:rPr lang="en-US" sz="1800" dirty="0"/>
            </a:br>
            <a:r>
              <a:rPr lang="en-US" sz="1800" dirty="0"/>
              <a:t>if (root == NULL)</a:t>
            </a:r>
            <a:br>
              <a:rPr lang="en-US" sz="1800" dirty="0"/>
            </a:br>
            <a:r>
              <a:rPr lang="en-US" sz="1800" dirty="0"/>
              <a:t>return;</a:t>
            </a:r>
            <a:br>
              <a:rPr lang="en-US" sz="1800" dirty="0"/>
            </a:br>
            <a:br>
              <a:rPr lang="en-US" sz="1800" dirty="0"/>
            </a:br>
            <a:r>
              <a:rPr lang="en-US" sz="1800" dirty="0"/>
              <a:t>// Leaf node</a:t>
            </a:r>
            <a:br>
              <a:rPr lang="en-US" sz="1800" dirty="0"/>
            </a:br>
            <a:r>
              <a:rPr lang="en-US" sz="1800" dirty="0"/>
              <a:t>if (root-&gt;left == NULL &amp;&amp; root-&gt;right == NULL)</a:t>
            </a:r>
            <a:br>
              <a:rPr lang="en-US" sz="1800" dirty="0"/>
            </a:br>
            <a:r>
              <a:rPr lang="en-US" sz="1800" dirty="0"/>
              <a:t>{</a:t>
            </a:r>
            <a:br>
              <a:rPr lang="en-US" sz="1800" dirty="0"/>
            </a:br>
            <a:r>
              <a:rPr lang="en-US" sz="1800" dirty="0" err="1"/>
              <a:t>cout</a:t>
            </a:r>
            <a:r>
              <a:rPr lang="en-US" sz="1800" dirty="0"/>
              <a:t> &lt;&lt; root-&gt;</a:t>
            </a:r>
            <a:r>
              <a:rPr lang="en-US" sz="1800" dirty="0" err="1"/>
              <a:t>ch</a:t>
            </a:r>
            <a:r>
              <a:rPr lang="en-US" sz="1800" dirty="0"/>
              <a:t> &lt;&lt; " : " &lt;&lt; code &lt;&lt; </a:t>
            </a:r>
            <a:r>
              <a:rPr lang="en-US" sz="1800" dirty="0" err="1"/>
              <a:t>endl</a:t>
            </a:r>
            <a:r>
              <a:rPr lang="en-US" sz="1800" dirty="0"/>
              <a:t>;</a:t>
            </a:r>
            <a:br>
              <a:rPr lang="en-US" sz="1800" dirty="0"/>
            </a:br>
            <a:r>
              <a:rPr lang="en-US" sz="1800" dirty="0"/>
              <a:t>return;</a:t>
            </a:r>
            <a:br>
              <a:rPr lang="en-US" sz="1800" dirty="0"/>
            </a:br>
            <a:r>
              <a:rPr lang="en-US" sz="1800" dirty="0"/>
              <a:t>}</a:t>
            </a:r>
            <a:br>
              <a:rPr lang="en-US" sz="1800" dirty="0"/>
            </a:br>
            <a:br>
              <a:rPr lang="en-US" sz="1800" dirty="0"/>
            </a:br>
            <a:r>
              <a:rPr lang="en-US" sz="1800" dirty="0"/>
              <a:t>// Go left → add 0</a:t>
            </a:r>
            <a:br>
              <a:rPr lang="en-US" sz="1800" dirty="0"/>
            </a:br>
            <a:r>
              <a:rPr lang="en-US" sz="1800" dirty="0" err="1"/>
              <a:t>PrintHuffman</a:t>
            </a:r>
            <a:r>
              <a:rPr lang="en-US" sz="1800" dirty="0"/>
              <a:t>(root-&gt;left, code + "0");</a:t>
            </a:r>
            <a:br>
              <a:rPr lang="en-US" sz="1800" dirty="0"/>
            </a:br>
            <a:br>
              <a:rPr lang="en-US" sz="1800" dirty="0"/>
            </a:br>
            <a:r>
              <a:rPr lang="en-US" sz="1800" dirty="0"/>
              <a:t>// Go right → add 1</a:t>
            </a:r>
            <a:br>
              <a:rPr lang="en-US" sz="1800" dirty="0"/>
            </a:br>
            <a:r>
              <a:rPr lang="en-US" sz="1800" dirty="0" err="1"/>
              <a:t>PrintHuffman</a:t>
            </a:r>
            <a:r>
              <a:rPr lang="en-US" sz="1800" dirty="0"/>
              <a:t>(root-&gt;right, code + "1");</a:t>
            </a:r>
            <a:br>
              <a:rPr lang="en-US" sz="1800" dirty="0"/>
            </a:br>
            <a:r>
              <a:rPr lang="en-US" sz="1800" dirty="0"/>
              <a:t>}</a:t>
            </a:r>
            <a:endParaRPr lang="en-US" altLang="en-US" sz="1800" dirty="0"/>
          </a:p>
        </p:txBody>
      </p:sp>
      <p:sp>
        <p:nvSpPr>
          <p:cNvPr id="2" name="TextBox 1">
            <a:extLst>
              <a:ext uri="{FF2B5EF4-FFF2-40B4-BE49-F238E27FC236}">
                <a16:creationId xmlns:a16="http://schemas.microsoft.com/office/drawing/2014/main" id="{CE56A7A8-F35A-47EC-8807-984189E2186E}"/>
              </a:ext>
            </a:extLst>
          </p:cNvPr>
          <p:cNvSpPr txBox="1"/>
          <p:nvPr/>
        </p:nvSpPr>
        <p:spPr>
          <a:xfrm>
            <a:off x="6781800" y="381000"/>
            <a:ext cx="3276600" cy="286232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dirty="0">
                <a:latin typeface="+mn-lt"/>
                <a:cs typeface="+mn-cs"/>
              </a:rPr>
              <a:t>The code string is passed by value, so each recursive call receives its own copy of the string. Therefore, modifications made in the left subtree do not affect the right subtree, and each Huffman code is generated independently. </a:t>
            </a:r>
          </a:p>
        </p:txBody>
      </p:sp>
    </p:spTree>
    <p:extLst>
      <p:ext uri="{BB962C8B-B14F-4D97-AF65-F5344CB8AC3E}">
        <p14:creationId xmlns:p14="http://schemas.microsoft.com/office/powerpoint/2010/main" val="1081096361"/>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Profile</Template>
  <TotalTime>3388</TotalTime>
  <Words>1233</Words>
  <Application>Microsoft Office PowerPoint</Application>
  <PresentationFormat>On-screen Show (4:3)</PresentationFormat>
  <Paragraphs>258</Paragraphs>
  <Slides>14</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Arial Unicode MS</vt:lpstr>
      <vt:lpstr>Courier New</vt:lpstr>
      <vt:lpstr>Times New Roman</vt:lpstr>
      <vt:lpstr>Verdana</vt:lpstr>
      <vt:lpstr>Wingdings</vt:lpstr>
      <vt:lpstr>Profile</vt:lpstr>
      <vt:lpstr>Huffman codes </vt:lpstr>
      <vt:lpstr>Space is saved</vt:lpstr>
      <vt:lpstr>Prefix Code</vt:lpstr>
      <vt:lpstr>PowerPoint Presentation</vt:lpstr>
      <vt:lpstr>Building a Huffman Tree </vt:lpstr>
      <vt:lpstr>Building a Huffman Tree </vt:lpstr>
      <vt:lpstr>PowerPoint Presentation</vt:lpstr>
      <vt:lpstr>Example</vt:lpstr>
      <vt:lpstr>Example III</vt:lpstr>
      <vt:lpstr>Encoding Data Once a Huffman code has been generated, data may be encoded simply by replacing each symbol with it's code</vt:lpstr>
      <vt:lpstr>Time Complexity</vt:lpstr>
      <vt:lpstr>PowerPoint Presentation</vt:lpstr>
      <vt:lpstr>Decoding Example</vt:lpstr>
      <vt:lpstr>Print Huffman codes</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Quicksort</dc:title>
  <dc:creator>MaiOoO</dc:creator>
  <cp:lastModifiedBy>mai mimo</cp:lastModifiedBy>
  <cp:revision>147</cp:revision>
  <dcterms:created xsi:type="dcterms:W3CDTF">2004-02-06T12:14:21Z</dcterms:created>
  <dcterms:modified xsi:type="dcterms:W3CDTF">2026-05-09T20:12:10Z</dcterms:modified>
</cp:coreProperties>
</file>