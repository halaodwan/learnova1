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24"/>
  </p:notesMasterIdLst>
  <p:handoutMasterIdLst>
    <p:handoutMasterId r:id="rId25"/>
  </p:handoutMasterIdLst>
  <p:sldIdLst>
    <p:sldId id="285" r:id="rId3"/>
    <p:sldId id="287" r:id="rId4"/>
    <p:sldId id="288" r:id="rId5"/>
    <p:sldId id="289" r:id="rId6"/>
    <p:sldId id="290" r:id="rId7"/>
    <p:sldId id="291" r:id="rId8"/>
    <p:sldId id="292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93" r:id="rId19"/>
    <p:sldId id="300" r:id="rId20"/>
    <p:sldId id="299" r:id="rId21"/>
    <p:sldId id="298" r:id="rId22"/>
    <p:sldId id="297" r:id="rId23"/>
  </p:sldIdLst>
  <p:sldSz cx="9144000" cy="6858000" type="screen4x3"/>
  <p:notesSz cx="6858000" cy="9296400"/>
  <p:defaultTextStyle>
    <a:defPPr>
      <a:defRPr lang="ar-SA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4954C510-9024-4C34-B054-C02494DD89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BADC47CF-F035-4533-AD6F-44819C3F4C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40A6A058-FDED-4836-8E97-15CE2AD015F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EAC9032F-16D9-44D8-8BE1-91DD5BC6AD0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/>
            </a:lvl1pPr>
          </a:lstStyle>
          <a:p>
            <a:pPr>
              <a:defRPr/>
            </a:pPr>
            <a:fld id="{F787E6B7-3A2D-4D58-9673-C8B1FD22EB1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7T07:19:21.0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0,'27'1,"45"8,-13-1,942 53,-17-55,-581-7,-377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35779C0-D5CF-4042-BAB1-6197B07F5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CDEC528-10AB-48FC-8B26-A552FCB367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E5E638D-766A-4B19-A612-278B75B8624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C22A05D9-3D11-4FB0-B580-760C08CC32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3926153-6CFB-488A-8DC8-BBF0BA379AE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E503F7BA-918E-425B-9BA4-521D93AD6D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/>
            </a:lvl1pPr>
          </a:lstStyle>
          <a:p>
            <a:pPr>
              <a:defRPr/>
            </a:pPr>
            <a:fld id="{5177F9DD-4AEC-4AA8-B3E3-48E79012C1B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90C6444-FDE1-4BB8-B00B-49AA167841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3EF33275-9E3A-483C-8A26-31C39AD81CB8}" type="slidenum">
              <a:rPr lang="ar-SA" altLang="en-US" smtClean="0"/>
              <a:pPr algn="l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C5E8D4E-175F-4015-9EF9-5D20213BF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5A652DD-C3C8-422F-B21D-2A269D4DF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486FCC0-C0DD-492F-A6B3-70D382E88A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8F0917B9-ADD0-4535-8409-3CB51E30A936}" type="slidenum">
              <a:rPr lang="ar-SA" altLang="en-US" smtClean="0"/>
              <a:pPr algn="l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1AA4926-FCC9-40CD-8E5E-2C7DD1FB3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509D8357-AB01-4936-A9CB-798EE8211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F4E827F6-5B58-400B-8C57-C0BA468E37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9ADD524B-428F-4B2D-8DC9-F9F2F4FA0AC0}" type="slidenum">
              <a:rPr lang="ar-SA" altLang="en-US" smtClean="0"/>
              <a:pPr algn="l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C9573F8-7FCC-4658-8137-4B710E02C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49BD704-CDCB-4C9F-8A70-E1EEBD2F6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931F019-157E-459F-B7DD-1EB38B0A39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B87FC1CD-3586-4A2F-8B90-AE87DA08509F}" type="slidenum">
              <a:rPr lang="ar-SA" altLang="en-US" smtClean="0"/>
              <a:pPr algn="l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73B6691-CC10-47C7-B994-38F7CA2629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DA7C534-D117-4693-B414-01D310284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FE16630-970C-4354-871D-74C9ED857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B3B32C8-ADAB-41EF-B0C8-04E5D718A6CA}" type="slidenum">
              <a:rPr lang="ar-SA" altLang="en-US" smtClean="0"/>
              <a:pPr algn="l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86DC26F-9847-4226-8186-AD1289F38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0EF8ED3-796D-4DF2-809A-6D03742C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0663D250-6C4E-4D36-B6A8-DFE645DD3B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A6D07899-DC67-420C-9504-BDC4A3DE0570}" type="slidenum">
              <a:rPr lang="ar-SA" altLang="en-US" smtClean="0"/>
              <a:pPr algn="l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ABAD17D-3024-4489-9D63-6EB012676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F976764-057C-4373-8FD6-5762893F4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9F2DE79-A2E1-42FA-B356-FC14C36BE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AE35A106-1F76-4A49-90B2-266075E35A17}" type="slidenum">
              <a:rPr lang="ar-SA" altLang="en-US" smtClean="0"/>
              <a:pPr algn="l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F054A0B-DF3C-42AE-BA76-C834A94D79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82544AE-947A-486E-9DA8-23492EC06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360E729-9270-4871-A6FF-5476EC0BF2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19093AA4-863E-4FA1-8856-5B34230108EA}" type="slidenum">
              <a:rPr lang="ar-SA" altLang="en-US" smtClean="0"/>
              <a:pPr algn="l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509ADCD-527E-4262-8FAB-61AC9AC4C2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BD8ACAED-DFEA-41B1-B5E0-D0CD23F32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FA084BF-9651-4886-9A25-375BFEAEF1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B29CFF16-4F9E-4FB8-9BC5-A9C86AC595C2}" type="slidenum">
              <a:rPr lang="ar-SA" altLang="en-US" smtClean="0"/>
              <a:pPr algn="l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688FFCA-86AA-4CB0-B2EF-9E31032062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151C3D1-6D81-4EDF-A247-19B0CF591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F693A04-8537-4D35-ACE6-16F038E242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C3C6AF40-B82E-4FC4-A028-BD5EAA1629AC}" type="slidenum">
              <a:rPr lang="ar-SA" altLang="en-US" smtClean="0"/>
              <a:pPr algn="l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D1B2B2A-D94D-4BD8-A749-BA3AE3E18A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85F91B8-6698-4C7A-9E0C-219B5CA26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2F402684-C3FA-4612-96E3-B50B18401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1C84559-A884-46F5-972B-E10530C2DFF7}" type="slidenum">
              <a:rPr lang="ar-SA" altLang="en-US" smtClean="0"/>
              <a:pPr algn="l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86FD1EB-6813-4B23-AC25-EAEF5D19D1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6A70BD8-A861-4233-82E5-1F6C25285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3FEE44B-3440-4A54-8B66-996189EFC0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BB13300F-0C84-4613-9A56-C89DC389EE90}" type="slidenum">
              <a:rPr lang="ar-SA" altLang="en-US" smtClean="0"/>
              <a:pPr algn="l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C478D10-1F94-4D23-8227-59F741E6D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77DE225-33CD-4B0A-B595-984CFA83C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57CE382-A6CD-4DDA-B796-2D07D621A6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221073CF-8BC5-4064-ABB8-287AFAB3D186}" type="slidenum">
              <a:rPr lang="ar-SA" altLang="en-US" smtClean="0"/>
              <a:pPr algn="l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0B83774-D4BD-420E-BF32-CFF2C1F9D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5131E15-3A9F-4C83-AFF6-A5F5B188A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64EE91FA-7B64-4130-920D-656783AFD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C70990A-D445-4921-B01B-61BD1497C1DB}" type="slidenum">
              <a:rPr lang="ar-SA" altLang="en-US" smtClean="0"/>
              <a:pPr algn="l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EE5485F-BF72-4F32-ADD7-675F6CAD0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BF27AD8-4CE0-4A99-A6C9-1B1505F21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E016926-A8A3-44EC-AEEE-61557B0B6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431B339C-BF22-400C-940B-2E9ED10EF7F9}" type="slidenum">
              <a:rPr lang="ar-SA" altLang="en-US" smtClean="0"/>
              <a:pPr algn="l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540C880-6C1B-49A2-8602-3CB3E1D0D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8F6B3AD-2BFD-41CC-9D85-E2CE502F9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418013"/>
            <a:ext cx="5026025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6E5793-A5A9-49F4-A28B-D5A455417C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6966F4-5536-4A9C-9D51-894028F7D1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8390DB-68C9-44AA-8F95-73FF76AB33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05C74-3557-4802-B04D-888783FC6F0E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49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4E64F7-1AC8-4327-A62A-8EA0DD286D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6FFC2C-C7E4-4C03-9325-9D8FA51904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EED807-1CF1-4775-9550-31314861E8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3AC1A-A3DF-4537-BE26-5D33668CDBA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22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089907-6E8C-4315-B1E2-9C693C2CFC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D264E-19CD-41EB-8A15-DAE03DE320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C9CC9B-E41C-48C1-82D4-2FFA2D300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5B378-89B0-4685-8DA9-56743672FDF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4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A7AFB-0CD9-4FF6-804A-83450C57DF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F0107-6D28-47A3-895B-21B777531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C4EE7-BA98-43B3-9C4D-9227FDB1CC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F63F0-5D4F-401B-A06B-A2064D7D752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11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D0483C-535D-41F7-9EE4-0C38423302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4F2509-6F1D-41F4-9592-C7E103D865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31D583A-0F83-41B8-81C4-B949AB607E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09767-C85A-4462-9876-AAEBBE514F2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44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2BB58ED-B89E-49D2-BA68-F0D3536AAF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E0D282-3027-4962-AED4-629FFA70E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FB806C-1C2A-4C4B-9D63-D0D0EDD101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B9505-DFC1-4AA9-B487-B3B3BAB9F0D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71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098DE37-D70E-4611-9DC2-59007E0435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FF9E0A-B1E8-4C8F-BAB8-B5077726E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CF2EF-A039-42E0-902C-2D0833488B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3686-A248-430A-94DB-C70198CBF49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32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9A8DB-C1D1-4888-9E77-B0B210892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D4CDE9-9748-42EE-918B-538EC966B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FE45E-8241-4F9E-81C1-555057B0A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33486-DDC2-48FA-8F2E-B0AB5A76C35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88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039CE-0CA8-4B82-A91A-8A9E24312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B9C45-2B80-45C3-B132-48163ACCF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5BCF71-897A-42FE-B7FB-A3C951D18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BF6BE-B778-4DBA-8017-44C5AA278A8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18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582B8B-56B0-404E-BFEB-A8A155439F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17712D-E477-4E7C-8FFB-D5B3D4368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E8D305-6C95-4FA0-8A4D-E421C24398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4A663-05C1-43D4-A0FD-3D5DBF1C9CC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965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4CE346-57C8-4203-ABF8-D86801F1C4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13C886-4901-4C1A-9804-B2A3C58C5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1765F6-CD1D-495F-B7FE-7D578B3C9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EE3-8913-4056-A176-452EAD409BD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572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15CB575-FEC2-4073-8793-502D03D971C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99962031-2B5B-43F3-945C-05ECB93F91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812" y="2811"/>
              <a:ext cx="3946" cy="1505"/>
            </a:xfrm>
            <a:custGeom>
              <a:avLst/>
              <a:gdLst>
                <a:gd name="T0" fmla="*/ 149 w 3934"/>
                <a:gd name="T1" fmla="*/ 1505 h 1505"/>
                <a:gd name="T2" fmla="*/ 689 w 3934"/>
                <a:gd name="T3" fmla="*/ 1331 h 1505"/>
                <a:gd name="T4" fmla="*/ 1217 w 3934"/>
                <a:gd name="T5" fmla="*/ 1157 h 1505"/>
                <a:gd name="T6" fmla="*/ 1733 w 3934"/>
                <a:gd name="T7" fmla="*/ 977 h 1505"/>
                <a:gd name="T8" fmla="*/ 2225 w 3934"/>
                <a:gd name="T9" fmla="*/ 792 h 1505"/>
                <a:gd name="T10" fmla="*/ 2464 w 3934"/>
                <a:gd name="T11" fmla="*/ 696 h 1505"/>
                <a:gd name="T12" fmla="*/ 2698 w 3934"/>
                <a:gd name="T13" fmla="*/ 606 h 1505"/>
                <a:gd name="T14" fmla="*/ 2927 w 3934"/>
                <a:gd name="T15" fmla="*/ 510 h 1505"/>
                <a:gd name="T16" fmla="*/ 3149 w 3934"/>
                <a:gd name="T17" fmla="*/ 420 h 1505"/>
                <a:gd name="T18" fmla="*/ 3358 w 3934"/>
                <a:gd name="T19" fmla="*/ 324 h 1505"/>
                <a:gd name="T20" fmla="*/ 3562 w 3934"/>
                <a:gd name="T21" fmla="*/ 234 h 1505"/>
                <a:gd name="T22" fmla="*/ 3760 w 3934"/>
                <a:gd name="T23" fmla="*/ 138 h 1505"/>
                <a:gd name="T24" fmla="*/ 3946 w 3934"/>
                <a:gd name="T25" fmla="*/ 48 h 1505"/>
                <a:gd name="T26" fmla="*/ 3946 w 3934"/>
                <a:gd name="T27" fmla="*/ 0 h 1505"/>
                <a:gd name="T28" fmla="*/ 3754 w 3934"/>
                <a:gd name="T29" fmla="*/ 96 h 1505"/>
                <a:gd name="T30" fmla="*/ 3550 w 3934"/>
                <a:gd name="T31" fmla="*/ 192 h 1505"/>
                <a:gd name="T32" fmla="*/ 3340 w 3934"/>
                <a:gd name="T33" fmla="*/ 288 h 1505"/>
                <a:gd name="T34" fmla="*/ 3125 w 3934"/>
                <a:gd name="T35" fmla="*/ 384 h 1505"/>
                <a:gd name="T36" fmla="*/ 2897 w 3934"/>
                <a:gd name="T37" fmla="*/ 480 h 1505"/>
                <a:gd name="T38" fmla="*/ 2662 w 3934"/>
                <a:gd name="T39" fmla="*/ 576 h 1505"/>
                <a:gd name="T40" fmla="*/ 2416 w 3934"/>
                <a:gd name="T41" fmla="*/ 672 h 1505"/>
                <a:gd name="T42" fmla="*/ 2171 w 3934"/>
                <a:gd name="T43" fmla="*/ 768 h 1505"/>
                <a:gd name="T44" fmla="*/ 1913 w 3934"/>
                <a:gd name="T45" fmla="*/ 864 h 1505"/>
                <a:gd name="T46" fmla="*/ 1655 w 3934"/>
                <a:gd name="T47" fmla="*/ 960 h 1505"/>
                <a:gd name="T48" fmla="*/ 1115 w 3934"/>
                <a:gd name="T49" fmla="*/ 1145 h 1505"/>
                <a:gd name="T50" fmla="*/ 564 w 3934"/>
                <a:gd name="T51" fmla="*/ 1331 h 1505"/>
                <a:gd name="T52" fmla="*/ 0 w 3934"/>
                <a:gd name="T53" fmla="*/ 1505 h 1505"/>
                <a:gd name="T54" fmla="*/ 149 w 3934"/>
                <a:gd name="T55" fmla="*/ 1505 h 1505"/>
                <a:gd name="T56" fmla="*/ 149 w 3934"/>
                <a:gd name="T57" fmla="*/ 1505 h 150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4E8B2804-8FC8-459B-A088-04647F4126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25" y="3627"/>
              <a:ext cx="1733" cy="689"/>
            </a:xfrm>
            <a:custGeom>
              <a:avLst/>
              <a:gdLst>
                <a:gd name="T0" fmla="*/ 132 w 1728"/>
                <a:gd name="T1" fmla="*/ 689 h 689"/>
                <a:gd name="T2" fmla="*/ 552 w 1728"/>
                <a:gd name="T3" fmla="*/ 527 h 689"/>
                <a:gd name="T4" fmla="*/ 966 w 1728"/>
                <a:gd name="T5" fmla="*/ 365 h 689"/>
                <a:gd name="T6" fmla="*/ 1163 w 1728"/>
                <a:gd name="T7" fmla="*/ 287 h 689"/>
                <a:gd name="T8" fmla="*/ 1361 w 1728"/>
                <a:gd name="T9" fmla="*/ 203 h 689"/>
                <a:gd name="T10" fmla="*/ 1553 w 1728"/>
                <a:gd name="T11" fmla="*/ 126 h 689"/>
                <a:gd name="T12" fmla="*/ 1733 w 1728"/>
                <a:gd name="T13" fmla="*/ 48 h 689"/>
                <a:gd name="T14" fmla="*/ 1733 w 1728"/>
                <a:gd name="T15" fmla="*/ 0 h 689"/>
                <a:gd name="T16" fmla="*/ 1535 w 1728"/>
                <a:gd name="T17" fmla="*/ 84 h 689"/>
                <a:gd name="T18" fmla="*/ 1331 w 1728"/>
                <a:gd name="T19" fmla="*/ 167 h 689"/>
                <a:gd name="T20" fmla="*/ 1121 w 1728"/>
                <a:gd name="T21" fmla="*/ 257 h 689"/>
                <a:gd name="T22" fmla="*/ 906 w 1728"/>
                <a:gd name="T23" fmla="*/ 341 h 689"/>
                <a:gd name="T24" fmla="*/ 455 w 1728"/>
                <a:gd name="T25" fmla="*/ 515 h 689"/>
                <a:gd name="T26" fmla="*/ 0 w 1728"/>
                <a:gd name="T27" fmla="*/ 689 h 689"/>
                <a:gd name="T28" fmla="*/ 132 w 1728"/>
                <a:gd name="T29" fmla="*/ 689 h 689"/>
                <a:gd name="T30" fmla="*/ 132 w 1728"/>
                <a:gd name="T31" fmla="*/ 689 h 6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90FB0-B763-4781-A1C9-B4C7AE806A2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578" cy="3447"/>
            </a:xfrm>
            <a:custGeom>
              <a:avLst/>
              <a:gdLst>
                <a:gd name="T0" fmla="*/ 5578 w 5561"/>
                <a:gd name="T1" fmla="*/ 929 h 3447"/>
                <a:gd name="T2" fmla="*/ 5554 w 5561"/>
                <a:gd name="T3" fmla="*/ 773 h 3447"/>
                <a:gd name="T4" fmla="*/ 5470 w 5561"/>
                <a:gd name="T5" fmla="*/ 629 h 3447"/>
                <a:gd name="T6" fmla="*/ 5343 w 5561"/>
                <a:gd name="T7" fmla="*/ 492 h 3447"/>
                <a:gd name="T8" fmla="*/ 5164 w 5561"/>
                <a:gd name="T9" fmla="*/ 366 h 3447"/>
                <a:gd name="T10" fmla="*/ 4936 w 5561"/>
                <a:gd name="T11" fmla="*/ 252 h 3447"/>
                <a:gd name="T12" fmla="*/ 4666 w 5561"/>
                <a:gd name="T13" fmla="*/ 144 h 3447"/>
                <a:gd name="T14" fmla="*/ 4354 w 5561"/>
                <a:gd name="T15" fmla="*/ 48 h 3447"/>
                <a:gd name="T16" fmla="*/ 4012 w 5561"/>
                <a:gd name="T17" fmla="*/ 0 h 3447"/>
                <a:gd name="T18" fmla="*/ 4372 w 5561"/>
                <a:gd name="T19" fmla="*/ 90 h 3447"/>
                <a:gd name="T20" fmla="*/ 4684 w 5561"/>
                <a:gd name="T21" fmla="*/ 192 h 3447"/>
                <a:gd name="T22" fmla="*/ 4948 w 5561"/>
                <a:gd name="T23" fmla="*/ 306 h 3447"/>
                <a:gd name="T24" fmla="*/ 5164 w 5561"/>
                <a:gd name="T25" fmla="*/ 426 h 3447"/>
                <a:gd name="T26" fmla="*/ 5331 w 5561"/>
                <a:gd name="T27" fmla="*/ 557 h 3447"/>
                <a:gd name="T28" fmla="*/ 5446 w 5561"/>
                <a:gd name="T29" fmla="*/ 701 h 3447"/>
                <a:gd name="T30" fmla="*/ 5506 w 5561"/>
                <a:gd name="T31" fmla="*/ 851 h 3447"/>
                <a:gd name="T32" fmla="*/ 5506 w 5561"/>
                <a:gd name="T33" fmla="*/ 1013 h 3447"/>
                <a:gd name="T34" fmla="*/ 5458 w 5561"/>
                <a:gd name="T35" fmla="*/ 1163 h 3447"/>
                <a:gd name="T36" fmla="*/ 5361 w 5561"/>
                <a:gd name="T37" fmla="*/ 1319 h 3447"/>
                <a:gd name="T38" fmla="*/ 5218 w 5561"/>
                <a:gd name="T39" fmla="*/ 1475 h 3447"/>
                <a:gd name="T40" fmla="*/ 5032 w 5561"/>
                <a:gd name="T41" fmla="*/ 1630 h 3447"/>
                <a:gd name="T42" fmla="*/ 4804 w 5561"/>
                <a:gd name="T43" fmla="*/ 1786 h 3447"/>
                <a:gd name="T44" fmla="*/ 4540 w 5561"/>
                <a:gd name="T45" fmla="*/ 1948 h 3447"/>
                <a:gd name="T46" fmla="*/ 4228 w 5561"/>
                <a:gd name="T47" fmla="*/ 2104 h 3447"/>
                <a:gd name="T48" fmla="*/ 3887 w 5561"/>
                <a:gd name="T49" fmla="*/ 2260 h 3447"/>
                <a:gd name="T50" fmla="*/ 3509 w 5561"/>
                <a:gd name="T51" fmla="*/ 2416 h 3447"/>
                <a:gd name="T52" fmla="*/ 3094 w 5561"/>
                <a:gd name="T53" fmla="*/ 2566 h 3447"/>
                <a:gd name="T54" fmla="*/ 2651 w 5561"/>
                <a:gd name="T55" fmla="*/ 2715 h 3447"/>
                <a:gd name="T56" fmla="*/ 2171 w 5561"/>
                <a:gd name="T57" fmla="*/ 2865 h 3447"/>
                <a:gd name="T58" fmla="*/ 1667 w 5561"/>
                <a:gd name="T59" fmla="*/ 3009 h 3447"/>
                <a:gd name="T60" fmla="*/ 1139 w 5561"/>
                <a:gd name="T61" fmla="*/ 3147 h 3447"/>
                <a:gd name="T62" fmla="*/ 582 w 5561"/>
                <a:gd name="T63" fmla="*/ 3279 h 3447"/>
                <a:gd name="T64" fmla="*/ 0 w 5561"/>
                <a:gd name="T65" fmla="*/ 3447 h 3447"/>
                <a:gd name="T66" fmla="*/ 870 w 5561"/>
                <a:gd name="T67" fmla="*/ 3249 h 3447"/>
                <a:gd name="T68" fmla="*/ 1421 w 5561"/>
                <a:gd name="T69" fmla="*/ 3105 h 3447"/>
                <a:gd name="T70" fmla="*/ 1943 w 5561"/>
                <a:gd name="T71" fmla="*/ 2961 h 3447"/>
                <a:gd name="T72" fmla="*/ 2441 w 5561"/>
                <a:gd name="T73" fmla="*/ 2817 h 3447"/>
                <a:gd name="T74" fmla="*/ 2909 w 5561"/>
                <a:gd name="T75" fmla="*/ 2668 h 3447"/>
                <a:gd name="T76" fmla="*/ 3340 w 5561"/>
                <a:gd name="T77" fmla="*/ 2512 h 3447"/>
                <a:gd name="T78" fmla="*/ 3742 w 5561"/>
                <a:gd name="T79" fmla="*/ 2356 h 3447"/>
                <a:gd name="T80" fmla="*/ 4109 w 5561"/>
                <a:gd name="T81" fmla="*/ 2200 h 3447"/>
                <a:gd name="T82" fmla="*/ 4439 w 5561"/>
                <a:gd name="T83" fmla="*/ 2038 h 3447"/>
                <a:gd name="T84" fmla="*/ 4732 w 5561"/>
                <a:gd name="T85" fmla="*/ 1876 h 3447"/>
                <a:gd name="T86" fmla="*/ 4984 w 5561"/>
                <a:gd name="T87" fmla="*/ 1720 h 3447"/>
                <a:gd name="T88" fmla="*/ 5194 w 5561"/>
                <a:gd name="T89" fmla="*/ 1559 h 3447"/>
                <a:gd name="T90" fmla="*/ 5355 w 5561"/>
                <a:gd name="T91" fmla="*/ 1397 h 3447"/>
                <a:gd name="T92" fmla="*/ 5476 w 5561"/>
                <a:gd name="T93" fmla="*/ 1241 h 3447"/>
                <a:gd name="T94" fmla="*/ 5554 w 5561"/>
                <a:gd name="T95" fmla="*/ 1085 h 3447"/>
                <a:gd name="T96" fmla="*/ 5572 w 5561"/>
                <a:gd name="T97" fmla="*/ 1007 h 34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EFB1638-B474-4F91-8B0A-25F9FEA6F7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42" y="0"/>
              <a:ext cx="816" cy="276"/>
            </a:xfrm>
            <a:custGeom>
              <a:avLst/>
              <a:gdLst/>
              <a:ahLst/>
              <a:cxnLst>
                <a:cxn ang="0">
                  <a:pos x="813" y="222"/>
                </a:cxn>
                <a:cxn ang="0">
                  <a:pos x="670" y="162"/>
                </a:cxn>
                <a:cxn ang="0">
                  <a:pos x="514" y="108"/>
                </a:cxn>
                <a:cxn ang="0">
                  <a:pos x="347" y="54"/>
                </a:cxn>
                <a:cxn ang="0">
                  <a:pos x="167" y="0"/>
                </a:cxn>
                <a:cxn ang="0">
                  <a:pos x="0" y="0"/>
                </a:cxn>
                <a:cxn ang="0">
                  <a:pos x="227" y="60"/>
                </a:cxn>
                <a:cxn ang="0">
                  <a:pos x="442" y="132"/>
                </a:cxn>
                <a:cxn ang="0">
                  <a:pos x="634" y="204"/>
                </a:cxn>
                <a:cxn ang="0">
                  <a:pos x="813" y="276"/>
                </a:cxn>
                <a:cxn ang="0">
                  <a:pos x="813" y="222"/>
                </a:cxn>
                <a:cxn ang="0">
                  <a:pos x="813" y="222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0" cmpd="sng">
              <a:noFill/>
              <a:round/>
              <a:headEnd/>
              <a:tailEnd/>
            </a:ln>
          </p:spPr>
          <p:txBody>
            <a:bodyPr/>
            <a:lstStyle/>
            <a:p>
              <a:pPr algn="r" rtl="1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624A778-96AB-465A-BFDD-8D5CB3FE641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984"/>
              <a:ext cx="5758" cy="2098"/>
            </a:xfrm>
            <a:custGeom>
              <a:avLst/>
              <a:gdLst>
                <a:gd name="T0" fmla="*/ 5758 w 5740"/>
                <a:gd name="T1" fmla="*/ 0 h 2098"/>
                <a:gd name="T2" fmla="*/ 5656 w 5740"/>
                <a:gd name="T3" fmla="*/ 72 h 2098"/>
                <a:gd name="T4" fmla="*/ 5554 w 5740"/>
                <a:gd name="T5" fmla="*/ 138 h 2098"/>
                <a:gd name="T6" fmla="*/ 5440 w 5740"/>
                <a:gd name="T7" fmla="*/ 210 h 2098"/>
                <a:gd name="T8" fmla="*/ 5321 w 5740"/>
                <a:gd name="T9" fmla="*/ 276 h 2098"/>
                <a:gd name="T10" fmla="*/ 5068 w 5740"/>
                <a:gd name="T11" fmla="*/ 414 h 2098"/>
                <a:gd name="T12" fmla="*/ 4792 w 5740"/>
                <a:gd name="T13" fmla="*/ 552 h 2098"/>
                <a:gd name="T14" fmla="*/ 4492 w 5740"/>
                <a:gd name="T15" fmla="*/ 690 h 2098"/>
                <a:gd name="T16" fmla="*/ 4175 w 5740"/>
                <a:gd name="T17" fmla="*/ 827 h 2098"/>
                <a:gd name="T18" fmla="*/ 3839 w 5740"/>
                <a:gd name="T19" fmla="*/ 959 h 2098"/>
                <a:gd name="T20" fmla="*/ 3479 w 5740"/>
                <a:gd name="T21" fmla="*/ 1091 h 2098"/>
                <a:gd name="T22" fmla="*/ 3101 w 5740"/>
                <a:gd name="T23" fmla="*/ 1223 h 2098"/>
                <a:gd name="T24" fmla="*/ 2705 w 5740"/>
                <a:gd name="T25" fmla="*/ 1355 h 2098"/>
                <a:gd name="T26" fmla="*/ 2291 w 5740"/>
                <a:gd name="T27" fmla="*/ 1481 h 2098"/>
                <a:gd name="T28" fmla="*/ 1866 w 5740"/>
                <a:gd name="T29" fmla="*/ 1601 h 2098"/>
                <a:gd name="T30" fmla="*/ 1421 w 5740"/>
                <a:gd name="T31" fmla="*/ 1721 h 2098"/>
                <a:gd name="T32" fmla="*/ 960 w 5740"/>
                <a:gd name="T33" fmla="*/ 1834 h 2098"/>
                <a:gd name="T34" fmla="*/ 486 w 5740"/>
                <a:gd name="T35" fmla="*/ 1948 h 2098"/>
                <a:gd name="T36" fmla="*/ 0 w 5740"/>
                <a:gd name="T37" fmla="*/ 2056 h 2098"/>
                <a:gd name="T38" fmla="*/ 0 w 5740"/>
                <a:gd name="T39" fmla="*/ 2098 h 2098"/>
                <a:gd name="T40" fmla="*/ 479 w 5740"/>
                <a:gd name="T41" fmla="*/ 1990 h 2098"/>
                <a:gd name="T42" fmla="*/ 954 w 5740"/>
                <a:gd name="T43" fmla="*/ 1882 h 2098"/>
                <a:gd name="T44" fmla="*/ 1409 w 5740"/>
                <a:gd name="T45" fmla="*/ 1763 h 2098"/>
                <a:gd name="T46" fmla="*/ 1848 w 5740"/>
                <a:gd name="T47" fmla="*/ 1649 h 2098"/>
                <a:gd name="T48" fmla="*/ 2273 w 5740"/>
                <a:gd name="T49" fmla="*/ 1523 h 2098"/>
                <a:gd name="T50" fmla="*/ 2687 w 5740"/>
                <a:gd name="T51" fmla="*/ 1397 h 2098"/>
                <a:gd name="T52" fmla="*/ 3077 w 5740"/>
                <a:gd name="T53" fmla="*/ 1271 h 2098"/>
                <a:gd name="T54" fmla="*/ 3455 w 5740"/>
                <a:gd name="T55" fmla="*/ 1139 h 2098"/>
                <a:gd name="T56" fmla="*/ 3815 w 5740"/>
                <a:gd name="T57" fmla="*/ 1007 h 2098"/>
                <a:gd name="T58" fmla="*/ 4151 w 5740"/>
                <a:gd name="T59" fmla="*/ 875 h 2098"/>
                <a:gd name="T60" fmla="*/ 4474 w 5740"/>
                <a:gd name="T61" fmla="*/ 737 h 2098"/>
                <a:gd name="T62" fmla="*/ 4774 w 5740"/>
                <a:gd name="T63" fmla="*/ 600 h 2098"/>
                <a:gd name="T64" fmla="*/ 5056 w 5740"/>
                <a:gd name="T65" fmla="*/ 462 h 2098"/>
                <a:gd name="T66" fmla="*/ 5309 w 5740"/>
                <a:gd name="T67" fmla="*/ 324 h 2098"/>
                <a:gd name="T68" fmla="*/ 5548 w 5740"/>
                <a:gd name="T69" fmla="*/ 186 h 2098"/>
                <a:gd name="T70" fmla="*/ 5758 w 5740"/>
                <a:gd name="T71" fmla="*/ 48 h 2098"/>
                <a:gd name="T72" fmla="*/ 5758 w 5740"/>
                <a:gd name="T73" fmla="*/ 0 h 2098"/>
                <a:gd name="T74" fmla="*/ 5758 w 5740"/>
                <a:gd name="T75" fmla="*/ 0 h 209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B48F810-A3BD-4E94-88AC-CA3158634F1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02"/>
              <a:ext cx="1961" cy="1265"/>
            </a:xfrm>
            <a:custGeom>
              <a:avLst/>
              <a:gdLst>
                <a:gd name="T0" fmla="*/ 1961 w 1955"/>
                <a:gd name="T1" fmla="*/ 485 h 1265"/>
                <a:gd name="T2" fmla="*/ 1907 w 1955"/>
                <a:gd name="T3" fmla="*/ 390 h 1265"/>
                <a:gd name="T4" fmla="*/ 1775 w 1955"/>
                <a:gd name="T5" fmla="*/ 306 h 1265"/>
                <a:gd name="T6" fmla="*/ 1584 w 1955"/>
                <a:gd name="T7" fmla="*/ 228 h 1265"/>
                <a:gd name="T8" fmla="*/ 1331 w 1955"/>
                <a:gd name="T9" fmla="*/ 162 h 1265"/>
                <a:gd name="T10" fmla="*/ 1013 w 1955"/>
                <a:gd name="T11" fmla="*/ 102 h 1265"/>
                <a:gd name="T12" fmla="*/ 648 w 1955"/>
                <a:gd name="T13" fmla="*/ 54 h 1265"/>
                <a:gd name="T14" fmla="*/ 228 w 1955"/>
                <a:gd name="T15" fmla="*/ 18 h 1265"/>
                <a:gd name="T16" fmla="*/ 0 w 1955"/>
                <a:gd name="T17" fmla="*/ 12 h 1265"/>
                <a:gd name="T18" fmla="*/ 432 w 1955"/>
                <a:gd name="T19" fmla="*/ 48 h 1265"/>
                <a:gd name="T20" fmla="*/ 815 w 1955"/>
                <a:gd name="T21" fmla="*/ 90 h 1265"/>
                <a:gd name="T22" fmla="*/ 1152 w 1955"/>
                <a:gd name="T23" fmla="*/ 144 h 1265"/>
                <a:gd name="T24" fmla="*/ 1427 w 1955"/>
                <a:gd name="T25" fmla="*/ 204 h 1265"/>
                <a:gd name="T26" fmla="*/ 1643 w 1955"/>
                <a:gd name="T27" fmla="*/ 276 h 1265"/>
                <a:gd name="T28" fmla="*/ 1800 w 1955"/>
                <a:gd name="T29" fmla="*/ 360 h 1265"/>
                <a:gd name="T30" fmla="*/ 1889 w 1955"/>
                <a:gd name="T31" fmla="*/ 443 h 1265"/>
                <a:gd name="T32" fmla="*/ 1907 w 1955"/>
                <a:gd name="T33" fmla="*/ 539 h 1265"/>
                <a:gd name="T34" fmla="*/ 1860 w 1955"/>
                <a:gd name="T35" fmla="*/ 629 h 1265"/>
                <a:gd name="T36" fmla="*/ 1751 w 1955"/>
                <a:gd name="T37" fmla="*/ 719 h 1265"/>
                <a:gd name="T38" fmla="*/ 1584 w 1955"/>
                <a:gd name="T39" fmla="*/ 809 h 1265"/>
                <a:gd name="T40" fmla="*/ 1361 w 1955"/>
                <a:gd name="T41" fmla="*/ 899 h 1265"/>
                <a:gd name="T42" fmla="*/ 1091 w 1955"/>
                <a:gd name="T43" fmla="*/ 989 h 1265"/>
                <a:gd name="T44" fmla="*/ 767 w 1955"/>
                <a:gd name="T45" fmla="*/ 1073 h 1265"/>
                <a:gd name="T46" fmla="*/ 408 w 1955"/>
                <a:gd name="T47" fmla="*/ 1157 h 1265"/>
                <a:gd name="T48" fmla="*/ 0 w 1955"/>
                <a:gd name="T49" fmla="*/ 1241 h 1265"/>
                <a:gd name="T50" fmla="*/ 216 w 1955"/>
                <a:gd name="T51" fmla="*/ 1223 h 1265"/>
                <a:gd name="T52" fmla="*/ 612 w 1955"/>
                <a:gd name="T53" fmla="*/ 1139 h 1265"/>
                <a:gd name="T54" fmla="*/ 960 w 1955"/>
                <a:gd name="T55" fmla="*/ 1049 h 1265"/>
                <a:gd name="T56" fmla="*/ 1266 w 1955"/>
                <a:gd name="T57" fmla="*/ 959 h 1265"/>
                <a:gd name="T58" fmla="*/ 1518 w 1955"/>
                <a:gd name="T59" fmla="*/ 863 h 1265"/>
                <a:gd name="T60" fmla="*/ 1721 w 1955"/>
                <a:gd name="T61" fmla="*/ 767 h 1265"/>
                <a:gd name="T62" fmla="*/ 1866 w 1955"/>
                <a:gd name="T63" fmla="*/ 677 h 1265"/>
                <a:gd name="T64" fmla="*/ 1943 w 1955"/>
                <a:gd name="T65" fmla="*/ 581 h 1265"/>
                <a:gd name="T66" fmla="*/ 1961 w 1955"/>
                <a:gd name="T67" fmla="*/ 533 h 12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A084CD59-6626-4D4E-B3D5-F2DEE579126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709" cy="2901"/>
            </a:xfrm>
            <a:custGeom>
              <a:avLst/>
              <a:gdLst>
                <a:gd name="T0" fmla="*/ 4709 w 4694"/>
                <a:gd name="T1" fmla="*/ 797 h 2901"/>
                <a:gd name="T2" fmla="*/ 4679 w 4694"/>
                <a:gd name="T3" fmla="*/ 665 h 2901"/>
                <a:gd name="T4" fmla="*/ 4601 w 4694"/>
                <a:gd name="T5" fmla="*/ 540 h 2901"/>
                <a:gd name="T6" fmla="*/ 4480 w 4694"/>
                <a:gd name="T7" fmla="*/ 426 h 2901"/>
                <a:gd name="T8" fmla="*/ 4313 w 4694"/>
                <a:gd name="T9" fmla="*/ 312 h 2901"/>
                <a:gd name="T10" fmla="*/ 4097 w 4694"/>
                <a:gd name="T11" fmla="*/ 216 h 2901"/>
                <a:gd name="T12" fmla="*/ 3845 w 4694"/>
                <a:gd name="T13" fmla="*/ 120 h 2901"/>
                <a:gd name="T14" fmla="*/ 3551 w 4694"/>
                <a:gd name="T15" fmla="*/ 36 h 2901"/>
                <a:gd name="T16" fmla="*/ 3215 w 4694"/>
                <a:gd name="T17" fmla="*/ 0 h 2901"/>
                <a:gd name="T18" fmla="*/ 3551 w 4694"/>
                <a:gd name="T19" fmla="*/ 78 h 2901"/>
                <a:gd name="T20" fmla="*/ 3845 w 4694"/>
                <a:gd name="T21" fmla="*/ 162 h 2901"/>
                <a:gd name="T22" fmla="*/ 4097 w 4694"/>
                <a:gd name="T23" fmla="*/ 258 h 2901"/>
                <a:gd name="T24" fmla="*/ 4301 w 4694"/>
                <a:gd name="T25" fmla="*/ 366 h 2901"/>
                <a:gd name="T26" fmla="*/ 4457 w 4694"/>
                <a:gd name="T27" fmla="*/ 480 h 2901"/>
                <a:gd name="T28" fmla="*/ 4565 w 4694"/>
                <a:gd name="T29" fmla="*/ 605 h 2901"/>
                <a:gd name="T30" fmla="*/ 4625 w 4694"/>
                <a:gd name="T31" fmla="*/ 737 h 2901"/>
                <a:gd name="T32" fmla="*/ 4625 w 4694"/>
                <a:gd name="T33" fmla="*/ 875 h 2901"/>
                <a:gd name="T34" fmla="*/ 4583 w 4694"/>
                <a:gd name="T35" fmla="*/ 1001 h 2901"/>
                <a:gd name="T36" fmla="*/ 4504 w 4694"/>
                <a:gd name="T37" fmla="*/ 1127 h 2901"/>
                <a:gd name="T38" fmla="*/ 4385 w 4694"/>
                <a:gd name="T39" fmla="*/ 1259 h 2901"/>
                <a:gd name="T40" fmla="*/ 4228 w 4694"/>
                <a:gd name="T41" fmla="*/ 1385 h 2901"/>
                <a:gd name="T42" fmla="*/ 4037 w 4694"/>
                <a:gd name="T43" fmla="*/ 1517 h 2901"/>
                <a:gd name="T44" fmla="*/ 3815 w 4694"/>
                <a:gd name="T45" fmla="*/ 1648 h 2901"/>
                <a:gd name="T46" fmla="*/ 3557 w 4694"/>
                <a:gd name="T47" fmla="*/ 1774 h 2901"/>
                <a:gd name="T48" fmla="*/ 3269 w 4694"/>
                <a:gd name="T49" fmla="*/ 1906 h 2901"/>
                <a:gd name="T50" fmla="*/ 2951 w 4694"/>
                <a:gd name="T51" fmla="*/ 2032 h 2901"/>
                <a:gd name="T52" fmla="*/ 2603 w 4694"/>
                <a:gd name="T53" fmla="*/ 2164 h 2901"/>
                <a:gd name="T54" fmla="*/ 2231 w 4694"/>
                <a:gd name="T55" fmla="*/ 2284 h 2901"/>
                <a:gd name="T56" fmla="*/ 1830 w 4694"/>
                <a:gd name="T57" fmla="*/ 2410 h 2901"/>
                <a:gd name="T58" fmla="*/ 1403 w 4694"/>
                <a:gd name="T59" fmla="*/ 2530 h 2901"/>
                <a:gd name="T60" fmla="*/ 486 w 4694"/>
                <a:gd name="T61" fmla="*/ 2757 h 2901"/>
                <a:gd name="T62" fmla="*/ 0 w 4694"/>
                <a:gd name="T63" fmla="*/ 2901 h 2901"/>
                <a:gd name="T64" fmla="*/ 972 w 4694"/>
                <a:gd name="T65" fmla="*/ 2674 h 2901"/>
                <a:gd name="T66" fmla="*/ 1643 w 4694"/>
                <a:gd name="T67" fmla="*/ 2494 h 2901"/>
                <a:gd name="T68" fmla="*/ 2064 w 4694"/>
                <a:gd name="T69" fmla="*/ 2374 h 2901"/>
                <a:gd name="T70" fmla="*/ 2459 w 4694"/>
                <a:gd name="T71" fmla="*/ 2248 h 2901"/>
                <a:gd name="T72" fmla="*/ 2825 w 4694"/>
                <a:gd name="T73" fmla="*/ 2116 h 2901"/>
                <a:gd name="T74" fmla="*/ 3161 w 4694"/>
                <a:gd name="T75" fmla="*/ 1984 h 2901"/>
                <a:gd name="T76" fmla="*/ 3473 w 4694"/>
                <a:gd name="T77" fmla="*/ 1858 h 2901"/>
                <a:gd name="T78" fmla="*/ 3749 w 4694"/>
                <a:gd name="T79" fmla="*/ 1720 h 2901"/>
                <a:gd name="T80" fmla="*/ 3995 w 4694"/>
                <a:gd name="T81" fmla="*/ 1589 h 2901"/>
                <a:gd name="T82" fmla="*/ 4204 w 4694"/>
                <a:gd name="T83" fmla="*/ 1457 h 2901"/>
                <a:gd name="T84" fmla="*/ 4385 w 4694"/>
                <a:gd name="T85" fmla="*/ 1325 h 2901"/>
                <a:gd name="T86" fmla="*/ 4522 w 4694"/>
                <a:gd name="T87" fmla="*/ 1193 h 2901"/>
                <a:gd name="T88" fmla="*/ 4625 w 4694"/>
                <a:gd name="T89" fmla="*/ 1061 h 2901"/>
                <a:gd name="T90" fmla="*/ 4685 w 4694"/>
                <a:gd name="T91" fmla="*/ 935 h 2901"/>
                <a:gd name="T92" fmla="*/ 4703 w 4694"/>
                <a:gd name="T93" fmla="*/ 869 h 290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8B8EC1E-81D9-4C93-9BF6-7624916700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3773" cy="2356"/>
            </a:xfrm>
            <a:custGeom>
              <a:avLst/>
              <a:gdLst>
                <a:gd name="T0" fmla="*/ 3773 w 3761"/>
                <a:gd name="T1" fmla="*/ 719 h 2356"/>
                <a:gd name="T2" fmla="*/ 3743 w 3761"/>
                <a:gd name="T3" fmla="*/ 599 h 2356"/>
                <a:gd name="T4" fmla="*/ 3665 w 3761"/>
                <a:gd name="T5" fmla="*/ 486 h 2356"/>
                <a:gd name="T6" fmla="*/ 3533 w 3761"/>
                <a:gd name="T7" fmla="*/ 378 h 2356"/>
                <a:gd name="T8" fmla="*/ 3359 w 3761"/>
                <a:gd name="T9" fmla="*/ 282 h 2356"/>
                <a:gd name="T10" fmla="*/ 3137 w 3761"/>
                <a:gd name="T11" fmla="*/ 192 h 2356"/>
                <a:gd name="T12" fmla="*/ 2873 w 3761"/>
                <a:gd name="T13" fmla="*/ 108 h 2356"/>
                <a:gd name="T14" fmla="*/ 2567 w 3761"/>
                <a:gd name="T15" fmla="*/ 36 h 2356"/>
                <a:gd name="T16" fmla="*/ 2237 w 3761"/>
                <a:gd name="T17" fmla="*/ 0 h 2356"/>
                <a:gd name="T18" fmla="*/ 2585 w 3761"/>
                <a:gd name="T19" fmla="*/ 72 h 2356"/>
                <a:gd name="T20" fmla="*/ 2885 w 3761"/>
                <a:gd name="T21" fmla="*/ 150 h 2356"/>
                <a:gd name="T22" fmla="*/ 3149 w 3761"/>
                <a:gd name="T23" fmla="*/ 234 h 2356"/>
                <a:gd name="T24" fmla="*/ 3359 w 3761"/>
                <a:gd name="T25" fmla="*/ 330 h 2356"/>
                <a:gd name="T26" fmla="*/ 3527 w 3761"/>
                <a:gd name="T27" fmla="*/ 432 h 2356"/>
                <a:gd name="T28" fmla="*/ 3635 w 3761"/>
                <a:gd name="T29" fmla="*/ 545 h 2356"/>
                <a:gd name="T30" fmla="*/ 3695 w 3761"/>
                <a:gd name="T31" fmla="*/ 665 h 2356"/>
                <a:gd name="T32" fmla="*/ 3701 w 3761"/>
                <a:gd name="T33" fmla="*/ 791 h 2356"/>
                <a:gd name="T34" fmla="*/ 3665 w 3761"/>
                <a:gd name="T35" fmla="*/ 887 h 2356"/>
                <a:gd name="T36" fmla="*/ 3604 w 3761"/>
                <a:gd name="T37" fmla="*/ 989 h 2356"/>
                <a:gd name="T38" fmla="*/ 3509 w 3761"/>
                <a:gd name="T39" fmla="*/ 1091 h 2356"/>
                <a:gd name="T40" fmla="*/ 3383 w 3761"/>
                <a:gd name="T41" fmla="*/ 1187 h 2356"/>
                <a:gd name="T42" fmla="*/ 3233 w 3761"/>
                <a:gd name="T43" fmla="*/ 1289 h 2356"/>
                <a:gd name="T44" fmla="*/ 3053 w 3761"/>
                <a:gd name="T45" fmla="*/ 1391 h 2356"/>
                <a:gd name="T46" fmla="*/ 2843 w 3761"/>
                <a:gd name="T47" fmla="*/ 1493 h 2356"/>
                <a:gd name="T48" fmla="*/ 2615 w 3761"/>
                <a:gd name="T49" fmla="*/ 1589 h 2356"/>
                <a:gd name="T50" fmla="*/ 2082 w 3761"/>
                <a:gd name="T51" fmla="*/ 1786 h 2356"/>
                <a:gd name="T52" fmla="*/ 1464 w 3761"/>
                <a:gd name="T53" fmla="*/ 1972 h 2356"/>
                <a:gd name="T54" fmla="*/ 767 w 3761"/>
                <a:gd name="T55" fmla="*/ 2158 h 2356"/>
                <a:gd name="T56" fmla="*/ 0 w 3761"/>
                <a:gd name="T57" fmla="*/ 2326 h 2356"/>
                <a:gd name="T58" fmla="*/ 402 w 3761"/>
                <a:gd name="T59" fmla="*/ 2272 h 2356"/>
                <a:gd name="T60" fmla="*/ 1146 w 3761"/>
                <a:gd name="T61" fmla="*/ 2092 h 2356"/>
                <a:gd name="T62" fmla="*/ 1818 w 3761"/>
                <a:gd name="T63" fmla="*/ 1900 h 2356"/>
                <a:gd name="T64" fmla="*/ 2400 w 3761"/>
                <a:gd name="T65" fmla="*/ 1702 h 2356"/>
                <a:gd name="T66" fmla="*/ 2657 w 3761"/>
                <a:gd name="T67" fmla="*/ 1607 h 2356"/>
                <a:gd name="T68" fmla="*/ 2891 w 3761"/>
                <a:gd name="T69" fmla="*/ 1505 h 2356"/>
                <a:gd name="T70" fmla="*/ 3101 w 3761"/>
                <a:gd name="T71" fmla="*/ 1403 h 2356"/>
                <a:gd name="T72" fmla="*/ 3287 w 3761"/>
                <a:gd name="T73" fmla="*/ 1301 h 2356"/>
                <a:gd name="T74" fmla="*/ 3443 w 3761"/>
                <a:gd name="T75" fmla="*/ 1193 h 2356"/>
                <a:gd name="T76" fmla="*/ 3569 w 3761"/>
                <a:gd name="T77" fmla="*/ 1091 h 2356"/>
                <a:gd name="T78" fmla="*/ 3665 w 3761"/>
                <a:gd name="T79" fmla="*/ 989 h 2356"/>
                <a:gd name="T80" fmla="*/ 3731 w 3761"/>
                <a:gd name="T81" fmla="*/ 887 h 2356"/>
                <a:gd name="T82" fmla="*/ 3767 w 3761"/>
                <a:gd name="T83" fmla="*/ 785 h 235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0E05900-E246-4678-B395-1015058C76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2933" cy="1846"/>
            </a:xfrm>
            <a:custGeom>
              <a:avLst/>
              <a:gdLst>
                <a:gd name="T0" fmla="*/ 2933 w 2924"/>
                <a:gd name="T1" fmla="*/ 647 h 1846"/>
                <a:gd name="T2" fmla="*/ 2885 w 2924"/>
                <a:gd name="T3" fmla="*/ 528 h 1846"/>
                <a:gd name="T4" fmla="*/ 2758 w 2924"/>
                <a:gd name="T5" fmla="*/ 414 h 1846"/>
                <a:gd name="T6" fmla="*/ 2567 w 2924"/>
                <a:gd name="T7" fmla="*/ 318 h 1846"/>
                <a:gd name="T8" fmla="*/ 2309 w 2924"/>
                <a:gd name="T9" fmla="*/ 228 h 1846"/>
                <a:gd name="T10" fmla="*/ 1991 w 2924"/>
                <a:gd name="T11" fmla="*/ 150 h 1846"/>
                <a:gd name="T12" fmla="*/ 1613 w 2924"/>
                <a:gd name="T13" fmla="*/ 78 h 1846"/>
                <a:gd name="T14" fmla="*/ 1182 w 2924"/>
                <a:gd name="T15" fmla="*/ 24 h 1846"/>
                <a:gd name="T16" fmla="*/ 696 w 2924"/>
                <a:gd name="T17" fmla="*/ 0 h 1846"/>
                <a:gd name="T18" fmla="*/ 1194 w 2924"/>
                <a:gd name="T19" fmla="*/ 48 h 1846"/>
                <a:gd name="T20" fmla="*/ 1631 w 2924"/>
                <a:gd name="T21" fmla="*/ 108 h 1846"/>
                <a:gd name="T22" fmla="*/ 2015 w 2924"/>
                <a:gd name="T23" fmla="*/ 180 h 1846"/>
                <a:gd name="T24" fmla="*/ 2333 w 2924"/>
                <a:gd name="T25" fmla="*/ 264 h 1846"/>
                <a:gd name="T26" fmla="*/ 2579 w 2924"/>
                <a:gd name="T27" fmla="*/ 360 h 1846"/>
                <a:gd name="T28" fmla="*/ 2758 w 2924"/>
                <a:gd name="T29" fmla="*/ 468 h 1846"/>
                <a:gd name="T30" fmla="*/ 2855 w 2924"/>
                <a:gd name="T31" fmla="*/ 587 h 1846"/>
                <a:gd name="T32" fmla="*/ 2873 w 2924"/>
                <a:gd name="T33" fmla="*/ 713 h 1846"/>
                <a:gd name="T34" fmla="*/ 2849 w 2924"/>
                <a:gd name="T35" fmla="*/ 785 h 1846"/>
                <a:gd name="T36" fmla="*/ 2801 w 2924"/>
                <a:gd name="T37" fmla="*/ 857 h 1846"/>
                <a:gd name="T38" fmla="*/ 2633 w 2924"/>
                <a:gd name="T39" fmla="*/ 1001 h 1846"/>
                <a:gd name="T40" fmla="*/ 2375 w 2924"/>
                <a:gd name="T41" fmla="*/ 1145 h 1846"/>
                <a:gd name="T42" fmla="*/ 2039 w 2924"/>
                <a:gd name="T43" fmla="*/ 1289 h 1846"/>
                <a:gd name="T44" fmla="*/ 1631 w 2924"/>
                <a:gd name="T45" fmla="*/ 1433 h 1846"/>
                <a:gd name="T46" fmla="*/ 1146 w 2924"/>
                <a:gd name="T47" fmla="*/ 1571 h 1846"/>
                <a:gd name="T48" fmla="*/ 606 w 2924"/>
                <a:gd name="T49" fmla="*/ 1702 h 1846"/>
                <a:gd name="T50" fmla="*/ 0 w 2924"/>
                <a:gd name="T51" fmla="*/ 1828 h 1846"/>
                <a:gd name="T52" fmla="*/ 312 w 2924"/>
                <a:gd name="T53" fmla="*/ 1780 h 1846"/>
                <a:gd name="T54" fmla="*/ 900 w 2924"/>
                <a:gd name="T55" fmla="*/ 1648 h 1846"/>
                <a:gd name="T56" fmla="*/ 1421 w 2924"/>
                <a:gd name="T57" fmla="*/ 1511 h 1846"/>
                <a:gd name="T58" fmla="*/ 1877 w 2924"/>
                <a:gd name="T59" fmla="*/ 1367 h 1846"/>
                <a:gd name="T60" fmla="*/ 2261 w 2924"/>
                <a:gd name="T61" fmla="*/ 1223 h 1846"/>
                <a:gd name="T62" fmla="*/ 2567 w 2924"/>
                <a:gd name="T63" fmla="*/ 1079 h 1846"/>
                <a:gd name="T64" fmla="*/ 2783 w 2924"/>
                <a:gd name="T65" fmla="*/ 929 h 1846"/>
                <a:gd name="T66" fmla="*/ 2885 w 2924"/>
                <a:gd name="T67" fmla="*/ 815 h 1846"/>
                <a:gd name="T68" fmla="*/ 2921 w 2924"/>
                <a:gd name="T69" fmla="*/ 743 h 1846"/>
                <a:gd name="T70" fmla="*/ 2933 w 2924"/>
                <a:gd name="T71" fmla="*/ 707 h 18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489680CA-AE02-4DB9-A4C5-D9EE481866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4" y="2847"/>
              <a:ext cx="1493" cy="204"/>
            </a:xfrm>
            <a:custGeom>
              <a:avLst/>
              <a:gdLst>
                <a:gd name="T0" fmla="*/ 1404 w 1488"/>
                <a:gd name="T1" fmla="*/ 204 h 204"/>
                <a:gd name="T2" fmla="*/ 0 w 1488"/>
                <a:gd name="T3" fmla="*/ 18 h 204"/>
                <a:gd name="T4" fmla="*/ 77 w 1488"/>
                <a:gd name="T5" fmla="*/ 0 h 204"/>
                <a:gd name="T6" fmla="*/ 1493 w 1488"/>
                <a:gd name="T7" fmla="*/ 186 h 204"/>
                <a:gd name="T8" fmla="*/ 1404 w 1488"/>
                <a:gd name="T9" fmla="*/ 204 h 204"/>
                <a:gd name="T10" fmla="*/ 1404 w 1488"/>
                <a:gd name="T11" fmla="*/ 204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348B11BF-A701-4F33-9199-20C0A07FDA7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>
              <a:noFill/>
            </a:ln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C9A5AD2D-CCA2-4EEB-BF6F-FC552426C0D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>
              <a:noFill/>
            </a:ln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grpSp>
          <p:nvGrpSpPr>
            <p:cNvPr id="17" name="Group 15">
              <a:extLst>
                <a:ext uri="{FF2B5EF4-FFF2-40B4-BE49-F238E27FC236}">
                  <a16:creationId xmlns:a16="http://schemas.microsoft.com/office/drawing/2014/main" id="{65AA387B-B464-4F72-A072-8B4CA081D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284"/>
              <a:ext cx="1254" cy="923"/>
              <a:chOff x="192" y="2284"/>
              <a:chExt cx="1254" cy="923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E20E9A3B-5354-496B-A2AE-B7E967F1AC3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8" y="3009"/>
                <a:ext cx="47" cy="6"/>
              </a:xfrm>
              <a:custGeom>
                <a:avLst/>
                <a:gdLst>
                  <a:gd name="T0" fmla="*/ 47 w 47"/>
                  <a:gd name="T1" fmla="*/ 6 h 6"/>
                  <a:gd name="T2" fmla="*/ 0 w 47"/>
                  <a:gd name="T3" fmla="*/ 0 h 6"/>
                  <a:gd name="T4" fmla="*/ 0 w 47"/>
                  <a:gd name="T5" fmla="*/ 0 h 6"/>
                  <a:gd name="T6" fmla="*/ 47 w 47"/>
                  <a:gd name="T7" fmla="*/ 6 h 6"/>
                  <a:gd name="T8" fmla="*/ 47 w 47"/>
                  <a:gd name="T9" fmla="*/ 6 h 6"/>
                  <a:gd name="T10" fmla="*/ 47 w 47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7">
                <a:extLst>
                  <a:ext uri="{FF2B5EF4-FFF2-40B4-BE49-F238E27FC236}">
                    <a16:creationId xmlns:a16="http://schemas.microsoft.com/office/drawing/2014/main" id="{4A7C8A7F-DE48-47E6-9599-9E32F29AD5E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12" y="2284"/>
                <a:ext cx="324" cy="162"/>
              </a:xfrm>
              <a:custGeom>
                <a:avLst/>
                <a:gdLst>
                  <a:gd name="T0" fmla="*/ 0 w 323"/>
                  <a:gd name="T1" fmla="*/ 24 h 162"/>
                  <a:gd name="T2" fmla="*/ 6 w 323"/>
                  <a:gd name="T3" fmla="*/ 24 h 162"/>
                  <a:gd name="T4" fmla="*/ 12 w 323"/>
                  <a:gd name="T5" fmla="*/ 18 h 162"/>
                  <a:gd name="T6" fmla="*/ 48 w 323"/>
                  <a:gd name="T7" fmla="*/ 6 h 162"/>
                  <a:gd name="T8" fmla="*/ 101 w 323"/>
                  <a:gd name="T9" fmla="*/ 0 h 162"/>
                  <a:gd name="T10" fmla="*/ 137 w 323"/>
                  <a:gd name="T11" fmla="*/ 6 h 162"/>
                  <a:gd name="T12" fmla="*/ 174 w 323"/>
                  <a:gd name="T13" fmla="*/ 18 h 162"/>
                  <a:gd name="T14" fmla="*/ 240 w 323"/>
                  <a:gd name="T15" fmla="*/ 54 h 162"/>
                  <a:gd name="T16" fmla="*/ 288 w 323"/>
                  <a:gd name="T17" fmla="*/ 90 h 162"/>
                  <a:gd name="T18" fmla="*/ 318 w 323"/>
                  <a:gd name="T19" fmla="*/ 114 h 162"/>
                  <a:gd name="T20" fmla="*/ 324 w 323"/>
                  <a:gd name="T21" fmla="*/ 126 h 162"/>
                  <a:gd name="T22" fmla="*/ 324 w 323"/>
                  <a:gd name="T23" fmla="*/ 126 h 162"/>
                  <a:gd name="T24" fmla="*/ 222 w 323"/>
                  <a:gd name="T25" fmla="*/ 162 h 162"/>
                  <a:gd name="T26" fmla="*/ 0 w 323"/>
                  <a:gd name="T27" fmla="*/ 24 h 162"/>
                  <a:gd name="T28" fmla="*/ 0 w 323"/>
                  <a:gd name="T29" fmla="*/ 24 h 16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18">
                <a:extLst>
                  <a:ext uri="{FF2B5EF4-FFF2-40B4-BE49-F238E27FC236}">
                    <a16:creationId xmlns:a16="http://schemas.microsoft.com/office/drawing/2014/main" id="{9E6B8A06-84B7-4FE7-AB65-7F7DA4A50F96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192" y="2284"/>
                <a:ext cx="1254" cy="923"/>
              </a:xfrm>
              <a:custGeom>
                <a:avLst/>
                <a:gdLst>
                  <a:gd name="T0" fmla="*/ 1170 w 1250"/>
                  <a:gd name="T1" fmla="*/ 641 h 923"/>
                  <a:gd name="T2" fmla="*/ 1170 w 1250"/>
                  <a:gd name="T3" fmla="*/ 473 h 923"/>
                  <a:gd name="T4" fmla="*/ 1140 w 1250"/>
                  <a:gd name="T5" fmla="*/ 384 h 923"/>
                  <a:gd name="T6" fmla="*/ 1116 w 1250"/>
                  <a:gd name="T7" fmla="*/ 288 h 923"/>
                  <a:gd name="T8" fmla="*/ 1056 w 1250"/>
                  <a:gd name="T9" fmla="*/ 174 h 923"/>
                  <a:gd name="T10" fmla="*/ 984 w 1250"/>
                  <a:gd name="T11" fmla="*/ 96 h 923"/>
                  <a:gd name="T12" fmla="*/ 966 w 1250"/>
                  <a:gd name="T13" fmla="*/ 72 h 923"/>
                  <a:gd name="T14" fmla="*/ 894 w 1250"/>
                  <a:gd name="T15" fmla="*/ 18 h 923"/>
                  <a:gd name="T16" fmla="*/ 822 w 1250"/>
                  <a:gd name="T17" fmla="*/ 6 h 923"/>
                  <a:gd name="T18" fmla="*/ 714 w 1250"/>
                  <a:gd name="T19" fmla="*/ 24 h 923"/>
                  <a:gd name="T20" fmla="*/ 666 w 1250"/>
                  <a:gd name="T21" fmla="*/ 42 h 923"/>
                  <a:gd name="T22" fmla="*/ 570 w 1250"/>
                  <a:gd name="T23" fmla="*/ 120 h 923"/>
                  <a:gd name="T24" fmla="*/ 534 w 1250"/>
                  <a:gd name="T25" fmla="*/ 228 h 923"/>
                  <a:gd name="T26" fmla="*/ 511 w 1250"/>
                  <a:gd name="T27" fmla="*/ 348 h 923"/>
                  <a:gd name="T28" fmla="*/ 432 w 1250"/>
                  <a:gd name="T29" fmla="*/ 479 h 923"/>
                  <a:gd name="T30" fmla="*/ 414 w 1250"/>
                  <a:gd name="T31" fmla="*/ 539 h 923"/>
                  <a:gd name="T32" fmla="*/ 354 w 1250"/>
                  <a:gd name="T33" fmla="*/ 599 h 923"/>
                  <a:gd name="T34" fmla="*/ 306 w 1250"/>
                  <a:gd name="T35" fmla="*/ 629 h 923"/>
                  <a:gd name="T36" fmla="*/ 294 w 1250"/>
                  <a:gd name="T37" fmla="*/ 635 h 923"/>
                  <a:gd name="T38" fmla="*/ 258 w 1250"/>
                  <a:gd name="T39" fmla="*/ 677 h 923"/>
                  <a:gd name="T40" fmla="*/ 150 w 1250"/>
                  <a:gd name="T41" fmla="*/ 797 h 923"/>
                  <a:gd name="T42" fmla="*/ 54 w 1250"/>
                  <a:gd name="T43" fmla="*/ 839 h 923"/>
                  <a:gd name="T44" fmla="*/ 156 w 1250"/>
                  <a:gd name="T45" fmla="*/ 905 h 923"/>
                  <a:gd name="T46" fmla="*/ 241 w 1250"/>
                  <a:gd name="T47" fmla="*/ 869 h 923"/>
                  <a:gd name="T48" fmla="*/ 642 w 1250"/>
                  <a:gd name="T49" fmla="*/ 827 h 923"/>
                  <a:gd name="T50" fmla="*/ 702 w 1250"/>
                  <a:gd name="T51" fmla="*/ 725 h 923"/>
                  <a:gd name="T52" fmla="*/ 696 w 1250"/>
                  <a:gd name="T53" fmla="*/ 611 h 923"/>
                  <a:gd name="T54" fmla="*/ 780 w 1250"/>
                  <a:gd name="T55" fmla="*/ 551 h 923"/>
                  <a:gd name="T56" fmla="*/ 882 w 1250"/>
                  <a:gd name="T57" fmla="*/ 449 h 923"/>
                  <a:gd name="T58" fmla="*/ 912 w 1250"/>
                  <a:gd name="T59" fmla="*/ 414 h 923"/>
                  <a:gd name="T60" fmla="*/ 978 w 1250"/>
                  <a:gd name="T61" fmla="*/ 318 h 923"/>
                  <a:gd name="T62" fmla="*/ 1026 w 1250"/>
                  <a:gd name="T63" fmla="*/ 336 h 923"/>
                  <a:gd name="T64" fmla="*/ 1122 w 1250"/>
                  <a:gd name="T65" fmla="*/ 617 h 923"/>
                  <a:gd name="T66" fmla="*/ 1116 w 1250"/>
                  <a:gd name="T67" fmla="*/ 689 h 923"/>
                  <a:gd name="T68" fmla="*/ 1152 w 1250"/>
                  <a:gd name="T69" fmla="*/ 749 h 923"/>
                  <a:gd name="T70" fmla="*/ 1206 w 1250"/>
                  <a:gd name="T71" fmla="*/ 713 h 923"/>
                  <a:gd name="T72" fmla="*/ 1242 w 1250"/>
                  <a:gd name="T73" fmla="*/ 749 h 923"/>
                  <a:gd name="T74" fmla="*/ 1254 w 1250"/>
                  <a:gd name="T75" fmla="*/ 743 h 923"/>
                  <a:gd name="T76" fmla="*/ 696 w 1250"/>
                  <a:gd name="T77" fmla="*/ 264 h 923"/>
                  <a:gd name="T78" fmla="*/ 787 w 1250"/>
                  <a:gd name="T79" fmla="*/ 372 h 923"/>
                  <a:gd name="T80" fmla="*/ 768 w 1250"/>
                  <a:gd name="T81" fmla="*/ 443 h 923"/>
                  <a:gd name="T82" fmla="*/ 708 w 1250"/>
                  <a:gd name="T83" fmla="*/ 515 h 923"/>
                  <a:gd name="T84" fmla="*/ 660 w 1250"/>
                  <a:gd name="T85" fmla="*/ 569 h 923"/>
                  <a:gd name="T86" fmla="*/ 618 w 1250"/>
                  <a:gd name="T87" fmla="*/ 593 h 923"/>
                  <a:gd name="T88" fmla="*/ 576 w 1250"/>
                  <a:gd name="T89" fmla="*/ 617 h 923"/>
                  <a:gd name="T90" fmla="*/ 564 w 1250"/>
                  <a:gd name="T91" fmla="*/ 707 h 923"/>
                  <a:gd name="T92" fmla="*/ 354 w 1250"/>
                  <a:gd name="T93" fmla="*/ 755 h 923"/>
                  <a:gd name="T94" fmla="*/ 390 w 1250"/>
                  <a:gd name="T95" fmla="*/ 641 h 923"/>
                  <a:gd name="T96" fmla="*/ 426 w 1250"/>
                  <a:gd name="T97" fmla="*/ 647 h 923"/>
                  <a:gd name="T98" fmla="*/ 444 w 1250"/>
                  <a:gd name="T99" fmla="*/ 617 h 923"/>
                  <a:gd name="T100" fmla="*/ 570 w 1250"/>
                  <a:gd name="T101" fmla="*/ 515 h 923"/>
                  <a:gd name="T102" fmla="*/ 618 w 1250"/>
                  <a:gd name="T103" fmla="*/ 473 h 923"/>
                  <a:gd name="T104" fmla="*/ 642 w 1250"/>
                  <a:gd name="T105" fmla="*/ 396 h 923"/>
                  <a:gd name="T106" fmla="*/ 642 w 1250"/>
                  <a:gd name="T107" fmla="*/ 378 h 923"/>
                  <a:gd name="T108" fmla="*/ 666 w 1250"/>
                  <a:gd name="T109" fmla="*/ 270 h 923"/>
                  <a:gd name="T110" fmla="*/ 684 w 1250"/>
                  <a:gd name="T111" fmla="*/ 192 h 923"/>
                  <a:gd name="T112" fmla="*/ 696 w 1250"/>
                  <a:gd name="T113" fmla="*/ 264 h 923"/>
                  <a:gd name="T114" fmla="*/ 534 w 1250"/>
                  <a:gd name="T115" fmla="*/ 455 h 923"/>
                  <a:gd name="T116" fmla="*/ 636 w 1250"/>
                  <a:gd name="T117" fmla="*/ 803 h 923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19">
                <a:extLst>
                  <a:ext uri="{FF2B5EF4-FFF2-40B4-BE49-F238E27FC236}">
                    <a16:creationId xmlns:a16="http://schemas.microsoft.com/office/drawing/2014/main" id="{2C278DAE-B560-44CF-A664-1A6911FCC35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684" y="2709"/>
                <a:ext cx="47" cy="78"/>
              </a:xfrm>
              <a:custGeom>
                <a:avLst/>
                <a:gdLst>
                  <a:gd name="T0" fmla="*/ 12 w 47"/>
                  <a:gd name="T1" fmla="*/ 72 h 78"/>
                  <a:gd name="T2" fmla="*/ 18 w 47"/>
                  <a:gd name="T3" fmla="*/ 60 h 78"/>
                  <a:gd name="T4" fmla="*/ 24 w 47"/>
                  <a:gd name="T5" fmla="*/ 54 h 78"/>
                  <a:gd name="T6" fmla="*/ 47 w 47"/>
                  <a:gd name="T7" fmla="*/ 0 h 78"/>
                  <a:gd name="T8" fmla="*/ 0 w 47"/>
                  <a:gd name="T9" fmla="*/ 78 h 78"/>
                  <a:gd name="T10" fmla="*/ 12 w 47"/>
                  <a:gd name="T11" fmla="*/ 72 h 78"/>
                  <a:gd name="T12" fmla="*/ 12 w 47"/>
                  <a:gd name="T13" fmla="*/ 72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0">
                <a:extLst>
                  <a:ext uri="{FF2B5EF4-FFF2-40B4-BE49-F238E27FC236}">
                    <a16:creationId xmlns:a16="http://schemas.microsoft.com/office/drawing/2014/main" id="{7D33E5D2-F2A5-4D12-AD2E-74284A65FC7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284" y="2572"/>
                <a:ext cx="149" cy="419"/>
              </a:xfrm>
              <a:custGeom>
                <a:avLst/>
                <a:gdLst>
                  <a:gd name="T0" fmla="*/ 29 w 149"/>
                  <a:gd name="T1" fmla="*/ 96 h 419"/>
                  <a:gd name="T2" fmla="*/ 41 w 149"/>
                  <a:gd name="T3" fmla="*/ 126 h 419"/>
                  <a:gd name="T4" fmla="*/ 29 w 149"/>
                  <a:gd name="T5" fmla="*/ 161 h 419"/>
                  <a:gd name="T6" fmla="*/ 47 w 149"/>
                  <a:gd name="T7" fmla="*/ 149 h 419"/>
                  <a:gd name="T8" fmla="*/ 53 w 149"/>
                  <a:gd name="T9" fmla="*/ 347 h 419"/>
                  <a:gd name="T10" fmla="*/ 65 w 149"/>
                  <a:gd name="T11" fmla="*/ 371 h 419"/>
                  <a:gd name="T12" fmla="*/ 65 w 149"/>
                  <a:gd name="T13" fmla="*/ 377 h 419"/>
                  <a:gd name="T14" fmla="*/ 65 w 149"/>
                  <a:gd name="T15" fmla="*/ 389 h 419"/>
                  <a:gd name="T16" fmla="*/ 77 w 149"/>
                  <a:gd name="T17" fmla="*/ 395 h 419"/>
                  <a:gd name="T18" fmla="*/ 101 w 149"/>
                  <a:gd name="T19" fmla="*/ 407 h 419"/>
                  <a:gd name="T20" fmla="*/ 125 w 149"/>
                  <a:gd name="T21" fmla="*/ 413 h 419"/>
                  <a:gd name="T22" fmla="*/ 149 w 149"/>
                  <a:gd name="T23" fmla="*/ 419 h 419"/>
                  <a:gd name="T24" fmla="*/ 125 w 149"/>
                  <a:gd name="T25" fmla="*/ 395 h 419"/>
                  <a:gd name="T26" fmla="*/ 77 w 149"/>
                  <a:gd name="T27" fmla="*/ 365 h 419"/>
                  <a:gd name="T28" fmla="*/ 77 w 149"/>
                  <a:gd name="T29" fmla="*/ 365 h 419"/>
                  <a:gd name="T30" fmla="*/ 77 w 149"/>
                  <a:gd name="T31" fmla="*/ 353 h 419"/>
                  <a:gd name="T32" fmla="*/ 83 w 149"/>
                  <a:gd name="T33" fmla="*/ 329 h 419"/>
                  <a:gd name="T34" fmla="*/ 83 w 149"/>
                  <a:gd name="T35" fmla="*/ 293 h 419"/>
                  <a:gd name="T36" fmla="*/ 83 w 149"/>
                  <a:gd name="T37" fmla="*/ 257 h 419"/>
                  <a:gd name="T38" fmla="*/ 83 w 149"/>
                  <a:gd name="T39" fmla="*/ 221 h 419"/>
                  <a:gd name="T40" fmla="*/ 77 w 149"/>
                  <a:gd name="T41" fmla="*/ 185 h 419"/>
                  <a:gd name="T42" fmla="*/ 65 w 149"/>
                  <a:gd name="T43" fmla="*/ 155 h 419"/>
                  <a:gd name="T44" fmla="*/ 59 w 149"/>
                  <a:gd name="T45" fmla="*/ 143 h 419"/>
                  <a:gd name="T46" fmla="*/ 53 w 149"/>
                  <a:gd name="T47" fmla="*/ 137 h 419"/>
                  <a:gd name="T48" fmla="*/ 53 w 149"/>
                  <a:gd name="T49" fmla="*/ 120 h 419"/>
                  <a:gd name="T50" fmla="*/ 53 w 149"/>
                  <a:gd name="T51" fmla="*/ 108 h 419"/>
                  <a:gd name="T52" fmla="*/ 47 w 149"/>
                  <a:gd name="T53" fmla="*/ 90 h 419"/>
                  <a:gd name="T54" fmla="*/ 35 w 149"/>
                  <a:gd name="T55" fmla="*/ 54 h 419"/>
                  <a:gd name="T56" fmla="*/ 23 w 149"/>
                  <a:gd name="T57" fmla="*/ 18 h 419"/>
                  <a:gd name="T58" fmla="*/ 17 w 149"/>
                  <a:gd name="T59" fmla="*/ 6 h 419"/>
                  <a:gd name="T60" fmla="*/ 17 w 149"/>
                  <a:gd name="T61" fmla="*/ 0 h 419"/>
                  <a:gd name="T62" fmla="*/ 0 w 149"/>
                  <a:gd name="T63" fmla="*/ 6 h 419"/>
                  <a:gd name="T64" fmla="*/ 6 w 149"/>
                  <a:gd name="T65" fmla="*/ 114 h 419"/>
                  <a:gd name="T66" fmla="*/ 29 w 149"/>
                  <a:gd name="T67" fmla="*/ 96 h 419"/>
                  <a:gd name="T68" fmla="*/ 29 w 149"/>
                  <a:gd name="T69" fmla="*/ 96 h 41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8FF388FE-3939-4A45-A773-C2D3665BB15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140" y="2434"/>
                <a:ext cx="167" cy="138"/>
              </a:xfrm>
              <a:custGeom>
                <a:avLst/>
                <a:gdLst>
                  <a:gd name="T0" fmla="*/ 102 w 167"/>
                  <a:gd name="T1" fmla="*/ 18 h 138"/>
                  <a:gd name="T2" fmla="*/ 96 w 167"/>
                  <a:gd name="T3" fmla="*/ 12 h 138"/>
                  <a:gd name="T4" fmla="*/ 90 w 167"/>
                  <a:gd name="T5" fmla="*/ 0 h 138"/>
                  <a:gd name="T6" fmla="*/ 78 w 167"/>
                  <a:gd name="T7" fmla="*/ 0 h 138"/>
                  <a:gd name="T8" fmla="*/ 66 w 167"/>
                  <a:gd name="T9" fmla="*/ 0 h 138"/>
                  <a:gd name="T10" fmla="*/ 60 w 167"/>
                  <a:gd name="T11" fmla="*/ 0 h 138"/>
                  <a:gd name="T12" fmla="*/ 48 w 167"/>
                  <a:gd name="T13" fmla="*/ 6 h 138"/>
                  <a:gd name="T14" fmla="*/ 36 w 167"/>
                  <a:gd name="T15" fmla="*/ 12 h 138"/>
                  <a:gd name="T16" fmla="*/ 30 w 167"/>
                  <a:gd name="T17" fmla="*/ 12 h 138"/>
                  <a:gd name="T18" fmla="*/ 24 w 167"/>
                  <a:gd name="T19" fmla="*/ 24 h 138"/>
                  <a:gd name="T20" fmla="*/ 18 w 167"/>
                  <a:gd name="T21" fmla="*/ 42 h 138"/>
                  <a:gd name="T22" fmla="*/ 6 w 167"/>
                  <a:gd name="T23" fmla="*/ 66 h 138"/>
                  <a:gd name="T24" fmla="*/ 0 w 167"/>
                  <a:gd name="T25" fmla="*/ 72 h 138"/>
                  <a:gd name="T26" fmla="*/ 42 w 167"/>
                  <a:gd name="T27" fmla="*/ 30 h 138"/>
                  <a:gd name="T28" fmla="*/ 30 w 167"/>
                  <a:gd name="T29" fmla="*/ 66 h 138"/>
                  <a:gd name="T30" fmla="*/ 96 w 167"/>
                  <a:gd name="T31" fmla="*/ 36 h 138"/>
                  <a:gd name="T32" fmla="*/ 120 w 167"/>
                  <a:gd name="T33" fmla="*/ 78 h 138"/>
                  <a:gd name="T34" fmla="*/ 120 w 167"/>
                  <a:gd name="T35" fmla="*/ 54 h 138"/>
                  <a:gd name="T36" fmla="*/ 167 w 167"/>
                  <a:gd name="T37" fmla="*/ 138 h 138"/>
                  <a:gd name="T38" fmla="*/ 167 w 167"/>
                  <a:gd name="T39" fmla="*/ 120 h 138"/>
                  <a:gd name="T40" fmla="*/ 161 w 167"/>
                  <a:gd name="T41" fmla="*/ 102 h 138"/>
                  <a:gd name="T42" fmla="*/ 138 w 167"/>
                  <a:gd name="T43" fmla="*/ 60 h 138"/>
                  <a:gd name="T44" fmla="*/ 114 w 167"/>
                  <a:gd name="T45" fmla="*/ 30 h 138"/>
                  <a:gd name="T46" fmla="*/ 108 w 167"/>
                  <a:gd name="T47" fmla="*/ 24 h 138"/>
                  <a:gd name="T48" fmla="*/ 102 w 167"/>
                  <a:gd name="T49" fmla="*/ 18 h 138"/>
                  <a:gd name="T50" fmla="*/ 102 w 167"/>
                  <a:gd name="T51" fmla="*/ 18 h 13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2">
                <a:extLst>
                  <a:ext uri="{FF2B5EF4-FFF2-40B4-BE49-F238E27FC236}">
                    <a16:creationId xmlns:a16="http://schemas.microsoft.com/office/drawing/2014/main" id="{0BDF8F5A-3914-46E0-AE36-544A70D67F5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48" y="2314"/>
                <a:ext cx="113" cy="114"/>
              </a:xfrm>
              <a:custGeom>
                <a:avLst/>
                <a:gdLst>
                  <a:gd name="T0" fmla="*/ 0 w 113"/>
                  <a:gd name="T1" fmla="*/ 0 h 114"/>
                  <a:gd name="T2" fmla="*/ 6 w 113"/>
                  <a:gd name="T3" fmla="*/ 0 h 114"/>
                  <a:gd name="T4" fmla="*/ 24 w 113"/>
                  <a:gd name="T5" fmla="*/ 6 h 114"/>
                  <a:gd name="T6" fmla="*/ 48 w 113"/>
                  <a:gd name="T7" fmla="*/ 18 h 114"/>
                  <a:gd name="T8" fmla="*/ 71 w 113"/>
                  <a:gd name="T9" fmla="*/ 36 h 114"/>
                  <a:gd name="T10" fmla="*/ 83 w 113"/>
                  <a:gd name="T11" fmla="*/ 48 h 114"/>
                  <a:gd name="T12" fmla="*/ 95 w 113"/>
                  <a:gd name="T13" fmla="*/ 66 h 114"/>
                  <a:gd name="T14" fmla="*/ 107 w 113"/>
                  <a:gd name="T15" fmla="*/ 90 h 114"/>
                  <a:gd name="T16" fmla="*/ 113 w 113"/>
                  <a:gd name="T17" fmla="*/ 114 h 114"/>
                  <a:gd name="T18" fmla="*/ 83 w 113"/>
                  <a:gd name="T19" fmla="*/ 66 h 114"/>
                  <a:gd name="T20" fmla="*/ 60 w 113"/>
                  <a:gd name="T21" fmla="*/ 78 h 114"/>
                  <a:gd name="T22" fmla="*/ 71 w 113"/>
                  <a:gd name="T23" fmla="*/ 54 h 114"/>
                  <a:gd name="T24" fmla="*/ 12 w 113"/>
                  <a:gd name="T25" fmla="*/ 78 h 114"/>
                  <a:gd name="T26" fmla="*/ 60 w 113"/>
                  <a:gd name="T27" fmla="*/ 48 h 114"/>
                  <a:gd name="T28" fmla="*/ 60 w 113"/>
                  <a:gd name="T29" fmla="*/ 42 h 114"/>
                  <a:gd name="T30" fmla="*/ 54 w 113"/>
                  <a:gd name="T31" fmla="*/ 30 h 114"/>
                  <a:gd name="T32" fmla="*/ 36 w 113"/>
                  <a:gd name="T33" fmla="*/ 18 h 114"/>
                  <a:gd name="T34" fmla="*/ 0 w 113"/>
                  <a:gd name="T35" fmla="*/ 0 h 114"/>
                  <a:gd name="T36" fmla="*/ 0 w 113"/>
                  <a:gd name="T37" fmla="*/ 0 h 11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3">
                <a:extLst>
                  <a:ext uri="{FF2B5EF4-FFF2-40B4-BE49-F238E27FC236}">
                    <a16:creationId xmlns:a16="http://schemas.microsoft.com/office/drawing/2014/main" id="{866F6E4D-A167-4D5E-A104-6ECC04625B8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122" y="2578"/>
                <a:ext cx="66" cy="60"/>
              </a:xfrm>
              <a:custGeom>
                <a:avLst/>
                <a:gdLst>
                  <a:gd name="T0" fmla="*/ 54 w 66"/>
                  <a:gd name="T1" fmla="*/ 0 h 60"/>
                  <a:gd name="T2" fmla="*/ 42 w 66"/>
                  <a:gd name="T3" fmla="*/ 18 h 60"/>
                  <a:gd name="T4" fmla="*/ 36 w 66"/>
                  <a:gd name="T5" fmla="*/ 6 h 60"/>
                  <a:gd name="T6" fmla="*/ 24 w 66"/>
                  <a:gd name="T7" fmla="*/ 30 h 60"/>
                  <a:gd name="T8" fmla="*/ 18 w 66"/>
                  <a:gd name="T9" fmla="*/ 36 h 60"/>
                  <a:gd name="T10" fmla="*/ 6 w 66"/>
                  <a:gd name="T11" fmla="*/ 48 h 60"/>
                  <a:gd name="T12" fmla="*/ 0 w 66"/>
                  <a:gd name="T13" fmla="*/ 60 h 60"/>
                  <a:gd name="T14" fmla="*/ 12 w 66"/>
                  <a:gd name="T15" fmla="*/ 54 h 60"/>
                  <a:gd name="T16" fmla="*/ 30 w 66"/>
                  <a:gd name="T17" fmla="*/ 36 h 60"/>
                  <a:gd name="T18" fmla="*/ 54 w 66"/>
                  <a:gd name="T19" fmla="*/ 18 h 60"/>
                  <a:gd name="T20" fmla="*/ 66 w 66"/>
                  <a:gd name="T21" fmla="*/ 6 h 60"/>
                  <a:gd name="T22" fmla="*/ 54 w 66"/>
                  <a:gd name="T23" fmla="*/ 0 h 60"/>
                  <a:gd name="T24" fmla="*/ 54 w 66"/>
                  <a:gd name="T25" fmla="*/ 0 h 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:a16="http://schemas.microsoft.com/office/drawing/2014/main" id="{B190A905-1D89-4F07-80CD-A153F6176B3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42" y="2674"/>
                <a:ext cx="161" cy="179"/>
              </a:xfrm>
              <a:custGeom>
                <a:avLst/>
                <a:gdLst>
                  <a:gd name="T0" fmla="*/ 131 w 161"/>
                  <a:gd name="T1" fmla="*/ 53 h 179"/>
                  <a:gd name="T2" fmla="*/ 137 w 161"/>
                  <a:gd name="T3" fmla="*/ 53 h 179"/>
                  <a:gd name="T4" fmla="*/ 143 w 161"/>
                  <a:gd name="T5" fmla="*/ 41 h 179"/>
                  <a:gd name="T6" fmla="*/ 155 w 161"/>
                  <a:gd name="T7" fmla="*/ 35 h 179"/>
                  <a:gd name="T8" fmla="*/ 161 w 161"/>
                  <a:gd name="T9" fmla="*/ 24 h 179"/>
                  <a:gd name="T10" fmla="*/ 161 w 161"/>
                  <a:gd name="T11" fmla="*/ 12 h 179"/>
                  <a:gd name="T12" fmla="*/ 161 w 161"/>
                  <a:gd name="T13" fmla="*/ 0 h 179"/>
                  <a:gd name="T14" fmla="*/ 149 w 161"/>
                  <a:gd name="T15" fmla="*/ 24 h 179"/>
                  <a:gd name="T16" fmla="*/ 143 w 161"/>
                  <a:gd name="T17" fmla="*/ 35 h 179"/>
                  <a:gd name="T18" fmla="*/ 131 w 161"/>
                  <a:gd name="T19" fmla="*/ 35 h 179"/>
                  <a:gd name="T20" fmla="*/ 119 w 161"/>
                  <a:gd name="T21" fmla="*/ 41 h 179"/>
                  <a:gd name="T22" fmla="*/ 125 w 161"/>
                  <a:gd name="T23" fmla="*/ 53 h 179"/>
                  <a:gd name="T24" fmla="*/ 95 w 161"/>
                  <a:gd name="T25" fmla="*/ 95 h 179"/>
                  <a:gd name="T26" fmla="*/ 0 w 161"/>
                  <a:gd name="T27" fmla="*/ 137 h 179"/>
                  <a:gd name="T28" fmla="*/ 60 w 161"/>
                  <a:gd name="T29" fmla="*/ 119 h 179"/>
                  <a:gd name="T30" fmla="*/ 54 w 161"/>
                  <a:gd name="T31" fmla="*/ 125 h 179"/>
                  <a:gd name="T32" fmla="*/ 48 w 161"/>
                  <a:gd name="T33" fmla="*/ 131 h 179"/>
                  <a:gd name="T34" fmla="*/ 24 w 161"/>
                  <a:gd name="T35" fmla="*/ 155 h 179"/>
                  <a:gd name="T36" fmla="*/ 12 w 161"/>
                  <a:gd name="T37" fmla="*/ 167 h 179"/>
                  <a:gd name="T38" fmla="*/ 0 w 161"/>
                  <a:gd name="T39" fmla="*/ 173 h 179"/>
                  <a:gd name="T40" fmla="*/ 0 w 161"/>
                  <a:gd name="T41" fmla="*/ 179 h 179"/>
                  <a:gd name="T42" fmla="*/ 6 w 161"/>
                  <a:gd name="T43" fmla="*/ 173 h 179"/>
                  <a:gd name="T44" fmla="*/ 30 w 161"/>
                  <a:gd name="T45" fmla="*/ 155 h 179"/>
                  <a:gd name="T46" fmla="*/ 48 w 161"/>
                  <a:gd name="T47" fmla="*/ 143 h 179"/>
                  <a:gd name="T48" fmla="*/ 71 w 161"/>
                  <a:gd name="T49" fmla="*/ 125 h 179"/>
                  <a:gd name="T50" fmla="*/ 95 w 161"/>
                  <a:gd name="T51" fmla="*/ 107 h 179"/>
                  <a:gd name="T52" fmla="*/ 119 w 161"/>
                  <a:gd name="T53" fmla="*/ 77 h 179"/>
                  <a:gd name="T54" fmla="*/ 131 w 161"/>
                  <a:gd name="T55" fmla="*/ 59 h 179"/>
                  <a:gd name="T56" fmla="*/ 131 w 161"/>
                  <a:gd name="T57" fmla="*/ 53 h 179"/>
                  <a:gd name="T58" fmla="*/ 131 w 161"/>
                  <a:gd name="T59" fmla="*/ 53 h 17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92923675-109C-4A02-A8B0-69E1E9CD47C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737" y="2763"/>
                <a:ext cx="73" cy="54"/>
              </a:xfrm>
              <a:custGeom>
                <a:avLst/>
                <a:gdLst>
                  <a:gd name="T0" fmla="*/ 24 w 72"/>
                  <a:gd name="T1" fmla="*/ 36 h 54"/>
                  <a:gd name="T2" fmla="*/ 49 w 72"/>
                  <a:gd name="T3" fmla="*/ 24 h 54"/>
                  <a:gd name="T4" fmla="*/ 61 w 72"/>
                  <a:gd name="T5" fmla="*/ 12 h 54"/>
                  <a:gd name="T6" fmla="*/ 67 w 72"/>
                  <a:gd name="T7" fmla="*/ 6 h 54"/>
                  <a:gd name="T8" fmla="*/ 73 w 72"/>
                  <a:gd name="T9" fmla="*/ 0 h 54"/>
                  <a:gd name="T10" fmla="*/ 43 w 72"/>
                  <a:gd name="T11" fmla="*/ 18 h 54"/>
                  <a:gd name="T12" fmla="*/ 30 w 72"/>
                  <a:gd name="T13" fmla="*/ 24 h 54"/>
                  <a:gd name="T14" fmla="*/ 24 w 72"/>
                  <a:gd name="T15" fmla="*/ 24 h 54"/>
                  <a:gd name="T16" fmla="*/ 18 w 72"/>
                  <a:gd name="T17" fmla="*/ 18 h 54"/>
                  <a:gd name="T18" fmla="*/ 12 w 72"/>
                  <a:gd name="T19" fmla="*/ 12 h 54"/>
                  <a:gd name="T20" fmla="*/ 0 w 72"/>
                  <a:gd name="T21" fmla="*/ 54 h 54"/>
                  <a:gd name="T22" fmla="*/ 12 w 72"/>
                  <a:gd name="T23" fmla="*/ 42 h 54"/>
                  <a:gd name="T24" fmla="*/ 24 w 72"/>
                  <a:gd name="T25" fmla="*/ 36 h 54"/>
                  <a:gd name="T26" fmla="*/ 24 w 72"/>
                  <a:gd name="T27" fmla="*/ 36 h 5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C9AEAB6C-EA6C-4ABE-A32E-3B0B945CC19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624" y="2889"/>
                <a:ext cx="12" cy="54"/>
              </a:xfrm>
              <a:custGeom>
                <a:avLst/>
                <a:gdLst>
                  <a:gd name="T0" fmla="*/ 12 w 12"/>
                  <a:gd name="T1" fmla="*/ 0 h 54"/>
                  <a:gd name="T2" fmla="*/ 0 w 12"/>
                  <a:gd name="T3" fmla="*/ 12 h 54"/>
                  <a:gd name="T4" fmla="*/ 0 w 12"/>
                  <a:gd name="T5" fmla="*/ 18 h 54"/>
                  <a:gd name="T6" fmla="*/ 6 w 12"/>
                  <a:gd name="T7" fmla="*/ 54 h 54"/>
                  <a:gd name="T8" fmla="*/ 12 w 12"/>
                  <a:gd name="T9" fmla="*/ 36 h 54"/>
                  <a:gd name="T10" fmla="*/ 12 w 12"/>
                  <a:gd name="T11" fmla="*/ 18 h 54"/>
                  <a:gd name="T12" fmla="*/ 12 w 12"/>
                  <a:gd name="T13" fmla="*/ 6 h 54"/>
                  <a:gd name="T14" fmla="*/ 12 w 12"/>
                  <a:gd name="T15" fmla="*/ 0 h 54"/>
                  <a:gd name="T16" fmla="*/ 12 w 12"/>
                  <a:gd name="T17" fmla="*/ 0 h 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7">
                <a:extLst>
                  <a:ext uri="{FF2B5EF4-FFF2-40B4-BE49-F238E27FC236}">
                    <a16:creationId xmlns:a16="http://schemas.microsoft.com/office/drawing/2014/main" id="{11B455BA-D7BD-42A0-9F0E-DD536A830A4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92" y="3021"/>
                <a:ext cx="48" cy="72"/>
              </a:xfrm>
              <a:custGeom>
                <a:avLst/>
                <a:gdLst>
                  <a:gd name="T0" fmla="*/ 48 w 48"/>
                  <a:gd name="T1" fmla="*/ 6 h 72"/>
                  <a:gd name="T2" fmla="*/ 48 w 48"/>
                  <a:gd name="T3" fmla="*/ 6 h 72"/>
                  <a:gd name="T4" fmla="*/ 48 w 48"/>
                  <a:gd name="T5" fmla="*/ 6 h 72"/>
                  <a:gd name="T6" fmla="*/ 48 w 48"/>
                  <a:gd name="T7" fmla="*/ 6 h 72"/>
                  <a:gd name="T8" fmla="*/ 6 w 48"/>
                  <a:gd name="T9" fmla="*/ 0 h 72"/>
                  <a:gd name="T10" fmla="*/ 42 w 48"/>
                  <a:gd name="T11" fmla="*/ 12 h 72"/>
                  <a:gd name="T12" fmla="*/ 42 w 48"/>
                  <a:gd name="T13" fmla="*/ 12 h 72"/>
                  <a:gd name="T14" fmla="*/ 0 w 48"/>
                  <a:gd name="T15" fmla="*/ 72 h 72"/>
                  <a:gd name="T16" fmla="*/ 18 w 48"/>
                  <a:gd name="T17" fmla="*/ 54 h 72"/>
                  <a:gd name="T18" fmla="*/ 18 w 48"/>
                  <a:gd name="T19" fmla="*/ 66 h 72"/>
                  <a:gd name="T20" fmla="*/ 48 w 48"/>
                  <a:gd name="T21" fmla="*/ 6 h 72"/>
                  <a:gd name="T22" fmla="*/ 48 w 48"/>
                  <a:gd name="T23" fmla="*/ 6 h 72"/>
                  <a:gd name="T24" fmla="*/ 48 w 48"/>
                  <a:gd name="T25" fmla="*/ 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28">
                <a:extLst>
                  <a:ext uri="{FF2B5EF4-FFF2-40B4-BE49-F238E27FC236}">
                    <a16:creationId xmlns:a16="http://schemas.microsoft.com/office/drawing/2014/main" id="{B79C4870-1646-4D0D-A4C8-FDC9F075C68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7" y="3027"/>
                <a:ext cx="288" cy="84"/>
              </a:xfrm>
              <a:custGeom>
                <a:avLst/>
                <a:gdLst>
                  <a:gd name="T0" fmla="*/ 288 w 287"/>
                  <a:gd name="T1" fmla="*/ 0 h 84"/>
                  <a:gd name="T2" fmla="*/ 0 w 287"/>
                  <a:gd name="T3" fmla="*/ 84 h 84"/>
                  <a:gd name="T4" fmla="*/ 169 w 287"/>
                  <a:gd name="T5" fmla="*/ 36 h 84"/>
                  <a:gd name="T6" fmla="*/ 114 w 287"/>
                  <a:gd name="T7" fmla="*/ 60 h 84"/>
                  <a:gd name="T8" fmla="*/ 277 w 287"/>
                  <a:gd name="T9" fmla="*/ 18 h 84"/>
                  <a:gd name="T10" fmla="*/ 288 w 287"/>
                  <a:gd name="T11" fmla="*/ 0 h 84"/>
                  <a:gd name="T12" fmla="*/ 288 w 287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29">
                <a:extLst>
                  <a:ext uri="{FF2B5EF4-FFF2-40B4-BE49-F238E27FC236}">
                    <a16:creationId xmlns:a16="http://schemas.microsoft.com/office/drawing/2014/main" id="{F899E95D-E33A-4369-AEA9-442A472AE47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28" y="3003"/>
                <a:ext cx="66" cy="108"/>
              </a:xfrm>
              <a:custGeom>
                <a:avLst/>
                <a:gdLst>
                  <a:gd name="T0" fmla="*/ 6 w 66"/>
                  <a:gd name="T1" fmla="*/ 0 h 108"/>
                  <a:gd name="T2" fmla="*/ 66 w 66"/>
                  <a:gd name="T3" fmla="*/ 6 h 108"/>
                  <a:gd name="T4" fmla="*/ 0 w 66"/>
                  <a:gd name="T5" fmla="*/ 84 h 108"/>
                  <a:gd name="T6" fmla="*/ 54 w 66"/>
                  <a:gd name="T7" fmla="*/ 24 h 108"/>
                  <a:gd name="T8" fmla="*/ 6 w 66"/>
                  <a:gd name="T9" fmla="*/ 108 h 108"/>
                  <a:gd name="T10" fmla="*/ 66 w 66"/>
                  <a:gd name="T11" fmla="*/ 6 h 108"/>
                  <a:gd name="T12" fmla="*/ 6 w 66"/>
                  <a:gd name="T13" fmla="*/ 0 h 108"/>
                  <a:gd name="T14" fmla="*/ 6 w 66"/>
                  <a:gd name="T15" fmla="*/ 0 h 1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0">
                <a:extLst>
                  <a:ext uri="{FF2B5EF4-FFF2-40B4-BE49-F238E27FC236}">
                    <a16:creationId xmlns:a16="http://schemas.microsoft.com/office/drawing/2014/main" id="{73DB5DBB-837F-452B-9E93-8F9A309A329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6" y="3111"/>
                <a:ext cx="77" cy="42"/>
              </a:xfrm>
              <a:custGeom>
                <a:avLst/>
                <a:gdLst>
                  <a:gd name="T0" fmla="*/ 36 w 77"/>
                  <a:gd name="T1" fmla="*/ 0 h 42"/>
                  <a:gd name="T2" fmla="*/ 42 w 77"/>
                  <a:gd name="T3" fmla="*/ 0 h 42"/>
                  <a:gd name="T4" fmla="*/ 60 w 77"/>
                  <a:gd name="T5" fmla="*/ 6 h 42"/>
                  <a:gd name="T6" fmla="*/ 48 w 77"/>
                  <a:gd name="T7" fmla="*/ 6 h 42"/>
                  <a:gd name="T8" fmla="*/ 42 w 77"/>
                  <a:gd name="T9" fmla="*/ 6 h 42"/>
                  <a:gd name="T10" fmla="*/ 60 w 77"/>
                  <a:gd name="T11" fmla="*/ 6 h 42"/>
                  <a:gd name="T12" fmla="*/ 0 w 77"/>
                  <a:gd name="T13" fmla="*/ 24 h 42"/>
                  <a:gd name="T14" fmla="*/ 71 w 77"/>
                  <a:gd name="T15" fmla="*/ 6 h 42"/>
                  <a:gd name="T16" fmla="*/ 66 w 77"/>
                  <a:gd name="T17" fmla="*/ 42 h 42"/>
                  <a:gd name="T18" fmla="*/ 77 w 77"/>
                  <a:gd name="T19" fmla="*/ 6 h 42"/>
                  <a:gd name="T20" fmla="*/ 36 w 77"/>
                  <a:gd name="T21" fmla="*/ 0 h 42"/>
                  <a:gd name="T22" fmla="*/ 36 w 77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1">
                <a:extLst>
                  <a:ext uri="{FF2B5EF4-FFF2-40B4-BE49-F238E27FC236}">
                    <a16:creationId xmlns:a16="http://schemas.microsoft.com/office/drawing/2014/main" id="{C93D1C8B-F240-42CB-854B-6E76846C419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98" y="3165"/>
                <a:ext cx="66" cy="30"/>
              </a:xfrm>
              <a:custGeom>
                <a:avLst/>
                <a:gdLst>
                  <a:gd name="T0" fmla="*/ 66 w 66"/>
                  <a:gd name="T1" fmla="*/ 6 h 30"/>
                  <a:gd name="T2" fmla="*/ 0 w 66"/>
                  <a:gd name="T3" fmla="*/ 0 h 30"/>
                  <a:gd name="T4" fmla="*/ 54 w 66"/>
                  <a:gd name="T5" fmla="*/ 6 h 30"/>
                  <a:gd name="T6" fmla="*/ 18 w 66"/>
                  <a:gd name="T7" fmla="*/ 18 h 30"/>
                  <a:gd name="T8" fmla="*/ 60 w 66"/>
                  <a:gd name="T9" fmla="*/ 12 h 30"/>
                  <a:gd name="T10" fmla="*/ 60 w 66"/>
                  <a:gd name="T11" fmla="*/ 30 h 30"/>
                  <a:gd name="T12" fmla="*/ 60 w 66"/>
                  <a:gd name="T13" fmla="*/ 30 h 30"/>
                  <a:gd name="T14" fmla="*/ 66 w 66"/>
                  <a:gd name="T15" fmla="*/ 6 h 30"/>
                  <a:gd name="T16" fmla="*/ 66 w 66"/>
                  <a:gd name="T17" fmla="*/ 6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2">
                <a:extLst>
                  <a:ext uri="{FF2B5EF4-FFF2-40B4-BE49-F238E27FC236}">
                    <a16:creationId xmlns:a16="http://schemas.microsoft.com/office/drawing/2014/main" id="{3C0959EA-767B-449C-ABFC-1A1D735749A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40" y="2919"/>
                <a:ext cx="18" cy="60"/>
              </a:xfrm>
              <a:custGeom>
                <a:avLst/>
                <a:gdLst>
                  <a:gd name="T0" fmla="*/ 0 w 18"/>
                  <a:gd name="T1" fmla="*/ 24 h 60"/>
                  <a:gd name="T2" fmla="*/ 12 w 18"/>
                  <a:gd name="T3" fmla="*/ 24 h 60"/>
                  <a:gd name="T4" fmla="*/ 12 w 18"/>
                  <a:gd name="T5" fmla="*/ 60 h 60"/>
                  <a:gd name="T6" fmla="*/ 18 w 18"/>
                  <a:gd name="T7" fmla="*/ 18 h 60"/>
                  <a:gd name="T8" fmla="*/ 18 w 18"/>
                  <a:gd name="T9" fmla="*/ 18 h 60"/>
                  <a:gd name="T10" fmla="*/ 18 w 18"/>
                  <a:gd name="T11" fmla="*/ 0 h 60"/>
                  <a:gd name="T12" fmla="*/ 12 w 18"/>
                  <a:gd name="T13" fmla="*/ 18 h 60"/>
                  <a:gd name="T14" fmla="*/ 0 w 18"/>
                  <a:gd name="T15" fmla="*/ 24 h 60"/>
                  <a:gd name="T16" fmla="*/ 0 w 18"/>
                  <a:gd name="T17" fmla="*/ 24 h 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">
                <a:extLst>
                  <a:ext uri="{FF2B5EF4-FFF2-40B4-BE49-F238E27FC236}">
                    <a16:creationId xmlns:a16="http://schemas.microsoft.com/office/drawing/2014/main" id="{6E0434E8-59B4-4645-B1E2-77BA2295C97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6" y="3021"/>
                <a:ext cx="6" cy="18"/>
              </a:xfrm>
              <a:custGeom>
                <a:avLst/>
                <a:gdLst>
                  <a:gd name="T0" fmla="*/ 6 w 6"/>
                  <a:gd name="T1" fmla="*/ 0 h 18"/>
                  <a:gd name="T2" fmla="*/ 0 w 6"/>
                  <a:gd name="T3" fmla="*/ 18 h 18"/>
                  <a:gd name="T4" fmla="*/ 6 w 6"/>
                  <a:gd name="T5" fmla="*/ 12 h 18"/>
                  <a:gd name="T6" fmla="*/ 6 w 6"/>
                  <a:gd name="T7" fmla="*/ 0 h 18"/>
                  <a:gd name="T8" fmla="*/ 6 w 6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4">
                <a:extLst>
                  <a:ext uri="{FF2B5EF4-FFF2-40B4-BE49-F238E27FC236}">
                    <a16:creationId xmlns:a16="http://schemas.microsoft.com/office/drawing/2014/main" id="{B082F9BE-7710-44A1-8B4B-5C68524FFF3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4" y="2943"/>
                <a:ext cx="30" cy="78"/>
              </a:xfrm>
              <a:custGeom>
                <a:avLst/>
                <a:gdLst>
                  <a:gd name="T0" fmla="*/ 24 w 30"/>
                  <a:gd name="T1" fmla="*/ 6 h 78"/>
                  <a:gd name="T2" fmla="*/ 18 w 30"/>
                  <a:gd name="T3" fmla="*/ 24 h 78"/>
                  <a:gd name="T4" fmla="*/ 0 w 30"/>
                  <a:gd name="T5" fmla="*/ 18 h 78"/>
                  <a:gd name="T6" fmla="*/ 12 w 30"/>
                  <a:gd name="T7" fmla="*/ 30 h 78"/>
                  <a:gd name="T8" fmla="*/ 6 w 30"/>
                  <a:gd name="T9" fmla="*/ 42 h 78"/>
                  <a:gd name="T10" fmla="*/ 18 w 30"/>
                  <a:gd name="T11" fmla="*/ 78 h 78"/>
                  <a:gd name="T12" fmla="*/ 18 w 30"/>
                  <a:gd name="T13" fmla="*/ 24 h 78"/>
                  <a:gd name="T14" fmla="*/ 24 w 30"/>
                  <a:gd name="T15" fmla="*/ 12 h 78"/>
                  <a:gd name="T16" fmla="*/ 30 w 30"/>
                  <a:gd name="T17" fmla="*/ 6 h 78"/>
                  <a:gd name="T18" fmla="*/ 30 w 30"/>
                  <a:gd name="T19" fmla="*/ 6 h 78"/>
                  <a:gd name="T20" fmla="*/ 12 w 30"/>
                  <a:gd name="T21" fmla="*/ 0 h 78"/>
                  <a:gd name="T22" fmla="*/ 24 w 30"/>
                  <a:gd name="T23" fmla="*/ 6 h 78"/>
                  <a:gd name="T24" fmla="*/ 24 w 30"/>
                  <a:gd name="T25" fmla="*/ 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5">
                <a:extLst>
                  <a:ext uri="{FF2B5EF4-FFF2-40B4-BE49-F238E27FC236}">
                    <a16:creationId xmlns:a16="http://schemas.microsoft.com/office/drawing/2014/main" id="{5505EA27-AF46-4D6E-95B6-3F406DB2063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0" y="3039"/>
                <a:ext cx="24" cy="24"/>
              </a:xfrm>
              <a:custGeom>
                <a:avLst/>
                <a:gdLst>
                  <a:gd name="T0" fmla="*/ 6 w 24"/>
                  <a:gd name="T1" fmla="*/ 0 h 24"/>
                  <a:gd name="T2" fmla="*/ 0 w 24"/>
                  <a:gd name="T3" fmla="*/ 0 h 24"/>
                  <a:gd name="T4" fmla="*/ 6 w 24"/>
                  <a:gd name="T5" fmla="*/ 0 h 24"/>
                  <a:gd name="T6" fmla="*/ 12 w 24"/>
                  <a:gd name="T7" fmla="*/ 6 h 24"/>
                  <a:gd name="T8" fmla="*/ 24 w 24"/>
                  <a:gd name="T9" fmla="*/ 24 h 24"/>
                  <a:gd name="T10" fmla="*/ 24 w 24"/>
                  <a:gd name="T11" fmla="*/ 18 h 24"/>
                  <a:gd name="T12" fmla="*/ 18 w 24"/>
                  <a:gd name="T13" fmla="*/ 6 h 24"/>
                  <a:gd name="T14" fmla="*/ 12 w 24"/>
                  <a:gd name="T15" fmla="*/ 0 h 24"/>
                  <a:gd name="T16" fmla="*/ 6 w 24"/>
                  <a:gd name="T17" fmla="*/ 0 h 24"/>
                  <a:gd name="T18" fmla="*/ 6 w 24"/>
                  <a:gd name="T19" fmla="*/ 0 h 24"/>
                  <a:gd name="T20" fmla="*/ 6 w 24"/>
                  <a:gd name="T21" fmla="*/ 0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36">
                <a:extLst>
                  <a:ext uri="{FF2B5EF4-FFF2-40B4-BE49-F238E27FC236}">
                    <a16:creationId xmlns:a16="http://schemas.microsoft.com/office/drawing/2014/main" id="{AA5FB152-C508-4EA3-9F76-63A4E7CC7CB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01" y="2681"/>
                <a:ext cx="215" cy="216"/>
              </a:xfrm>
              <a:custGeom>
                <a:avLst/>
                <a:gdLst>
                  <a:gd name="T0" fmla="*/ 215 w 215"/>
                  <a:gd name="T1" fmla="*/ 0 h 216"/>
                  <a:gd name="T2" fmla="*/ 147 w 215"/>
                  <a:gd name="T3" fmla="*/ 36 h 216"/>
                  <a:gd name="T4" fmla="*/ 132 w 215"/>
                  <a:gd name="T5" fmla="*/ 49 h 216"/>
                  <a:gd name="T6" fmla="*/ 104 w 215"/>
                  <a:gd name="T7" fmla="*/ 79 h 216"/>
                  <a:gd name="T8" fmla="*/ 87 w 215"/>
                  <a:gd name="T9" fmla="*/ 114 h 216"/>
                  <a:gd name="T10" fmla="*/ 48 w 215"/>
                  <a:gd name="T11" fmla="*/ 156 h 216"/>
                  <a:gd name="T12" fmla="*/ 42 w 215"/>
                  <a:gd name="T13" fmla="*/ 166 h 216"/>
                  <a:gd name="T14" fmla="*/ 29 w 215"/>
                  <a:gd name="T15" fmla="*/ 177 h 216"/>
                  <a:gd name="T16" fmla="*/ 0 w 215"/>
                  <a:gd name="T17" fmla="*/ 208 h 216"/>
                  <a:gd name="T18" fmla="*/ 48 w 215"/>
                  <a:gd name="T19" fmla="*/ 216 h 216"/>
                  <a:gd name="T20" fmla="*/ 215 w 215"/>
                  <a:gd name="T21" fmla="*/ 0 h 2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7">
                <a:extLst>
                  <a:ext uri="{FF2B5EF4-FFF2-40B4-BE49-F238E27FC236}">
                    <a16:creationId xmlns:a16="http://schemas.microsoft.com/office/drawing/2014/main" id="{8BEC139B-6B03-4CB0-B252-39AC6AAA02D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6" y="2710"/>
                <a:ext cx="212" cy="179"/>
              </a:xfrm>
              <a:custGeom>
                <a:avLst/>
                <a:gdLst>
                  <a:gd name="T0" fmla="*/ 212 w 212"/>
                  <a:gd name="T1" fmla="*/ 0 h 179"/>
                  <a:gd name="T2" fmla="*/ 144 w 212"/>
                  <a:gd name="T3" fmla="*/ 36 h 179"/>
                  <a:gd name="T4" fmla="*/ 0 w 212"/>
                  <a:gd name="T5" fmla="*/ 179 h 179"/>
                  <a:gd name="T6" fmla="*/ 177 w 212"/>
                  <a:gd name="T7" fmla="*/ 85 h 179"/>
                  <a:gd name="T8" fmla="*/ 212 w 212"/>
                  <a:gd name="T9" fmla="*/ 0 h 1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8">
                <a:extLst>
                  <a:ext uri="{FF2B5EF4-FFF2-40B4-BE49-F238E27FC236}">
                    <a16:creationId xmlns:a16="http://schemas.microsoft.com/office/drawing/2014/main" id="{71ADB47E-2D52-4F42-ABAF-21AAA8D3B3A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037" y="2609"/>
                <a:ext cx="64" cy="79"/>
              </a:xfrm>
              <a:custGeom>
                <a:avLst/>
                <a:gdLst>
                  <a:gd name="T0" fmla="*/ 0 w 64"/>
                  <a:gd name="T1" fmla="*/ 22 h 79"/>
                  <a:gd name="T2" fmla="*/ 64 w 64"/>
                  <a:gd name="T3" fmla="*/ 79 h 79"/>
                  <a:gd name="T4" fmla="*/ 60 w 64"/>
                  <a:gd name="T5" fmla="*/ 0 h 79"/>
                  <a:gd name="T6" fmla="*/ 0 w 64"/>
                  <a:gd name="T7" fmla="*/ 22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9">
                <a:extLst>
                  <a:ext uri="{FF2B5EF4-FFF2-40B4-BE49-F238E27FC236}">
                    <a16:creationId xmlns:a16="http://schemas.microsoft.com/office/drawing/2014/main" id="{305246F0-8C00-4A67-8A39-8721B4EBC4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867" y="2471"/>
                <a:ext cx="137" cy="207"/>
              </a:xfrm>
              <a:custGeom>
                <a:avLst/>
                <a:gdLst>
                  <a:gd name="T0" fmla="*/ 0 w 137"/>
                  <a:gd name="T1" fmla="*/ 0 h 207"/>
                  <a:gd name="T2" fmla="*/ 17 w 137"/>
                  <a:gd name="T3" fmla="*/ 87 h 207"/>
                  <a:gd name="T4" fmla="*/ 69 w 137"/>
                  <a:gd name="T5" fmla="*/ 154 h 207"/>
                  <a:gd name="T6" fmla="*/ 137 w 137"/>
                  <a:gd name="T7" fmla="*/ 207 h 207"/>
                  <a:gd name="T8" fmla="*/ 0 w 137"/>
                  <a:gd name="T9" fmla="*/ 0 h 2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B2BB1841-6A0E-480D-B946-21DA85F6AA7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817" y="2507"/>
                <a:ext cx="65" cy="222"/>
              </a:xfrm>
              <a:custGeom>
                <a:avLst/>
                <a:gdLst>
                  <a:gd name="T0" fmla="*/ 0 w 65"/>
                  <a:gd name="T1" fmla="*/ 222 h 222"/>
                  <a:gd name="T2" fmla="*/ 40 w 65"/>
                  <a:gd name="T3" fmla="*/ 142 h 222"/>
                  <a:gd name="T4" fmla="*/ 65 w 65"/>
                  <a:gd name="T5" fmla="*/ 72 h 222"/>
                  <a:gd name="T6" fmla="*/ 7 w 65"/>
                  <a:gd name="T7" fmla="*/ 0 h 222"/>
                  <a:gd name="T8" fmla="*/ 0 w 65"/>
                  <a:gd name="T9" fmla="*/ 222 h 2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2985" name="Rectangle 41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2986" name="Rectangle 4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03575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32ABC405-513F-4B9D-B3F8-D4FCE310F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F2463AD0-CCB2-4C93-B42C-611199C067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2BF46DA5-E515-4D74-83E8-47CEE3922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5BBB2-8561-41D8-9858-61F6E29A90A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647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3">
            <a:extLst>
              <a:ext uri="{FF2B5EF4-FFF2-40B4-BE49-F238E27FC236}">
                <a16:creationId xmlns:a16="http://schemas.microsoft.com/office/drawing/2014/main" id="{36E40E64-7AD4-4CB9-B157-D4F7B4089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8061D92B-8E44-4A0C-A6FC-B929C998AC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89BCD8E9-0B49-4E90-980E-30D3D4A40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83A7B2-88D0-42AD-9235-CC4781085F5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676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3">
            <a:extLst>
              <a:ext uri="{FF2B5EF4-FFF2-40B4-BE49-F238E27FC236}">
                <a16:creationId xmlns:a16="http://schemas.microsoft.com/office/drawing/2014/main" id="{53E88B39-836D-45FF-9CDA-C47BAD23A8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415E3829-59A0-4B51-87E0-0642F60BB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BDA45862-3E6E-41D5-9AF3-D67C3EE62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EBB99-7056-4339-A6FF-2874C52A674F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1177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3">
            <a:extLst>
              <a:ext uri="{FF2B5EF4-FFF2-40B4-BE49-F238E27FC236}">
                <a16:creationId xmlns:a16="http://schemas.microsoft.com/office/drawing/2014/main" id="{10887B07-C795-4CCF-92B0-ED3A8B616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A6BDF5CB-7DE2-437F-8584-7EC321C34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84EA8DBC-D1E6-47CA-9435-B953F39FD2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C06EB-F58A-4CCB-A0C5-84F40B02A62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171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9219C031-913B-4B00-AD9B-18A4F38FED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6DC63636-C675-465D-95A0-A700132771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5">
            <a:extLst>
              <a:ext uri="{FF2B5EF4-FFF2-40B4-BE49-F238E27FC236}">
                <a16:creationId xmlns:a16="http://schemas.microsoft.com/office/drawing/2014/main" id="{7A18ECE2-E1DE-4387-B73E-F348182D36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2891D-BEF2-4CA8-93C4-CBC129D44782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449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3">
            <a:extLst>
              <a:ext uri="{FF2B5EF4-FFF2-40B4-BE49-F238E27FC236}">
                <a16:creationId xmlns:a16="http://schemas.microsoft.com/office/drawing/2014/main" id="{FBE5C53B-65E8-4F8F-8844-3DE9854233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CA6F8DC1-6371-409F-B86C-8DCF9BF8AA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780242AD-D03A-4FD5-8B4E-ADD7C6F776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31C77-E07E-4B42-8CC3-39C3371822B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8009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3">
            <a:extLst>
              <a:ext uri="{FF2B5EF4-FFF2-40B4-BE49-F238E27FC236}">
                <a16:creationId xmlns:a16="http://schemas.microsoft.com/office/drawing/2014/main" id="{B95580A5-433B-45D8-B728-47564EEEC5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1623B9D4-8699-4DE4-A0DF-86B25044A9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E2A8B7B4-31D7-4280-BAFF-2B7D84AED0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68665-DD4B-4AF7-B7AA-BDF803E19B4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755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3">
            <a:extLst>
              <a:ext uri="{FF2B5EF4-FFF2-40B4-BE49-F238E27FC236}">
                <a16:creationId xmlns:a16="http://schemas.microsoft.com/office/drawing/2014/main" id="{736A3E2A-88E0-44BB-8694-68DBB7B661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95D952E3-54CC-4CEE-868B-75A94FE70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D079F8E1-20E7-492C-92A5-881EFB4BA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6CE67-66DC-4292-828F-5E807D07473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001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3">
            <a:extLst>
              <a:ext uri="{FF2B5EF4-FFF2-40B4-BE49-F238E27FC236}">
                <a16:creationId xmlns:a16="http://schemas.microsoft.com/office/drawing/2014/main" id="{3E25CF19-7718-4171-A413-BBDDE5F9A1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9238DFFA-90D4-42C2-962A-6B859E103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F54E8529-6706-4AB7-B2FA-930A279AC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60929-8FA1-4928-A8CE-23DF8FEC210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308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3">
            <a:extLst>
              <a:ext uri="{FF2B5EF4-FFF2-40B4-BE49-F238E27FC236}">
                <a16:creationId xmlns:a16="http://schemas.microsoft.com/office/drawing/2014/main" id="{BDF961EF-BDE6-429A-AD2B-2297B4F29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55288BE8-5A24-46AF-9CE3-7AD5F2996A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A0E17212-270A-4AD7-88E5-497B77202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5DE9A-F90F-4980-AB47-61066CD18CED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5756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8750"/>
            <a:ext cx="2057400" cy="5972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8750"/>
            <a:ext cx="6019800" cy="5972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3">
            <a:extLst>
              <a:ext uri="{FF2B5EF4-FFF2-40B4-BE49-F238E27FC236}">
                <a16:creationId xmlns:a16="http://schemas.microsoft.com/office/drawing/2014/main" id="{AAD3AE88-8037-4C66-BF2D-7E19CF0A3A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2AF45C9F-06A5-4965-A980-27C1ACAC58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78D4AF43-BCF6-479B-81BB-A5205B267E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8C3DC-C588-4199-9B47-BCE22F54069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89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BFE556-856F-464B-96FA-D2AF2E7ED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840C80-F60C-4B4D-984F-848AEC9AC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CA1E90-87C5-4D3E-A695-3FDA207F29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336CF5-B8F5-4E6D-9459-FB042B3A63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EF940B-B3F3-4043-96B4-9E1001CA5B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defRPr sz="1400"/>
            </a:lvl1pPr>
          </a:lstStyle>
          <a:p>
            <a:pPr>
              <a:defRPr/>
            </a:pPr>
            <a:fld id="{7DB101B0-C271-4598-81D7-9828E68F8FD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0E48D63C-5EE7-44AE-AA12-CA76277357E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1650"/>
            <a:chOff x="0" y="0"/>
            <a:chExt cx="5758" cy="4316"/>
          </a:xfrm>
        </p:grpSpPr>
        <p:sp>
          <p:nvSpPr>
            <p:cNvPr id="2056" name="Freeform 3">
              <a:extLst>
                <a:ext uri="{FF2B5EF4-FFF2-40B4-BE49-F238E27FC236}">
                  <a16:creationId xmlns:a16="http://schemas.microsoft.com/office/drawing/2014/main" id="{BF1610C8-76EB-4A0D-B53B-385B6FCADE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812" y="2811"/>
              <a:ext cx="3946" cy="1505"/>
            </a:xfrm>
            <a:custGeom>
              <a:avLst/>
              <a:gdLst>
                <a:gd name="T0" fmla="*/ 149 w 3934"/>
                <a:gd name="T1" fmla="*/ 1505 h 1505"/>
                <a:gd name="T2" fmla="*/ 689 w 3934"/>
                <a:gd name="T3" fmla="*/ 1331 h 1505"/>
                <a:gd name="T4" fmla="*/ 1217 w 3934"/>
                <a:gd name="T5" fmla="*/ 1157 h 1505"/>
                <a:gd name="T6" fmla="*/ 1733 w 3934"/>
                <a:gd name="T7" fmla="*/ 977 h 1505"/>
                <a:gd name="T8" fmla="*/ 2225 w 3934"/>
                <a:gd name="T9" fmla="*/ 792 h 1505"/>
                <a:gd name="T10" fmla="*/ 2464 w 3934"/>
                <a:gd name="T11" fmla="*/ 696 h 1505"/>
                <a:gd name="T12" fmla="*/ 2698 w 3934"/>
                <a:gd name="T13" fmla="*/ 606 h 1505"/>
                <a:gd name="T14" fmla="*/ 2927 w 3934"/>
                <a:gd name="T15" fmla="*/ 510 h 1505"/>
                <a:gd name="T16" fmla="*/ 3149 w 3934"/>
                <a:gd name="T17" fmla="*/ 420 h 1505"/>
                <a:gd name="T18" fmla="*/ 3358 w 3934"/>
                <a:gd name="T19" fmla="*/ 324 h 1505"/>
                <a:gd name="T20" fmla="*/ 3562 w 3934"/>
                <a:gd name="T21" fmla="*/ 234 h 1505"/>
                <a:gd name="T22" fmla="*/ 3760 w 3934"/>
                <a:gd name="T23" fmla="*/ 138 h 1505"/>
                <a:gd name="T24" fmla="*/ 3946 w 3934"/>
                <a:gd name="T25" fmla="*/ 48 h 1505"/>
                <a:gd name="T26" fmla="*/ 3946 w 3934"/>
                <a:gd name="T27" fmla="*/ 0 h 1505"/>
                <a:gd name="T28" fmla="*/ 3754 w 3934"/>
                <a:gd name="T29" fmla="*/ 96 h 1505"/>
                <a:gd name="T30" fmla="*/ 3550 w 3934"/>
                <a:gd name="T31" fmla="*/ 192 h 1505"/>
                <a:gd name="T32" fmla="*/ 3340 w 3934"/>
                <a:gd name="T33" fmla="*/ 288 h 1505"/>
                <a:gd name="T34" fmla="*/ 3125 w 3934"/>
                <a:gd name="T35" fmla="*/ 384 h 1505"/>
                <a:gd name="T36" fmla="*/ 2897 w 3934"/>
                <a:gd name="T37" fmla="*/ 480 h 1505"/>
                <a:gd name="T38" fmla="*/ 2662 w 3934"/>
                <a:gd name="T39" fmla="*/ 576 h 1505"/>
                <a:gd name="T40" fmla="*/ 2416 w 3934"/>
                <a:gd name="T41" fmla="*/ 672 h 1505"/>
                <a:gd name="T42" fmla="*/ 2171 w 3934"/>
                <a:gd name="T43" fmla="*/ 768 h 1505"/>
                <a:gd name="T44" fmla="*/ 1913 w 3934"/>
                <a:gd name="T45" fmla="*/ 864 h 1505"/>
                <a:gd name="T46" fmla="*/ 1655 w 3934"/>
                <a:gd name="T47" fmla="*/ 960 h 1505"/>
                <a:gd name="T48" fmla="*/ 1115 w 3934"/>
                <a:gd name="T49" fmla="*/ 1145 h 1505"/>
                <a:gd name="T50" fmla="*/ 564 w 3934"/>
                <a:gd name="T51" fmla="*/ 1331 h 1505"/>
                <a:gd name="T52" fmla="*/ 0 w 3934"/>
                <a:gd name="T53" fmla="*/ 1505 h 1505"/>
                <a:gd name="T54" fmla="*/ 149 w 3934"/>
                <a:gd name="T55" fmla="*/ 1505 h 1505"/>
                <a:gd name="T56" fmla="*/ 149 w 3934"/>
                <a:gd name="T57" fmla="*/ 1505 h 150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934" h="1505">
                  <a:moveTo>
                    <a:pt x="149" y="1505"/>
                  </a:moveTo>
                  <a:lnTo>
                    <a:pt x="687" y="1331"/>
                  </a:lnTo>
                  <a:lnTo>
                    <a:pt x="1213" y="1157"/>
                  </a:lnTo>
                  <a:lnTo>
                    <a:pt x="1728" y="977"/>
                  </a:lnTo>
                  <a:lnTo>
                    <a:pt x="2218" y="792"/>
                  </a:lnTo>
                  <a:lnTo>
                    <a:pt x="2457" y="696"/>
                  </a:lnTo>
                  <a:lnTo>
                    <a:pt x="2690" y="606"/>
                  </a:lnTo>
                  <a:lnTo>
                    <a:pt x="2918" y="510"/>
                  </a:lnTo>
                  <a:lnTo>
                    <a:pt x="3139" y="420"/>
                  </a:lnTo>
                  <a:lnTo>
                    <a:pt x="3348" y="324"/>
                  </a:lnTo>
                  <a:lnTo>
                    <a:pt x="3551" y="234"/>
                  </a:lnTo>
                  <a:lnTo>
                    <a:pt x="3749" y="138"/>
                  </a:lnTo>
                  <a:lnTo>
                    <a:pt x="3934" y="48"/>
                  </a:lnTo>
                  <a:lnTo>
                    <a:pt x="3934" y="0"/>
                  </a:lnTo>
                  <a:lnTo>
                    <a:pt x="3743" y="96"/>
                  </a:lnTo>
                  <a:lnTo>
                    <a:pt x="3539" y="192"/>
                  </a:lnTo>
                  <a:lnTo>
                    <a:pt x="3330" y="288"/>
                  </a:lnTo>
                  <a:lnTo>
                    <a:pt x="3115" y="384"/>
                  </a:lnTo>
                  <a:lnTo>
                    <a:pt x="2888" y="480"/>
                  </a:lnTo>
                  <a:lnTo>
                    <a:pt x="2654" y="576"/>
                  </a:lnTo>
                  <a:lnTo>
                    <a:pt x="2409" y="672"/>
                  </a:lnTo>
                  <a:lnTo>
                    <a:pt x="2164" y="768"/>
                  </a:lnTo>
                  <a:lnTo>
                    <a:pt x="1907" y="864"/>
                  </a:lnTo>
                  <a:lnTo>
                    <a:pt x="1650" y="960"/>
                  </a:lnTo>
                  <a:lnTo>
                    <a:pt x="1112" y="1145"/>
                  </a:lnTo>
                  <a:lnTo>
                    <a:pt x="562" y="1331"/>
                  </a:lnTo>
                  <a:lnTo>
                    <a:pt x="0" y="1505"/>
                  </a:lnTo>
                  <a:lnTo>
                    <a:pt x="149" y="150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" name="Freeform 4">
              <a:extLst>
                <a:ext uri="{FF2B5EF4-FFF2-40B4-BE49-F238E27FC236}">
                  <a16:creationId xmlns:a16="http://schemas.microsoft.com/office/drawing/2014/main" id="{14002B81-286A-42C5-BFD6-F79F8D52E7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25" y="3627"/>
              <a:ext cx="1733" cy="689"/>
            </a:xfrm>
            <a:custGeom>
              <a:avLst/>
              <a:gdLst>
                <a:gd name="T0" fmla="*/ 132 w 1728"/>
                <a:gd name="T1" fmla="*/ 689 h 689"/>
                <a:gd name="T2" fmla="*/ 552 w 1728"/>
                <a:gd name="T3" fmla="*/ 527 h 689"/>
                <a:gd name="T4" fmla="*/ 966 w 1728"/>
                <a:gd name="T5" fmla="*/ 365 h 689"/>
                <a:gd name="T6" fmla="*/ 1163 w 1728"/>
                <a:gd name="T7" fmla="*/ 287 h 689"/>
                <a:gd name="T8" fmla="*/ 1361 w 1728"/>
                <a:gd name="T9" fmla="*/ 203 h 689"/>
                <a:gd name="T10" fmla="*/ 1553 w 1728"/>
                <a:gd name="T11" fmla="*/ 126 h 689"/>
                <a:gd name="T12" fmla="*/ 1733 w 1728"/>
                <a:gd name="T13" fmla="*/ 48 h 689"/>
                <a:gd name="T14" fmla="*/ 1733 w 1728"/>
                <a:gd name="T15" fmla="*/ 0 h 689"/>
                <a:gd name="T16" fmla="*/ 1535 w 1728"/>
                <a:gd name="T17" fmla="*/ 84 h 689"/>
                <a:gd name="T18" fmla="*/ 1331 w 1728"/>
                <a:gd name="T19" fmla="*/ 167 h 689"/>
                <a:gd name="T20" fmla="*/ 1121 w 1728"/>
                <a:gd name="T21" fmla="*/ 257 h 689"/>
                <a:gd name="T22" fmla="*/ 906 w 1728"/>
                <a:gd name="T23" fmla="*/ 341 h 689"/>
                <a:gd name="T24" fmla="*/ 455 w 1728"/>
                <a:gd name="T25" fmla="*/ 515 h 689"/>
                <a:gd name="T26" fmla="*/ 0 w 1728"/>
                <a:gd name="T27" fmla="*/ 689 h 689"/>
                <a:gd name="T28" fmla="*/ 132 w 1728"/>
                <a:gd name="T29" fmla="*/ 689 h 689"/>
                <a:gd name="T30" fmla="*/ 132 w 1728"/>
                <a:gd name="T31" fmla="*/ 689 h 6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728" h="689">
                  <a:moveTo>
                    <a:pt x="132" y="689"/>
                  </a:moveTo>
                  <a:lnTo>
                    <a:pt x="550" y="527"/>
                  </a:lnTo>
                  <a:lnTo>
                    <a:pt x="963" y="365"/>
                  </a:lnTo>
                  <a:lnTo>
                    <a:pt x="1160" y="287"/>
                  </a:lnTo>
                  <a:lnTo>
                    <a:pt x="1357" y="203"/>
                  </a:lnTo>
                  <a:lnTo>
                    <a:pt x="1549" y="126"/>
                  </a:lnTo>
                  <a:lnTo>
                    <a:pt x="1728" y="48"/>
                  </a:lnTo>
                  <a:lnTo>
                    <a:pt x="1728" y="0"/>
                  </a:lnTo>
                  <a:lnTo>
                    <a:pt x="1531" y="84"/>
                  </a:lnTo>
                  <a:lnTo>
                    <a:pt x="1327" y="167"/>
                  </a:lnTo>
                  <a:lnTo>
                    <a:pt x="1118" y="257"/>
                  </a:lnTo>
                  <a:lnTo>
                    <a:pt x="903" y="341"/>
                  </a:lnTo>
                  <a:lnTo>
                    <a:pt x="454" y="515"/>
                  </a:lnTo>
                  <a:lnTo>
                    <a:pt x="0" y="689"/>
                  </a:lnTo>
                  <a:lnTo>
                    <a:pt x="132" y="68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Freeform 5">
              <a:extLst>
                <a:ext uri="{FF2B5EF4-FFF2-40B4-BE49-F238E27FC236}">
                  <a16:creationId xmlns:a16="http://schemas.microsoft.com/office/drawing/2014/main" id="{23D75E49-593A-4B0D-95CA-522DF72B3E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578" cy="3447"/>
            </a:xfrm>
            <a:custGeom>
              <a:avLst/>
              <a:gdLst>
                <a:gd name="T0" fmla="*/ 5578 w 5561"/>
                <a:gd name="T1" fmla="*/ 929 h 3447"/>
                <a:gd name="T2" fmla="*/ 5554 w 5561"/>
                <a:gd name="T3" fmla="*/ 773 h 3447"/>
                <a:gd name="T4" fmla="*/ 5470 w 5561"/>
                <a:gd name="T5" fmla="*/ 629 h 3447"/>
                <a:gd name="T6" fmla="*/ 5343 w 5561"/>
                <a:gd name="T7" fmla="*/ 492 h 3447"/>
                <a:gd name="T8" fmla="*/ 5164 w 5561"/>
                <a:gd name="T9" fmla="*/ 366 h 3447"/>
                <a:gd name="T10" fmla="*/ 4936 w 5561"/>
                <a:gd name="T11" fmla="*/ 252 h 3447"/>
                <a:gd name="T12" fmla="*/ 4666 w 5561"/>
                <a:gd name="T13" fmla="*/ 144 h 3447"/>
                <a:gd name="T14" fmla="*/ 4354 w 5561"/>
                <a:gd name="T15" fmla="*/ 48 h 3447"/>
                <a:gd name="T16" fmla="*/ 4012 w 5561"/>
                <a:gd name="T17" fmla="*/ 0 h 3447"/>
                <a:gd name="T18" fmla="*/ 4372 w 5561"/>
                <a:gd name="T19" fmla="*/ 90 h 3447"/>
                <a:gd name="T20" fmla="*/ 4684 w 5561"/>
                <a:gd name="T21" fmla="*/ 192 h 3447"/>
                <a:gd name="T22" fmla="*/ 4948 w 5561"/>
                <a:gd name="T23" fmla="*/ 306 h 3447"/>
                <a:gd name="T24" fmla="*/ 5164 w 5561"/>
                <a:gd name="T25" fmla="*/ 426 h 3447"/>
                <a:gd name="T26" fmla="*/ 5331 w 5561"/>
                <a:gd name="T27" fmla="*/ 557 h 3447"/>
                <a:gd name="T28" fmla="*/ 5446 w 5561"/>
                <a:gd name="T29" fmla="*/ 701 h 3447"/>
                <a:gd name="T30" fmla="*/ 5506 w 5561"/>
                <a:gd name="T31" fmla="*/ 851 h 3447"/>
                <a:gd name="T32" fmla="*/ 5506 w 5561"/>
                <a:gd name="T33" fmla="*/ 1013 h 3447"/>
                <a:gd name="T34" fmla="*/ 5458 w 5561"/>
                <a:gd name="T35" fmla="*/ 1163 h 3447"/>
                <a:gd name="T36" fmla="*/ 5361 w 5561"/>
                <a:gd name="T37" fmla="*/ 1319 h 3447"/>
                <a:gd name="T38" fmla="*/ 5218 w 5561"/>
                <a:gd name="T39" fmla="*/ 1475 h 3447"/>
                <a:gd name="T40" fmla="*/ 5032 w 5561"/>
                <a:gd name="T41" fmla="*/ 1630 h 3447"/>
                <a:gd name="T42" fmla="*/ 4804 w 5561"/>
                <a:gd name="T43" fmla="*/ 1786 h 3447"/>
                <a:gd name="T44" fmla="*/ 4540 w 5561"/>
                <a:gd name="T45" fmla="*/ 1948 h 3447"/>
                <a:gd name="T46" fmla="*/ 4228 w 5561"/>
                <a:gd name="T47" fmla="*/ 2104 h 3447"/>
                <a:gd name="T48" fmla="*/ 3887 w 5561"/>
                <a:gd name="T49" fmla="*/ 2260 h 3447"/>
                <a:gd name="T50" fmla="*/ 3509 w 5561"/>
                <a:gd name="T51" fmla="*/ 2416 h 3447"/>
                <a:gd name="T52" fmla="*/ 3094 w 5561"/>
                <a:gd name="T53" fmla="*/ 2566 h 3447"/>
                <a:gd name="T54" fmla="*/ 2651 w 5561"/>
                <a:gd name="T55" fmla="*/ 2715 h 3447"/>
                <a:gd name="T56" fmla="*/ 2171 w 5561"/>
                <a:gd name="T57" fmla="*/ 2865 h 3447"/>
                <a:gd name="T58" fmla="*/ 1667 w 5561"/>
                <a:gd name="T59" fmla="*/ 3009 h 3447"/>
                <a:gd name="T60" fmla="*/ 1139 w 5561"/>
                <a:gd name="T61" fmla="*/ 3147 h 3447"/>
                <a:gd name="T62" fmla="*/ 582 w 5561"/>
                <a:gd name="T63" fmla="*/ 3279 h 3447"/>
                <a:gd name="T64" fmla="*/ 0 w 5561"/>
                <a:gd name="T65" fmla="*/ 3447 h 3447"/>
                <a:gd name="T66" fmla="*/ 870 w 5561"/>
                <a:gd name="T67" fmla="*/ 3249 h 3447"/>
                <a:gd name="T68" fmla="*/ 1421 w 5561"/>
                <a:gd name="T69" fmla="*/ 3105 h 3447"/>
                <a:gd name="T70" fmla="*/ 1943 w 5561"/>
                <a:gd name="T71" fmla="*/ 2961 h 3447"/>
                <a:gd name="T72" fmla="*/ 2441 w 5561"/>
                <a:gd name="T73" fmla="*/ 2817 h 3447"/>
                <a:gd name="T74" fmla="*/ 2909 w 5561"/>
                <a:gd name="T75" fmla="*/ 2668 h 3447"/>
                <a:gd name="T76" fmla="*/ 3340 w 5561"/>
                <a:gd name="T77" fmla="*/ 2512 h 3447"/>
                <a:gd name="T78" fmla="*/ 3742 w 5561"/>
                <a:gd name="T79" fmla="*/ 2356 h 3447"/>
                <a:gd name="T80" fmla="*/ 4109 w 5561"/>
                <a:gd name="T81" fmla="*/ 2200 h 3447"/>
                <a:gd name="T82" fmla="*/ 4439 w 5561"/>
                <a:gd name="T83" fmla="*/ 2038 h 3447"/>
                <a:gd name="T84" fmla="*/ 4732 w 5561"/>
                <a:gd name="T85" fmla="*/ 1876 h 3447"/>
                <a:gd name="T86" fmla="*/ 4984 w 5561"/>
                <a:gd name="T87" fmla="*/ 1720 h 3447"/>
                <a:gd name="T88" fmla="*/ 5194 w 5561"/>
                <a:gd name="T89" fmla="*/ 1559 h 3447"/>
                <a:gd name="T90" fmla="*/ 5355 w 5561"/>
                <a:gd name="T91" fmla="*/ 1397 h 3447"/>
                <a:gd name="T92" fmla="*/ 5476 w 5561"/>
                <a:gd name="T93" fmla="*/ 1241 h 3447"/>
                <a:gd name="T94" fmla="*/ 5554 w 5561"/>
                <a:gd name="T95" fmla="*/ 1085 h 3447"/>
                <a:gd name="T96" fmla="*/ 5572 w 5561"/>
                <a:gd name="T97" fmla="*/ 1007 h 34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561" h="3447">
                  <a:moveTo>
                    <a:pt x="5555" y="1007"/>
                  </a:moveTo>
                  <a:lnTo>
                    <a:pt x="5561" y="929"/>
                  </a:lnTo>
                  <a:lnTo>
                    <a:pt x="5555" y="851"/>
                  </a:lnTo>
                  <a:lnTo>
                    <a:pt x="5537" y="773"/>
                  </a:lnTo>
                  <a:lnTo>
                    <a:pt x="5501" y="701"/>
                  </a:lnTo>
                  <a:lnTo>
                    <a:pt x="5453" y="629"/>
                  </a:lnTo>
                  <a:lnTo>
                    <a:pt x="5399" y="563"/>
                  </a:lnTo>
                  <a:lnTo>
                    <a:pt x="5327" y="492"/>
                  </a:lnTo>
                  <a:lnTo>
                    <a:pt x="5244" y="432"/>
                  </a:lnTo>
                  <a:lnTo>
                    <a:pt x="5148" y="366"/>
                  </a:lnTo>
                  <a:lnTo>
                    <a:pt x="5040" y="306"/>
                  </a:lnTo>
                  <a:lnTo>
                    <a:pt x="4921" y="252"/>
                  </a:lnTo>
                  <a:lnTo>
                    <a:pt x="4795" y="198"/>
                  </a:lnTo>
                  <a:lnTo>
                    <a:pt x="4652" y="144"/>
                  </a:lnTo>
                  <a:lnTo>
                    <a:pt x="4502" y="90"/>
                  </a:lnTo>
                  <a:lnTo>
                    <a:pt x="4341" y="48"/>
                  </a:lnTo>
                  <a:lnTo>
                    <a:pt x="4167" y="0"/>
                  </a:lnTo>
                  <a:lnTo>
                    <a:pt x="4000" y="0"/>
                  </a:lnTo>
                  <a:lnTo>
                    <a:pt x="4185" y="42"/>
                  </a:lnTo>
                  <a:lnTo>
                    <a:pt x="4359" y="90"/>
                  </a:lnTo>
                  <a:lnTo>
                    <a:pt x="4520" y="138"/>
                  </a:lnTo>
                  <a:lnTo>
                    <a:pt x="4670" y="192"/>
                  </a:lnTo>
                  <a:lnTo>
                    <a:pt x="4807" y="246"/>
                  </a:lnTo>
                  <a:lnTo>
                    <a:pt x="4933" y="306"/>
                  </a:lnTo>
                  <a:lnTo>
                    <a:pt x="5046" y="366"/>
                  </a:lnTo>
                  <a:lnTo>
                    <a:pt x="5148" y="426"/>
                  </a:lnTo>
                  <a:lnTo>
                    <a:pt x="5238" y="492"/>
                  </a:lnTo>
                  <a:lnTo>
                    <a:pt x="5315" y="557"/>
                  </a:lnTo>
                  <a:lnTo>
                    <a:pt x="5381" y="629"/>
                  </a:lnTo>
                  <a:lnTo>
                    <a:pt x="5429" y="701"/>
                  </a:lnTo>
                  <a:lnTo>
                    <a:pt x="5465" y="779"/>
                  </a:lnTo>
                  <a:lnTo>
                    <a:pt x="5489" y="851"/>
                  </a:lnTo>
                  <a:lnTo>
                    <a:pt x="5495" y="935"/>
                  </a:lnTo>
                  <a:lnTo>
                    <a:pt x="5489" y="1013"/>
                  </a:lnTo>
                  <a:lnTo>
                    <a:pt x="5471" y="1091"/>
                  </a:lnTo>
                  <a:lnTo>
                    <a:pt x="5441" y="1163"/>
                  </a:lnTo>
                  <a:lnTo>
                    <a:pt x="5399" y="1241"/>
                  </a:lnTo>
                  <a:lnTo>
                    <a:pt x="5345" y="1319"/>
                  </a:lnTo>
                  <a:lnTo>
                    <a:pt x="5280" y="1397"/>
                  </a:lnTo>
                  <a:lnTo>
                    <a:pt x="5202" y="1475"/>
                  </a:lnTo>
                  <a:lnTo>
                    <a:pt x="5118" y="1553"/>
                  </a:lnTo>
                  <a:lnTo>
                    <a:pt x="5017" y="1630"/>
                  </a:lnTo>
                  <a:lnTo>
                    <a:pt x="4909" y="1708"/>
                  </a:lnTo>
                  <a:lnTo>
                    <a:pt x="4789" y="1786"/>
                  </a:lnTo>
                  <a:lnTo>
                    <a:pt x="4664" y="1870"/>
                  </a:lnTo>
                  <a:lnTo>
                    <a:pt x="4526" y="1948"/>
                  </a:lnTo>
                  <a:lnTo>
                    <a:pt x="4377" y="2026"/>
                  </a:lnTo>
                  <a:lnTo>
                    <a:pt x="4215" y="2104"/>
                  </a:lnTo>
                  <a:lnTo>
                    <a:pt x="4048" y="2182"/>
                  </a:lnTo>
                  <a:lnTo>
                    <a:pt x="3875" y="2260"/>
                  </a:lnTo>
                  <a:lnTo>
                    <a:pt x="3689" y="2338"/>
                  </a:lnTo>
                  <a:lnTo>
                    <a:pt x="3498" y="2416"/>
                  </a:lnTo>
                  <a:lnTo>
                    <a:pt x="3295" y="2488"/>
                  </a:lnTo>
                  <a:lnTo>
                    <a:pt x="3085" y="2566"/>
                  </a:lnTo>
                  <a:lnTo>
                    <a:pt x="2864" y="2644"/>
                  </a:lnTo>
                  <a:lnTo>
                    <a:pt x="2643" y="2715"/>
                  </a:lnTo>
                  <a:lnTo>
                    <a:pt x="2410" y="2793"/>
                  </a:lnTo>
                  <a:lnTo>
                    <a:pt x="2164" y="2865"/>
                  </a:lnTo>
                  <a:lnTo>
                    <a:pt x="1919" y="2937"/>
                  </a:lnTo>
                  <a:lnTo>
                    <a:pt x="1662" y="3009"/>
                  </a:lnTo>
                  <a:lnTo>
                    <a:pt x="1399" y="3075"/>
                  </a:lnTo>
                  <a:lnTo>
                    <a:pt x="1136" y="3147"/>
                  </a:lnTo>
                  <a:lnTo>
                    <a:pt x="861" y="3213"/>
                  </a:lnTo>
                  <a:lnTo>
                    <a:pt x="580" y="3279"/>
                  </a:lnTo>
                  <a:lnTo>
                    <a:pt x="0" y="3411"/>
                  </a:lnTo>
                  <a:lnTo>
                    <a:pt x="0" y="3447"/>
                  </a:lnTo>
                  <a:lnTo>
                    <a:pt x="586" y="3315"/>
                  </a:lnTo>
                  <a:lnTo>
                    <a:pt x="867" y="3249"/>
                  </a:lnTo>
                  <a:lnTo>
                    <a:pt x="1148" y="3177"/>
                  </a:lnTo>
                  <a:lnTo>
                    <a:pt x="1417" y="3105"/>
                  </a:lnTo>
                  <a:lnTo>
                    <a:pt x="1680" y="3039"/>
                  </a:lnTo>
                  <a:lnTo>
                    <a:pt x="1937" y="2961"/>
                  </a:lnTo>
                  <a:lnTo>
                    <a:pt x="2188" y="2889"/>
                  </a:lnTo>
                  <a:lnTo>
                    <a:pt x="2434" y="2817"/>
                  </a:lnTo>
                  <a:lnTo>
                    <a:pt x="2673" y="2739"/>
                  </a:lnTo>
                  <a:lnTo>
                    <a:pt x="2900" y="2668"/>
                  </a:lnTo>
                  <a:lnTo>
                    <a:pt x="3121" y="2590"/>
                  </a:lnTo>
                  <a:lnTo>
                    <a:pt x="3330" y="2512"/>
                  </a:lnTo>
                  <a:lnTo>
                    <a:pt x="3534" y="2434"/>
                  </a:lnTo>
                  <a:lnTo>
                    <a:pt x="3731" y="2356"/>
                  </a:lnTo>
                  <a:lnTo>
                    <a:pt x="3916" y="2278"/>
                  </a:lnTo>
                  <a:lnTo>
                    <a:pt x="4096" y="2200"/>
                  </a:lnTo>
                  <a:lnTo>
                    <a:pt x="4263" y="2116"/>
                  </a:lnTo>
                  <a:lnTo>
                    <a:pt x="4425" y="2038"/>
                  </a:lnTo>
                  <a:lnTo>
                    <a:pt x="4574" y="1960"/>
                  </a:lnTo>
                  <a:lnTo>
                    <a:pt x="4718" y="1876"/>
                  </a:lnTo>
                  <a:lnTo>
                    <a:pt x="4849" y="1798"/>
                  </a:lnTo>
                  <a:lnTo>
                    <a:pt x="4969" y="1720"/>
                  </a:lnTo>
                  <a:lnTo>
                    <a:pt x="5076" y="1636"/>
                  </a:lnTo>
                  <a:lnTo>
                    <a:pt x="5178" y="1559"/>
                  </a:lnTo>
                  <a:lnTo>
                    <a:pt x="5262" y="1481"/>
                  </a:lnTo>
                  <a:lnTo>
                    <a:pt x="5339" y="1397"/>
                  </a:lnTo>
                  <a:lnTo>
                    <a:pt x="5405" y="1319"/>
                  </a:lnTo>
                  <a:lnTo>
                    <a:pt x="5459" y="1241"/>
                  </a:lnTo>
                  <a:lnTo>
                    <a:pt x="5507" y="1163"/>
                  </a:lnTo>
                  <a:lnTo>
                    <a:pt x="5537" y="1085"/>
                  </a:lnTo>
                  <a:lnTo>
                    <a:pt x="5555" y="100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6" name="Freeform 6">
              <a:extLst>
                <a:ext uri="{FF2B5EF4-FFF2-40B4-BE49-F238E27FC236}">
                  <a16:creationId xmlns:a16="http://schemas.microsoft.com/office/drawing/2014/main" id="{1AF32635-3B15-4365-BF0B-A396AA0B18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42" y="0"/>
              <a:ext cx="816" cy="276"/>
            </a:xfrm>
            <a:custGeom>
              <a:avLst/>
              <a:gdLst/>
              <a:ahLst/>
              <a:cxnLst>
                <a:cxn ang="0">
                  <a:pos x="813" y="222"/>
                </a:cxn>
                <a:cxn ang="0">
                  <a:pos x="670" y="162"/>
                </a:cxn>
                <a:cxn ang="0">
                  <a:pos x="514" y="108"/>
                </a:cxn>
                <a:cxn ang="0">
                  <a:pos x="347" y="54"/>
                </a:cxn>
                <a:cxn ang="0">
                  <a:pos x="167" y="0"/>
                </a:cxn>
                <a:cxn ang="0">
                  <a:pos x="0" y="0"/>
                </a:cxn>
                <a:cxn ang="0">
                  <a:pos x="227" y="60"/>
                </a:cxn>
                <a:cxn ang="0">
                  <a:pos x="442" y="132"/>
                </a:cxn>
                <a:cxn ang="0">
                  <a:pos x="634" y="204"/>
                </a:cxn>
                <a:cxn ang="0">
                  <a:pos x="813" y="276"/>
                </a:cxn>
                <a:cxn ang="0">
                  <a:pos x="813" y="222"/>
                </a:cxn>
                <a:cxn ang="0">
                  <a:pos x="813" y="222"/>
                </a:cxn>
              </a:cxnLst>
              <a:rect l="0" t="0" r="r" b="b"/>
              <a:pathLst>
                <a:path w="813" h="276">
                  <a:moveTo>
                    <a:pt x="813" y="222"/>
                  </a:moveTo>
                  <a:lnTo>
                    <a:pt x="670" y="162"/>
                  </a:lnTo>
                  <a:lnTo>
                    <a:pt x="514" y="108"/>
                  </a:lnTo>
                  <a:lnTo>
                    <a:pt x="347" y="54"/>
                  </a:lnTo>
                  <a:lnTo>
                    <a:pt x="167" y="0"/>
                  </a:lnTo>
                  <a:lnTo>
                    <a:pt x="0" y="0"/>
                  </a:lnTo>
                  <a:lnTo>
                    <a:pt x="227" y="60"/>
                  </a:lnTo>
                  <a:lnTo>
                    <a:pt x="442" y="132"/>
                  </a:lnTo>
                  <a:lnTo>
                    <a:pt x="634" y="204"/>
                  </a:lnTo>
                  <a:lnTo>
                    <a:pt x="813" y="276"/>
                  </a:lnTo>
                  <a:lnTo>
                    <a:pt x="813" y="222"/>
                  </a:lnTo>
                  <a:lnTo>
                    <a:pt x="813" y="222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5000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0" cmpd="sng">
              <a:noFill/>
              <a:round/>
              <a:headEnd/>
              <a:tailEnd/>
            </a:ln>
          </p:spPr>
          <p:txBody>
            <a:bodyPr/>
            <a:lstStyle/>
            <a:p>
              <a:pPr algn="r" rtl="1"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060" name="Freeform 7">
              <a:extLst>
                <a:ext uri="{FF2B5EF4-FFF2-40B4-BE49-F238E27FC236}">
                  <a16:creationId xmlns:a16="http://schemas.microsoft.com/office/drawing/2014/main" id="{82ED4F49-923C-432A-8E1F-DC80B7F0614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984"/>
              <a:ext cx="5758" cy="2098"/>
            </a:xfrm>
            <a:custGeom>
              <a:avLst/>
              <a:gdLst>
                <a:gd name="T0" fmla="*/ 5758 w 5740"/>
                <a:gd name="T1" fmla="*/ 0 h 2098"/>
                <a:gd name="T2" fmla="*/ 5656 w 5740"/>
                <a:gd name="T3" fmla="*/ 72 h 2098"/>
                <a:gd name="T4" fmla="*/ 5554 w 5740"/>
                <a:gd name="T5" fmla="*/ 138 h 2098"/>
                <a:gd name="T6" fmla="*/ 5440 w 5740"/>
                <a:gd name="T7" fmla="*/ 210 h 2098"/>
                <a:gd name="T8" fmla="*/ 5321 w 5740"/>
                <a:gd name="T9" fmla="*/ 276 h 2098"/>
                <a:gd name="T10" fmla="*/ 5068 w 5740"/>
                <a:gd name="T11" fmla="*/ 414 h 2098"/>
                <a:gd name="T12" fmla="*/ 4792 w 5740"/>
                <a:gd name="T13" fmla="*/ 552 h 2098"/>
                <a:gd name="T14" fmla="*/ 4492 w 5740"/>
                <a:gd name="T15" fmla="*/ 690 h 2098"/>
                <a:gd name="T16" fmla="*/ 4175 w 5740"/>
                <a:gd name="T17" fmla="*/ 827 h 2098"/>
                <a:gd name="T18" fmla="*/ 3839 w 5740"/>
                <a:gd name="T19" fmla="*/ 959 h 2098"/>
                <a:gd name="T20" fmla="*/ 3479 w 5740"/>
                <a:gd name="T21" fmla="*/ 1091 h 2098"/>
                <a:gd name="T22" fmla="*/ 3101 w 5740"/>
                <a:gd name="T23" fmla="*/ 1223 h 2098"/>
                <a:gd name="T24" fmla="*/ 2705 w 5740"/>
                <a:gd name="T25" fmla="*/ 1355 h 2098"/>
                <a:gd name="T26" fmla="*/ 2291 w 5740"/>
                <a:gd name="T27" fmla="*/ 1481 h 2098"/>
                <a:gd name="T28" fmla="*/ 1866 w 5740"/>
                <a:gd name="T29" fmla="*/ 1601 h 2098"/>
                <a:gd name="T30" fmla="*/ 1421 w 5740"/>
                <a:gd name="T31" fmla="*/ 1721 h 2098"/>
                <a:gd name="T32" fmla="*/ 960 w 5740"/>
                <a:gd name="T33" fmla="*/ 1834 h 2098"/>
                <a:gd name="T34" fmla="*/ 486 w 5740"/>
                <a:gd name="T35" fmla="*/ 1948 h 2098"/>
                <a:gd name="T36" fmla="*/ 0 w 5740"/>
                <a:gd name="T37" fmla="*/ 2056 h 2098"/>
                <a:gd name="T38" fmla="*/ 0 w 5740"/>
                <a:gd name="T39" fmla="*/ 2098 h 2098"/>
                <a:gd name="T40" fmla="*/ 479 w 5740"/>
                <a:gd name="T41" fmla="*/ 1990 h 2098"/>
                <a:gd name="T42" fmla="*/ 954 w 5740"/>
                <a:gd name="T43" fmla="*/ 1882 h 2098"/>
                <a:gd name="T44" fmla="*/ 1409 w 5740"/>
                <a:gd name="T45" fmla="*/ 1763 h 2098"/>
                <a:gd name="T46" fmla="*/ 1848 w 5740"/>
                <a:gd name="T47" fmla="*/ 1649 h 2098"/>
                <a:gd name="T48" fmla="*/ 2273 w 5740"/>
                <a:gd name="T49" fmla="*/ 1523 h 2098"/>
                <a:gd name="T50" fmla="*/ 2687 w 5740"/>
                <a:gd name="T51" fmla="*/ 1397 h 2098"/>
                <a:gd name="T52" fmla="*/ 3077 w 5740"/>
                <a:gd name="T53" fmla="*/ 1271 h 2098"/>
                <a:gd name="T54" fmla="*/ 3455 w 5740"/>
                <a:gd name="T55" fmla="*/ 1139 h 2098"/>
                <a:gd name="T56" fmla="*/ 3815 w 5740"/>
                <a:gd name="T57" fmla="*/ 1007 h 2098"/>
                <a:gd name="T58" fmla="*/ 4151 w 5740"/>
                <a:gd name="T59" fmla="*/ 875 h 2098"/>
                <a:gd name="T60" fmla="*/ 4474 w 5740"/>
                <a:gd name="T61" fmla="*/ 737 h 2098"/>
                <a:gd name="T62" fmla="*/ 4774 w 5740"/>
                <a:gd name="T63" fmla="*/ 600 h 2098"/>
                <a:gd name="T64" fmla="*/ 5056 w 5740"/>
                <a:gd name="T65" fmla="*/ 462 h 2098"/>
                <a:gd name="T66" fmla="*/ 5309 w 5740"/>
                <a:gd name="T67" fmla="*/ 324 h 2098"/>
                <a:gd name="T68" fmla="*/ 5548 w 5740"/>
                <a:gd name="T69" fmla="*/ 186 h 2098"/>
                <a:gd name="T70" fmla="*/ 5758 w 5740"/>
                <a:gd name="T71" fmla="*/ 48 h 2098"/>
                <a:gd name="T72" fmla="*/ 5758 w 5740"/>
                <a:gd name="T73" fmla="*/ 0 h 2098"/>
                <a:gd name="T74" fmla="*/ 5758 w 5740"/>
                <a:gd name="T75" fmla="*/ 0 h 209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740" h="2098">
                  <a:moveTo>
                    <a:pt x="5740" y="0"/>
                  </a:moveTo>
                  <a:lnTo>
                    <a:pt x="5638" y="72"/>
                  </a:lnTo>
                  <a:lnTo>
                    <a:pt x="5537" y="138"/>
                  </a:lnTo>
                  <a:lnTo>
                    <a:pt x="5423" y="210"/>
                  </a:lnTo>
                  <a:lnTo>
                    <a:pt x="5304" y="276"/>
                  </a:lnTo>
                  <a:lnTo>
                    <a:pt x="5052" y="414"/>
                  </a:lnTo>
                  <a:lnTo>
                    <a:pt x="4777" y="552"/>
                  </a:lnTo>
                  <a:lnTo>
                    <a:pt x="4478" y="690"/>
                  </a:lnTo>
                  <a:lnTo>
                    <a:pt x="4162" y="827"/>
                  </a:lnTo>
                  <a:lnTo>
                    <a:pt x="3827" y="959"/>
                  </a:lnTo>
                  <a:lnTo>
                    <a:pt x="3468" y="1091"/>
                  </a:lnTo>
                  <a:lnTo>
                    <a:pt x="3091" y="1223"/>
                  </a:lnTo>
                  <a:lnTo>
                    <a:pt x="2697" y="1355"/>
                  </a:lnTo>
                  <a:lnTo>
                    <a:pt x="2284" y="1481"/>
                  </a:lnTo>
                  <a:lnTo>
                    <a:pt x="1860" y="1601"/>
                  </a:lnTo>
                  <a:lnTo>
                    <a:pt x="1417" y="1721"/>
                  </a:lnTo>
                  <a:lnTo>
                    <a:pt x="957" y="1834"/>
                  </a:lnTo>
                  <a:lnTo>
                    <a:pt x="484" y="1948"/>
                  </a:lnTo>
                  <a:lnTo>
                    <a:pt x="0" y="2056"/>
                  </a:lnTo>
                  <a:lnTo>
                    <a:pt x="0" y="2098"/>
                  </a:lnTo>
                  <a:lnTo>
                    <a:pt x="478" y="1990"/>
                  </a:lnTo>
                  <a:lnTo>
                    <a:pt x="951" y="1882"/>
                  </a:lnTo>
                  <a:lnTo>
                    <a:pt x="1405" y="1763"/>
                  </a:lnTo>
                  <a:lnTo>
                    <a:pt x="1842" y="1649"/>
                  </a:lnTo>
                  <a:lnTo>
                    <a:pt x="2266" y="1523"/>
                  </a:lnTo>
                  <a:lnTo>
                    <a:pt x="2679" y="1397"/>
                  </a:lnTo>
                  <a:lnTo>
                    <a:pt x="3067" y="1271"/>
                  </a:lnTo>
                  <a:lnTo>
                    <a:pt x="3444" y="1139"/>
                  </a:lnTo>
                  <a:lnTo>
                    <a:pt x="3803" y="1007"/>
                  </a:lnTo>
                  <a:lnTo>
                    <a:pt x="4138" y="875"/>
                  </a:lnTo>
                  <a:lnTo>
                    <a:pt x="4460" y="737"/>
                  </a:lnTo>
                  <a:lnTo>
                    <a:pt x="4759" y="600"/>
                  </a:lnTo>
                  <a:lnTo>
                    <a:pt x="5040" y="462"/>
                  </a:lnTo>
                  <a:lnTo>
                    <a:pt x="5292" y="324"/>
                  </a:lnTo>
                  <a:lnTo>
                    <a:pt x="5531" y="186"/>
                  </a:lnTo>
                  <a:lnTo>
                    <a:pt x="5740" y="48"/>
                  </a:lnTo>
                  <a:lnTo>
                    <a:pt x="574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" name="Freeform 8">
              <a:extLst>
                <a:ext uri="{FF2B5EF4-FFF2-40B4-BE49-F238E27FC236}">
                  <a16:creationId xmlns:a16="http://schemas.microsoft.com/office/drawing/2014/main" id="{7E8B01D4-E8B4-4E32-8979-73E13CB948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02"/>
              <a:ext cx="1961" cy="1265"/>
            </a:xfrm>
            <a:custGeom>
              <a:avLst/>
              <a:gdLst>
                <a:gd name="T0" fmla="*/ 1961 w 1955"/>
                <a:gd name="T1" fmla="*/ 485 h 1265"/>
                <a:gd name="T2" fmla="*/ 1907 w 1955"/>
                <a:gd name="T3" fmla="*/ 390 h 1265"/>
                <a:gd name="T4" fmla="*/ 1775 w 1955"/>
                <a:gd name="T5" fmla="*/ 306 h 1265"/>
                <a:gd name="T6" fmla="*/ 1584 w 1955"/>
                <a:gd name="T7" fmla="*/ 228 h 1265"/>
                <a:gd name="T8" fmla="*/ 1331 w 1955"/>
                <a:gd name="T9" fmla="*/ 162 h 1265"/>
                <a:gd name="T10" fmla="*/ 1013 w 1955"/>
                <a:gd name="T11" fmla="*/ 102 h 1265"/>
                <a:gd name="T12" fmla="*/ 648 w 1955"/>
                <a:gd name="T13" fmla="*/ 54 h 1265"/>
                <a:gd name="T14" fmla="*/ 228 w 1955"/>
                <a:gd name="T15" fmla="*/ 18 h 1265"/>
                <a:gd name="T16" fmla="*/ 0 w 1955"/>
                <a:gd name="T17" fmla="*/ 12 h 1265"/>
                <a:gd name="T18" fmla="*/ 432 w 1955"/>
                <a:gd name="T19" fmla="*/ 48 h 1265"/>
                <a:gd name="T20" fmla="*/ 815 w 1955"/>
                <a:gd name="T21" fmla="*/ 90 h 1265"/>
                <a:gd name="T22" fmla="*/ 1152 w 1955"/>
                <a:gd name="T23" fmla="*/ 144 h 1265"/>
                <a:gd name="T24" fmla="*/ 1427 w 1955"/>
                <a:gd name="T25" fmla="*/ 204 h 1265"/>
                <a:gd name="T26" fmla="*/ 1643 w 1955"/>
                <a:gd name="T27" fmla="*/ 276 h 1265"/>
                <a:gd name="T28" fmla="*/ 1800 w 1955"/>
                <a:gd name="T29" fmla="*/ 360 h 1265"/>
                <a:gd name="T30" fmla="*/ 1889 w 1955"/>
                <a:gd name="T31" fmla="*/ 443 h 1265"/>
                <a:gd name="T32" fmla="*/ 1907 w 1955"/>
                <a:gd name="T33" fmla="*/ 539 h 1265"/>
                <a:gd name="T34" fmla="*/ 1860 w 1955"/>
                <a:gd name="T35" fmla="*/ 629 h 1265"/>
                <a:gd name="T36" fmla="*/ 1751 w 1955"/>
                <a:gd name="T37" fmla="*/ 719 h 1265"/>
                <a:gd name="T38" fmla="*/ 1584 w 1955"/>
                <a:gd name="T39" fmla="*/ 809 h 1265"/>
                <a:gd name="T40" fmla="*/ 1361 w 1955"/>
                <a:gd name="T41" fmla="*/ 899 h 1265"/>
                <a:gd name="T42" fmla="*/ 1091 w 1955"/>
                <a:gd name="T43" fmla="*/ 989 h 1265"/>
                <a:gd name="T44" fmla="*/ 767 w 1955"/>
                <a:gd name="T45" fmla="*/ 1073 h 1265"/>
                <a:gd name="T46" fmla="*/ 408 w 1955"/>
                <a:gd name="T47" fmla="*/ 1157 h 1265"/>
                <a:gd name="T48" fmla="*/ 0 w 1955"/>
                <a:gd name="T49" fmla="*/ 1241 h 1265"/>
                <a:gd name="T50" fmla="*/ 216 w 1955"/>
                <a:gd name="T51" fmla="*/ 1223 h 1265"/>
                <a:gd name="T52" fmla="*/ 612 w 1955"/>
                <a:gd name="T53" fmla="*/ 1139 h 1265"/>
                <a:gd name="T54" fmla="*/ 960 w 1955"/>
                <a:gd name="T55" fmla="*/ 1049 h 1265"/>
                <a:gd name="T56" fmla="*/ 1266 w 1955"/>
                <a:gd name="T57" fmla="*/ 959 h 1265"/>
                <a:gd name="T58" fmla="*/ 1518 w 1955"/>
                <a:gd name="T59" fmla="*/ 863 h 1265"/>
                <a:gd name="T60" fmla="*/ 1721 w 1955"/>
                <a:gd name="T61" fmla="*/ 767 h 1265"/>
                <a:gd name="T62" fmla="*/ 1866 w 1955"/>
                <a:gd name="T63" fmla="*/ 677 h 1265"/>
                <a:gd name="T64" fmla="*/ 1943 w 1955"/>
                <a:gd name="T65" fmla="*/ 581 h 1265"/>
                <a:gd name="T66" fmla="*/ 1961 w 1955"/>
                <a:gd name="T67" fmla="*/ 533 h 126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955" h="1265">
                  <a:moveTo>
                    <a:pt x="1955" y="533"/>
                  </a:moveTo>
                  <a:lnTo>
                    <a:pt x="1955" y="485"/>
                  </a:lnTo>
                  <a:lnTo>
                    <a:pt x="1937" y="438"/>
                  </a:lnTo>
                  <a:lnTo>
                    <a:pt x="1901" y="390"/>
                  </a:lnTo>
                  <a:lnTo>
                    <a:pt x="1842" y="348"/>
                  </a:lnTo>
                  <a:lnTo>
                    <a:pt x="1770" y="306"/>
                  </a:lnTo>
                  <a:lnTo>
                    <a:pt x="1686" y="270"/>
                  </a:lnTo>
                  <a:lnTo>
                    <a:pt x="1579" y="228"/>
                  </a:lnTo>
                  <a:lnTo>
                    <a:pt x="1459" y="198"/>
                  </a:lnTo>
                  <a:lnTo>
                    <a:pt x="1327" y="162"/>
                  </a:lnTo>
                  <a:lnTo>
                    <a:pt x="1178" y="132"/>
                  </a:lnTo>
                  <a:lnTo>
                    <a:pt x="1010" y="102"/>
                  </a:lnTo>
                  <a:lnTo>
                    <a:pt x="837" y="78"/>
                  </a:lnTo>
                  <a:lnTo>
                    <a:pt x="646" y="54"/>
                  </a:lnTo>
                  <a:lnTo>
                    <a:pt x="442" y="36"/>
                  </a:lnTo>
                  <a:lnTo>
                    <a:pt x="227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1" y="30"/>
                  </a:lnTo>
                  <a:lnTo>
                    <a:pt x="431" y="48"/>
                  </a:lnTo>
                  <a:lnTo>
                    <a:pt x="628" y="66"/>
                  </a:lnTo>
                  <a:lnTo>
                    <a:pt x="813" y="90"/>
                  </a:lnTo>
                  <a:lnTo>
                    <a:pt x="987" y="114"/>
                  </a:lnTo>
                  <a:lnTo>
                    <a:pt x="1148" y="144"/>
                  </a:lnTo>
                  <a:lnTo>
                    <a:pt x="1292" y="174"/>
                  </a:lnTo>
                  <a:lnTo>
                    <a:pt x="1423" y="204"/>
                  </a:lnTo>
                  <a:lnTo>
                    <a:pt x="1537" y="240"/>
                  </a:lnTo>
                  <a:lnTo>
                    <a:pt x="1638" y="276"/>
                  </a:lnTo>
                  <a:lnTo>
                    <a:pt x="1728" y="318"/>
                  </a:lnTo>
                  <a:lnTo>
                    <a:pt x="1794" y="360"/>
                  </a:lnTo>
                  <a:lnTo>
                    <a:pt x="1848" y="402"/>
                  </a:lnTo>
                  <a:lnTo>
                    <a:pt x="1883" y="443"/>
                  </a:lnTo>
                  <a:lnTo>
                    <a:pt x="1901" y="491"/>
                  </a:lnTo>
                  <a:lnTo>
                    <a:pt x="1901" y="539"/>
                  </a:lnTo>
                  <a:lnTo>
                    <a:pt x="1883" y="587"/>
                  </a:lnTo>
                  <a:lnTo>
                    <a:pt x="1854" y="629"/>
                  </a:lnTo>
                  <a:lnTo>
                    <a:pt x="1806" y="677"/>
                  </a:lnTo>
                  <a:lnTo>
                    <a:pt x="1746" y="719"/>
                  </a:lnTo>
                  <a:lnTo>
                    <a:pt x="1668" y="767"/>
                  </a:lnTo>
                  <a:lnTo>
                    <a:pt x="1579" y="809"/>
                  </a:lnTo>
                  <a:lnTo>
                    <a:pt x="1471" y="857"/>
                  </a:lnTo>
                  <a:lnTo>
                    <a:pt x="1357" y="899"/>
                  </a:lnTo>
                  <a:lnTo>
                    <a:pt x="1226" y="941"/>
                  </a:lnTo>
                  <a:lnTo>
                    <a:pt x="1088" y="989"/>
                  </a:lnTo>
                  <a:lnTo>
                    <a:pt x="933" y="1031"/>
                  </a:lnTo>
                  <a:lnTo>
                    <a:pt x="765" y="1073"/>
                  </a:lnTo>
                  <a:lnTo>
                    <a:pt x="592" y="1115"/>
                  </a:lnTo>
                  <a:lnTo>
                    <a:pt x="407" y="1157"/>
                  </a:lnTo>
                  <a:lnTo>
                    <a:pt x="209" y="1199"/>
                  </a:lnTo>
                  <a:lnTo>
                    <a:pt x="0" y="1241"/>
                  </a:lnTo>
                  <a:lnTo>
                    <a:pt x="0" y="1265"/>
                  </a:lnTo>
                  <a:lnTo>
                    <a:pt x="215" y="1223"/>
                  </a:lnTo>
                  <a:lnTo>
                    <a:pt x="413" y="1181"/>
                  </a:lnTo>
                  <a:lnTo>
                    <a:pt x="610" y="1139"/>
                  </a:lnTo>
                  <a:lnTo>
                    <a:pt x="789" y="1091"/>
                  </a:lnTo>
                  <a:lnTo>
                    <a:pt x="957" y="1049"/>
                  </a:lnTo>
                  <a:lnTo>
                    <a:pt x="1118" y="1001"/>
                  </a:lnTo>
                  <a:lnTo>
                    <a:pt x="1262" y="959"/>
                  </a:lnTo>
                  <a:lnTo>
                    <a:pt x="1393" y="911"/>
                  </a:lnTo>
                  <a:lnTo>
                    <a:pt x="1513" y="863"/>
                  </a:lnTo>
                  <a:lnTo>
                    <a:pt x="1620" y="815"/>
                  </a:lnTo>
                  <a:lnTo>
                    <a:pt x="1716" y="767"/>
                  </a:lnTo>
                  <a:lnTo>
                    <a:pt x="1794" y="725"/>
                  </a:lnTo>
                  <a:lnTo>
                    <a:pt x="1860" y="677"/>
                  </a:lnTo>
                  <a:lnTo>
                    <a:pt x="1907" y="629"/>
                  </a:lnTo>
                  <a:lnTo>
                    <a:pt x="1937" y="581"/>
                  </a:lnTo>
                  <a:lnTo>
                    <a:pt x="1955" y="53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" name="Freeform 9">
              <a:extLst>
                <a:ext uri="{FF2B5EF4-FFF2-40B4-BE49-F238E27FC236}">
                  <a16:creationId xmlns:a16="http://schemas.microsoft.com/office/drawing/2014/main" id="{1286C11F-EB77-4E69-8690-08023A88CD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709" cy="2901"/>
            </a:xfrm>
            <a:custGeom>
              <a:avLst/>
              <a:gdLst>
                <a:gd name="T0" fmla="*/ 4709 w 4694"/>
                <a:gd name="T1" fmla="*/ 797 h 2901"/>
                <a:gd name="T2" fmla="*/ 4679 w 4694"/>
                <a:gd name="T3" fmla="*/ 665 h 2901"/>
                <a:gd name="T4" fmla="*/ 4601 w 4694"/>
                <a:gd name="T5" fmla="*/ 540 h 2901"/>
                <a:gd name="T6" fmla="*/ 4480 w 4694"/>
                <a:gd name="T7" fmla="*/ 426 h 2901"/>
                <a:gd name="T8" fmla="*/ 4313 w 4694"/>
                <a:gd name="T9" fmla="*/ 312 h 2901"/>
                <a:gd name="T10" fmla="*/ 4097 w 4694"/>
                <a:gd name="T11" fmla="*/ 216 h 2901"/>
                <a:gd name="T12" fmla="*/ 3845 w 4694"/>
                <a:gd name="T13" fmla="*/ 120 h 2901"/>
                <a:gd name="T14" fmla="*/ 3551 w 4694"/>
                <a:gd name="T15" fmla="*/ 36 h 2901"/>
                <a:gd name="T16" fmla="*/ 3215 w 4694"/>
                <a:gd name="T17" fmla="*/ 0 h 2901"/>
                <a:gd name="T18" fmla="*/ 3551 w 4694"/>
                <a:gd name="T19" fmla="*/ 78 h 2901"/>
                <a:gd name="T20" fmla="*/ 3845 w 4694"/>
                <a:gd name="T21" fmla="*/ 162 h 2901"/>
                <a:gd name="T22" fmla="*/ 4097 w 4694"/>
                <a:gd name="T23" fmla="*/ 258 h 2901"/>
                <a:gd name="T24" fmla="*/ 4301 w 4694"/>
                <a:gd name="T25" fmla="*/ 366 h 2901"/>
                <a:gd name="T26" fmla="*/ 4457 w 4694"/>
                <a:gd name="T27" fmla="*/ 480 h 2901"/>
                <a:gd name="T28" fmla="*/ 4565 w 4694"/>
                <a:gd name="T29" fmla="*/ 605 h 2901"/>
                <a:gd name="T30" fmla="*/ 4625 w 4694"/>
                <a:gd name="T31" fmla="*/ 737 h 2901"/>
                <a:gd name="T32" fmla="*/ 4625 w 4694"/>
                <a:gd name="T33" fmla="*/ 875 h 2901"/>
                <a:gd name="T34" fmla="*/ 4583 w 4694"/>
                <a:gd name="T35" fmla="*/ 1001 h 2901"/>
                <a:gd name="T36" fmla="*/ 4504 w 4694"/>
                <a:gd name="T37" fmla="*/ 1127 h 2901"/>
                <a:gd name="T38" fmla="*/ 4385 w 4694"/>
                <a:gd name="T39" fmla="*/ 1259 h 2901"/>
                <a:gd name="T40" fmla="*/ 4228 w 4694"/>
                <a:gd name="T41" fmla="*/ 1385 h 2901"/>
                <a:gd name="T42" fmla="*/ 4037 w 4694"/>
                <a:gd name="T43" fmla="*/ 1517 h 2901"/>
                <a:gd name="T44" fmla="*/ 3815 w 4694"/>
                <a:gd name="T45" fmla="*/ 1648 h 2901"/>
                <a:gd name="T46" fmla="*/ 3557 w 4694"/>
                <a:gd name="T47" fmla="*/ 1774 h 2901"/>
                <a:gd name="T48" fmla="*/ 3269 w 4694"/>
                <a:gd name="T49" fmla="*/ 1906 h 2901"/>
                <a:gd name="T50" fmla="*/ 2951 w 4694"/>
                <a:gd name="T51" fmla="*/ 2032 h 2901"/>
                <a:gd name="T52" fmla="*/ 2603 w 4694"/>
                <a:gd name="T53" fmla="*/ 2164 h 2901"/>
                <a:gd name="T54" fmla="*/ 2231 w 4694"/>
                <a:gd name="T55" fmla="*/ 2284 h 2901"/>
                <a:gd name="T56" fmla="*/ 1830 w 4694"/>
                <a:gd name="T57" fmla="*/ 2410 h 2901"/>
                <a:gd name="T58" fmla="*/ 1403 w 4694"/>
                <a:gd name="T59" fmla="*/ 2530 h 2901"/>
                <a:gd name="T60" fmla="*/ 486 w 4694"/>
                <a:gd name="T61" fmla="*/ 2757 h 2901"/>
                <a:gd name="T62" fmla="*/ 0 w 4694"/>
                <a:gd name="T63" fmla="*/ 2901 h 2901"/>
                <a:gd name="T64" fmla="*/ 972 w 4694"/>
                <a:gd name="T65" fmla="*/ 2674 h 2901"/>
                <a:gd name="T66" fmla="*/ 1643 w 4694"/>
                <a:gd name="T67" fmla="*/ 2494 h 2901"/>
                <a:gd name="T68" fmla="*/ 2064 w 4694"/>
                <a:gd name="T69" fmla="*/ 2374 h 2901"/>
                <a:gd name="T70" fmla="*/ 2459 w 4694"/>
                <a:gd name="T71" fmla="*/ 2248 h 2901"/>
                <a:gd name="T72" fmla="*/ 2825 w 4694"/>
                <a:gd name="T73" fmla="*/ 2116 h 2901"/>
                <a:gd name="T74" fmla="*/ 3161 w 4694"/>
                <a:gd name="T75" fmla="*/ 1984 h 2901"/>
                <a:gd name="T76" fmla="*/ 3473 w 4694"/>
                <a:gd name="T77" fmla="*/ 1858 h 2901"/>
                <a:gd name="T78" fmla="*/ 3749 w 4694"/>
                <a:gd name="T79" fmla="*/ 1720 h 2901"/>
                <a:gd name="T80" fmla="*/ 3995 w 4694"/>
                <a:gd name="T81" fmla="*/ 1589 h 2901"/>
                <a:gd name="T82" fmla="*/ 4204 w 4694"/>
                <a:gd name="T83" fmla="*/ 1457 h 2901"/>
                <a:gd name="T84" fmla="*/ 4385 w 4694"/>
                <a:gd name="T85" fmla="*/ 1325 h 2901"/>
                <a:gd name="T86" fmla="*/ 4522 w 4694"/>
                <a:gd name="T87" fmla="*/ 1193 h 2901"/>
                <a:gd name="T88" fmla="*/ 4625 w 4694"/>
                <a:gd name="T89" fmla="*/ 1061 h 2901"/>
                <a:gd name="T90" fmla="*/ 4685 w 4694"/>
                <a:gd name="T91" fmla="*/ 935 h 2901"/>
                <a:gd name="T92" fmla="*/ 4703 w 4694"/>
                <a:gd name="T93" fmla="*/ 869 h 290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4694" h="2901">
                  <a:moveTo>
                    <a:pt x="4688" y="869"/>
                  </a:moveTo>
                  <a:lnTo>
                    <a:pt x="4694" y="797"/>
                  </a:lnTo>
                  <a:lnTo>
                    <a:pt x="4688" y="731"/>
                  </a:lnTo>
                  <a:lnTo>
                    <a:pt x="4664" y="665"/>
                  </a:lnTo>
                  <a:lnTo>
                    <a:pt x="4634" y="599"/>
                  </a:lnTo>
                  <a:lnTo>
                    <a:pt x="4586" y="540"/>
                  </a:lnTo>
                  <a:lnTo>
                    <a:pt x="4532" y="480"/>
                  </a:lnTo>
                  <a:lnTo>
                    <a:pt x="4466" y="426"/>
                  </a:lnTo>
                  <a:lnTo>
                    <a:pt x="4389" y="366"/>
                  </a:lnTo>
                  <a:lnTo>
                    <a:pt x="4299" y="312"/>
                  </a:lnTo>
                  <a:lnTo>
                    <a:pt x="4197" y="264"/>
                  </a:lnTo>
                  <a:lnTo>
                    <a:pt x="4084" y="216"/>
                  </a:lnTo>
                  <a:lnTo>
                    <a:pt x="3964" y="168"/>
                  </a:lnTo>
                  <a:lnTo>
                    <a:pt x="3833" y="120"/>
                  </a:lnTo>
                  <a:lnTo>
                    <a:pt x="3689" y="78"/>
                  </a:lnTo>
                  <a:lnTo>
                    <a:pt x="3540" y="36"/>
                  </a:lnTo>
                  <a:lnTo>
                    <a:pt x="3378" y="0"/>
                  </a:lnTo>
                  <a:lnTo>
                    <a:pt x="3205" y="0"/>
                  </a:lnTo>
                  <a:lnTo>
                    <a:pt x="3378" y="36"/>
                  </a:lnTo>
                  <a:lnTo>
                    <a:pt x="3540" y="78"/>
                  </a:lnTo>
                  <a:lnTo>
                    <a:pt x="3689" y="120"/>
                  </a:lnTo>
                  <a:lnTo>
                    <a:pt x="3833" y="162"/>
                  </a:lnTo>
                  <a:lnTo>
                    <a:pt x="3964" y="210"/>
                  </a:lnTo>
                  <a:lnTo>
                    <a:pt x="4084" y="258"/>
                  </a:lnTo>
                  <a:lnTo>
                    <a:pt x="4191" y="312"/>
                  </a:lnTo>
                  <a:lnTo>
                    <a:pt x="4287" y="366"/>
                  </a:lnTo>
                  <a:lnTo>
                    <a:pt x="4371" y="420"/>
                  </a:lnTo>
                  <a:lnTo>
                    <a:pt x="4443" y="480"/>
                  </a:lnTo>
                  <a:lnTo>
                    <a:pt x="4502" y="540"/>
                  </a:lnTo>
                  <a:lnTo>
                    <a:pt x="4550" y="605"/>
                  </a:lnTo>
                  <a:lnTo>
                    <a:pt x="4586" y="671"/>
                  </a:lnTo>
                  <a:lnTo>
                    <a:pt x="4610" y="737"/>
                  </a:lnTo>
                  <a:lnTo>
                    <a:pt x="4616" y="803"/>
                  </a:lnTo>
                  <a:lnTo>
                    <a:pt x="4610" y="875"/>
                  </a:lnTo>
                  <a:lnTo>
                    <a:pt x="4592" y="935"/>
                  </a:lnTo>
                  <a:lnTo>
                    <a:pt x="4568" y="1001"/>
                  </a:lnTo>
                  <a:lnTo>
                    <a:pt x="4532" y="1067"/>
                  </a:lnTo>
                  <a:lnTo>
                    <a:pt x="4490" y="1127"/>
                  </a:lnTo>
                  <a:lnTo>
                    <a:pt x="4437" y="1193"/>
                  </a:lnTo>
                  <a:lnTo>
                    <a:pt x="4371" y="1259"/>
                  </a:lnTo>
                  <a:lnTo>
                    <a:pt x="4299" y="1325"/>
                  </a:lnTo>
                  <a:lnTo>
                    <a:pt x="4215" y="1385"/>
                  </a:lnTo>
                  <a:lnTo>
                    <a:pt x="4126" y="1451"/>
                  </a:lnTo>
                  <a:lnTo>
                    <a:pt x="4024" y="1517"/>
                  </a:lnTo>
                  <a:lnTo>
                    <a:pt x="3916" y="1583"/>
                  </a:lnTo>
                  <a:lnTo>
                    <a:pt x="3803" y="1648"/>
                  </a:lnTo>
                  <a:lnTo>
                    <a:pt x="3677" y="1714"/>
                  </a:lnTo>
                  <a:lnTo>
                    <a:pt x="3546" y="1774"/>
                  </a:lnTo>
                  <a:lnTo>
                    <a:pt x="3408" y="1840"/>
                  </a:lnTo>
                  <a:lnTo>
                    <a:pt x="3259" y="1906"/>
                  </a:lnTo>
                  <a:lnTo>
                    <a:pt x="3103" y="1972"/>
                  </a:lnTo>
                  <a:lnTo>
                    <a:pt x="2942" y="2032"/>
                  </a:lnTo>
                  <a:lnTo>
                    <a:pt x="2768" y="2098"/>
                  </a:lnTo>
                  <a:lnTo>
                    <a:pt x="2595" y="2164"/>
                  </a:lnTo>
                  <a:lnTo>
                    <a:pt x="2410" y="2224"/>
                  </a:lnTo>
                  <a:lnTo>
                    <a:pt x="2224" y="2284"/>
                  </a:lnTo>
                  <a:lnTo>
                    <a:pt x="2027" y="2350"/>
                  </a:lnTo>
                  <a:lnTo>
                    <a:pt x="1824" y="2410"/>
                  </a:lnTo>
                  <a:lnTo>
                    <a:pt x="1614" y="2470"/>
                  </a:lnTo>
                  <a:lnTo>
                    <a:pt x="1399" y="2530"/>
                  </a:lnTo>
                  <a:lnTo>
                    <a:pt x="957" y="2644"/>
                  </a:lnTo>
                  <a:lnTo>
                    <a:pt x="484" y="2757"/>
                  </a:lnTo>
                  <a:lnTo>
                    <a:pt x="0" y="2865"/>
                  </a:lnTo>
                  <a:lnTo>
                    <a:pt x="0" y="2901"/>
                  </a:lnTo>
                  <a:lnTo>
                    <a:pt x="496" y="2787"/>
                  </a:lnTo>
                  <a:lnTo>
                    <a:pt x="969" y="2674"/>
                  </a:lnTo>
                  <a:lnTo>
                    <a:pt x="1423" y="2554"/>
                  </a:lnTo>
                  <a:lnTo>
                    <a:pt x="1638" y="2494"/>
                  </a:lnTo>
                  <a:lnTo>
                    <a:pt x="1854" y="2434"/>
                  </a:lnTo>
                  <a:lnTo>
                    <a:pt x="2057" y="2374"/>
                  </a:lnTo>
                  <a:lnTo>
                    <a:pt x="2254" y="2308"/>
                  </a:lnTo>
                  <a:lnTo>
                    <a:pt x="2451" y="2248"/>
                  </a:lnTo>
                  <a:lnTo>
                    <a:pt x="2637" y="2182"/>
                  </a:lnTo>
                  <a:lnTo>
                    <a:pt x="2816" y="2116"/>
                  </a:lnTo>
                  <a:lnTo>
                    <a:pt x="2990" y="2050"/>
                  </a:lnTo>
                  <a:lnTo>
                    <a:pt x="3151" y="1984"/>
                  </a:lnTo>
                  <a:lnTo>
                    <a:pt x="3312" y="1924"/>
                  </a:lnTo>
                  <a:lnTo>
                    <a:pt x="3462" y="1858"/>
                  </a:lnTo>
                  <a:lnTo>
                    <a:pt x="3605" y="1792"/>
                  </a:lnTo>
                  <a:lnTo>
                    <a:pt x="3737" y="1720"/>
                  </a:lnTo>
                  <a:lnTo>
                    <a:pt x="3863" y="1654"/>
                  </a:lnTo>
                  <a:lnTo>
                    <a:pt x="3982" y="1589"/>
                  </a:lnTo>
                  <a:lnTo>
                    <a:pt x="4090" y="1523"/>
                  </a:lnTo>
                  <a:lnTo>
                    <a:pt x="4191" y="1457"/>
                  </a:lnTo>
                  <a:lnTo>
                    <a:pt x="4287" y="1391"/>
                  </a:lnTo>
                  <a:lnTo>
                    <a:pt x="4371" y="1325"/>
                  </a:lnTo>
                  <a:lnTo>
                    <a:pt x="4443" y="1259"/>
                  </a:lnTo>
                  <a:lnTo>
                    <a:pt x="4508" y="1193"/>
                  </a:lnTo>
                  <a:lnTo>
                    <a:pt x="4562" y="1127"/>
                  </a:lnTo>
                  <a:lnTo>
                    <a:pt x="4610" y="1061"/>
                  </a:lnTo>
                  <a:lnTo>
                    <a:pt x="4646" y="995"/>
                  </a:lnTo>
                  <a:lnTo>
                    <a:pt x="4670" y="935"/>
                  </a:lnTo>
                  <a:lnTo>
                    <a:pt x="4688" y="86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" name="Freeform 10">
              <a:extLst>
                <a:ext uri="{FF2B5EF4-FFF2-40B4-BE49-F238E27FC236}">
                  <a16:creationId xmlns:a16="http://schemas.microsoft.com/office/drawing/2014/main" id="{3485E22F-AEE9-466F-B7FE-DD63F936EB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3773" cy="2356"/>
            </a:xfrm>
            <a:custGeom>
              <a:avLst/>
              <a:gdLst>
                <a:gd name="T0" fmla="*/ 3773 w 3761"/>
                <a:gd name="T1" fmla="*/ 719 h 2356"/>
                <a:gd name="T2" fmla="*/ 3743 w 3761"/>
                <a:gd name="T3" fmla="*/ 599 h 2356"/>
                <a:gd name="T4" fmla="*/ 3665 w 3761"/>
                <a:gd name="T5" fmla="*/ 486 h 2356"/>
                <a:gd name="T6" fmla="*/ 3533 w 3761"/>
                <a:gd name="T7" fmla="*/ 378 h 2356"/>
                <a:gd name="T8" fmla="*/ 3359 w 3761"/>
                <a:gd name="T9" fmla="*/ 282 h 2356"/>
                <a:gd name="T10" fmla="*/ 3137 w 3761"/>
                <a:gd name="T11" fmla="*/ 192 h 2356"/>
                <a:gd name="T12" fmla="*/ 2873 w 3761"/>
                <a:gd name="T13" fmla="*/ 108 h 2356"/>
                <a:gd name="T14" fmla="*/ 2567 w 3761"/>
                <a:gd name="T15" fmla="*/ 36 h 2356"/>
                <a:gd name="T16" fmla="*/ 2237 w 3761"/>
                <a:gd name="T17" fmla="*/ 0 h 2356"/>
                <a:gd name="T18" fmla="*/ 2585 w 3761"/>
                <a:gd name="T19" fmla="*/ 72 h 2356"/>
                <a:gd name="T20" fmla="*/ 2885 w 3761"/>
                <a:gd name="T21" fmla="*/ 150 h 2356"/>
                <a:gd name="T22" fmla="*/ 3149 w 3761"/>
                <a:gd name="T23" fmla="*/ 234 h 2356"/>
                <a:gd name="T24" fmla="*/ 3359 w 3761"/>
                <a:gd name="T25" fmla="*/ 330 h 2356"/>
                <a:gd name="T26" fmla="*/ 3527 w 3761"/>
                <a:gd name="T27" fmla="*/ 432 h 2356"/>
                <a:gd name="T28" fmla="*/ 3635 w 3761"/>
                <a:gd name="T29" fmla="*/ 545 h 2356"/>
                <a:gd name="T30" fmla="*/ 3695 w 3761"/>
                <a:gd name="T31" fmla="*/ 665 h 2356"/>
                <a:gd name="T32" fmla="*/ 3701 w 3761"/>
                <a:gd name="T33" fmla="*/ 791 h 2356"/>
                <a:gd name="T34" fmla="*/ 3665 w 3761"/>
                <a:gd name="T35" fmla="*/ 887 h 2356"/>
                <a:gd name="T36" fmla="*/ 3604 w 3761"/>
                <a:gd name="T37" fmla="*/ 989 h 2356"/>
                <a:gd name="T38" fmla="*/ 3509 w 3761"/>
                <a:gd name="T39" fmla="*/ 1091 h 2356"/>
                <a:gd name="T40" fmla="*/ 3383 w 3761"/>
                <a:gd name="T41" fmla="*/ 1187 h 2356"/>
                <a:gd name="T42" fmla="*/ 3233 w 3761"/>
                <a:gd name="T43" fmla="*/ 1289 h 2356"/>
                <a:gd name="T44" fmla="*/ 3053 w 3761"/>
                <a:gd name="T45" fmla="*/ 1391 h 2356"/>
                <a:gd name="T46" fmla="*/ 2843 w 3761"/>
                <a:gd name="T47" fmla="*/ 1493 h 2356"/>
                <a:gd name="T48" fmla="*/ 2615 w 3761"/>
                <a:gd name="T49" fmla="*/ 1589 h 2356"/>
                <a:gd name="T50" fmla="*/ 2082 w 3761"/>
                <a:gd name="T51" fmla="*/ 1786 h 2356"/>
                <a:gd name="T52" fmla="*/ 1464 w 3761"/>
                <a:gd name="T53" fmla="*/ 1972 h 2356"/>
                <a:gd name="T54" fmla="*/ 767 w 3761"/>
                <a:gd name="T55" fmla="*/ 2158 h 2356"/>
                <a:gd name="T56" fmla="*/ 0 w 3761"/>
                <a:gd name="T57" fmla="*/ 2326 h 2356"/>
                <a:gd name="T58" fmla="*/ 402 w 3761"/>
                <a:gd name="T59" fmla="*/ 2272 h 2356"/>
                <a:gd name="T60" fmla="*/ 1146 w 3761"/>
                <a:gd name="T61" fmla="*/ 2092 h 2356"/>
                <a:gd name="T62" fmla="*/ 1818 w 3761"/>
                <a:gd name="T63" fmla="*/ 1900 h 2356"/>
                <a:gd name="T64" fmla="*/ 2400 w 3761"/>
                <a:gd name="T65" fmla="*/ 1702 h 2356"/>
                <a:gd name="T66" fmla="*/ 2657 w 3761"/>
                <a:gd name="T67" fmla="*/ 1607 h 2356"/>
                <a:gd name="T68" fmla="*/ 2891 w 3761"/>
                <a:gd name="T69" fmla="*/ 1505 h 2356"/>
                <a:gd name="T70" fmla="*/ 3101 w 3761"/>
                <a:gd name="T71" fmla="*/ 1403 h 2356"/>
                <a:gd name="T72" fmla="*/ 3287 w 3761"/>
                <a:gd name="T73" fmla="*/ 1301 h 2356"/>
                <a:gd name="T74" fmla="*/ 3443 w 3761"/>
                <a:gd name="T75" fmla="*/ 1193 h 2356"/>
                <a:gd name="T76" fmla="*/ 3569 w 3761"/>
                <a:gd name="T77" fmla="*/ 1091 h 2356"/>
                <a:gd name="T78" fmla="*/ 3665 w 3761"/>
                <a:gd name="T79" fmla="*/ 989 h 2356"/>
                <a:gd name="T80" fmla="*/ 3731 w 3761"/>
                <a:gd name="T81" fmla="*/ 887 h 2356"/>
                <a:gd name="T82" fmla="*/ 3767 w 3761"/>
                <a:gd name="T83" fmla="*/ 785 h 235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761" h="2356">
                  <a:moveTo>
                    <a:pt x="3755" y="785"/>
                  </a:moveTo>
                  <a:lnTo>
                    <a:pt x="3761" y="719"/>
                  </a:lnTo>
                  <a:lnTo>
                    <a:pt x="3755" y="659"/>
                  </a:lnTo>
                  <a:lnTo>
                    <a:pt x="3731" y="599"/>
                  </a:lnTo>
                  <a:lnTo>
                    <a:pt x="3701" y="545"/>
                  </a:lnTo>
                  <a:lnTo>
                    <a:pt x="3653" y="486"/>
                  </a:lnTo>
                  <a:lnTo>
                    <a:pt x="3593" y="432"/>
                  </a:lnTo>
                  <a:lnTo>
                    <a:pt x="3522" y="378"/>
                  </a:lnTo>
                  <a:lnTo>
                    <a:pt x="3444" y="330"/>
                  </a:lnTo>
                  <a:lnTo>
                    <a:pt x="3348" y="282"/>
                  </a:lnTo>
                  <a:lnTo>
                    <a:pt x="3241" y="234"/>
                  </a:lnTo>
                  <a:lnTo>
                    <a:pt x="3127" y="192"/>
                  </a:lnTo>
                  <a:lnTo>
                    <a:pt x="3002" y="150"/>
                  </a:lnTo>
                  <a:lnTo>
                    <a:pt x="2864" y="108"/>
                  </a:lnTo>
                  <a:lnTo>
                    <a:pt x="2715" y="72"/>
                  </a:lnTo>
                  <a:lnTo>
                    <a:pt x="2559" y="36"/>
                  </a:lnTo>
                  <a:lnTo>
                    <a:pt x="2392" y="0"/>
                  </a:lnTo>
                  <a:lnTo>
                    <a:pt x="2230" y="0"/>
                  </a:lnTo>
                  <a:lnTo>
                    <a:pt x="2410" y="36"/>
                  </a:lnTo>
                  <a:lnTo>
                    <a:pt x="2577" y="72"/>
                  </a:lnTo>
                  <a:lnTo>
                    <a:pt x="2732" y="108"/>
                  </a:lnTo>
                  <a:lnTo>
                    <a:pt x="2876" y="150"/>
                  </a:lnTo>
                  <a:lnTo>
                    <a:pt x="3014" y="192"/>
                  </a:lnTo>
                  <a:lnTo>
                    <a:pt x="3139" y="234"/>
                  </a:lnTo>
                  <a:lnTo>
                    <a:pt x="3253" y="282"/>
                  </a:lnTo>
                  <a:lnTo>
                    <a:pt x="3348" y="330"/>
                  </a:lnTo>
                  <a:lnTo>
                    <a:pt x="3438" y="384"/>
                  </a:lnTo>
                  <a:lnTo>
                    <a:pt x="3516" y="432"/>
                  </a:lnTo>
                  <a:lnTo>
                    <a:pt x="3576" y="492"/>
                  </a:lnTo>
                  <a:lnTo>
                    <a:pt x="3623" y="545"/>
                  </a:lnTo>
                  <a:lnTo>
                    <a:pt x="3665" y="605"/>
                  </a:lnTo>
                  <a:lnTo>
                    <a:pt x="3683" y="665"/>
                  </a:lnTo>
                  <a:lnTo>
                    <a:pt x="3695" y="725"/>
                  </a:lnTo>
                  <a:lnTo>
                    <a:pt x="3689" y="791"/>
                  </a:lnTo>
                  <a:lnTo>
                    <a:pt x="3677" y="839"/>
                  </a:lnTo>
                  <a:lnTo>
                    <a:pt x="3653" y="887"/>
                  </a:lnTo>
                  <a:lnTo>
                    <a:pt x="3629" y="941"/>
                  </a:lnTo>
                  <a:lnTo>
                    <a:pt x="3593" y="989"/>
                  </a:lnTo>
                  <a:lnTo>
                    <a:pt x="3546" y="1037"/>
                  </a:lnTo>
                  <a:lnTo>
                    <a:pt x="3498" y="1091"/>
                  </a:lnTo>
                  <a:lnTo>
                    <a:pt x="3438" y="1139"/>
                  </a:lnTo>
                  <a:lnTo>
                    <a:pt x="3372" y="1187"/>
                  </a:lnTo>
                  <a:lnTo>
                    <a:pt x="3301" y="1241"/>
                  </a:lnTo>
                  <a:lnTo>
                    <a:pt x="3223" y="1289"/>
                  </a:lnTo>
                  <a:lnTo>
                    <a:pt x="3133" y="1343"/>
                  </a:lnTo>
                  <a:lnTo>
                    <a:pt x="3043" y="1391"/>
                  </a:lnTo>
                  <a:lnTo>
                    <a:pt x="2942" y="1439"/>
                  </a:lnTo>
                  <a:lnTo>
                    <a:pt x="2834" y="1493"/>
                  </a:lnTo>
                  <a:lnTo>
                    <a:pt x="2727" y="1541"/>
                  </a:lnTo>
                  <a:lnTo>
                    <a:pt x="2607" y="1589"/>
                  </a:lnTo>
                  <a:lnTo>
                    <a:pt x="2356" y="1690"/>
                  </a:lnTo>
                  <a:lnTo>
                    <a:pt x="2075" y="1786"/>
                  </a:lnTo>
                  <a:lnTo>
                    <a:pt x="1782" y="1882"/>
                  </a:lnTo>
                  <a:lnTo>
                    <a:pt x="1459" y="1972"/>
                  </a:lnTo>
                  <a:lnTo>
                    <a:pt x="1124" y="2068"/>
                  </a:lnTo>
                  <a:lnTo>
                    <a:pt x="765" y="2158"/>
                  </a:lnTo>
                  <a:lnTo>
                    <a:pt x="389" y="2242"/>
                  </a:lnTo>
                  <a:lnTo>
                    <a:pt x="0" y="2326"/>
                  </a:lnTo>
                  <a:lnTo>
                    <a:pt x="0" y="2356"/>
                  </a:lnTo>
                  <a:lnTo>
                    <a:pt x="401" y="2272"/>
                  </a:lnTo>
                  <a:lnTo>
                    <a:pt x="777" y="2182"/>
                  </a:lnTo>
                  <a:lnTo>
                    <a:pt x="1142" y="2092"/>
                  </a:lnTo>
                  <a:lnTo>
                    <a:pt x="1483" y="1996"/>
                  </a:lnTo>
                  <a:lnTo>
                    <a:pt x="1812" y="1900"/>
                  </a:lnTo>
                  <a:lnTo>
                    <a:pt x="2111" y="1804"/>
                  </a:lnTo>
                  <a:lnTo>
                    <a:pt x="2392" y="1702"/>
                  </a:lnTo>
                  <a:lnTo>
                    <a:pt x="2523" y="1654"/>
                  </a:lnTo>
                  <a:lnTo>
                    <a:pt x="2649" y="1607"/>
                  </a:lnTo>
                  <a:lnTo>
                    <a:pt x="2768" y="1553"/>
                  </a:lnTo>
                  <a:lnTo>
                    <a:pt x="2882" y="1505"/>
                  </a:lnTo>
                  <a:lnTo>
                    <a:pt x="2990" y="1451"/>
                  </a:lnTo>
                  <a:lnTo>
                    <a:pt x="3091" y="1403"/>
                  </a:lnTo>
                  <a:lnTo>
                    <a:pt x="3187" y="1349"/>
                  </a:lnTo>
                  <a:lnTo>
                    <a:pt x="3277" y="1301"/>
                  </a:lnTo>
                  <a:lnTo>
                    <a:pt x="3354" y="1247"/>
                  </a:lnTo>
                  <a:lnTo>
                    <a:pt x="3432" y="1193"/>
                  </a:lnTo>
                  <a:lnTo>
                    <a:pt x="3498" y="1145"/>
                  </a:lnTo>
                  <a:lnTo>
                    <a:pt x="3558" y="1091"/>
                  </a:lnTo>
                  <a:lnTo>
                    <a:pt x="3611" y="1043"/>
                  </a:lnTo>
                  <a:lnTo>
                    <a:pt x="3653" y="989"/>
                  </a:lnTo>
                  <a:lnTo>
                    <a:pt x="3689" y="941"/>
                  </a:lnTo>
                  <a:lnTo>
                    <a:pt x="3719" y="887"/>
                  </a:lnTo>
                  <a:lnTo>
                    <a:pt x="3743" y="833"/>
                  </a:lnTo>
                  <a:lnTo>
                    <a:pt x="3755" y="78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" name="Freeform 11">
              <a:extLst>
                <a:ext uri="{FF2B5EF4-FFF2-40B4-BE49-F238E27FC236}">
                  <a16:creationId xmlns:a16="http://schemas.microsoft.com/office/drawing/2014/main" id="{225BA328-3272-4A5A-A639-A6B416242E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2933" cy="1846"/>
            </a:xfrm>
            <a:custGeom>
              <a:avLst/>
              <a:gdLst>
                <a:gd name="T0" fmla="*/ 2933 w 2924"/>
                <a:gd name="T1" fmla="*/ 647 h 1846"/>
                <a:gd name="T2" fmla="*/ 2885 w 2924"/>
                <a:gd name="T3" fmla="*/ 528 h 1846"/>
                <a:gd name="T4" fmla="*/ 2758 w 2924"/>
                <a:gd name="T5" fmla="*/ 414 h 1846"/>
                <a:gd name="T6" fmla="*/ 2567 w 2924"/>
                <a:gd name="T7" fmla="*/ 318 h 1846"/>
                <a:gd name="T8" fmla="*/ 2309 w 2924"/>
                <a:gd name="T9" fmla="*/ 228 h 1846"/>
                <a:gd name="T10" fmla="*/ 1991 w 2924"/>
                <a:gd name="T11" fmla="*/ 150 h 1846"/>
                <a:gd name="T12" fmla="*/ 1613 w 2924"/>
                <a:gd name="T13" fmla="*/ 78 h 1846"/>
                <a:gd name="T14" fmla="*/ 1182 w 2924"/>
                <a:gd name="T15" fmla="*/ 24 h 1846"/>
                <a:gd name="T16" fmla="*/ 696 w 2924"/>
                <a:gd name="T17" fmla="*/ 0 h 1846"/>
                <a:gd name="T18" fmla="*/ 1194 w 2924"/>
                <a:gd name="T19" fmla="*/ 48 h 1846"/>
                <a:gd name="T20" fmla="*/ 1631 w 2924"/>
                <a:gd name="T21" fmla="*/ 108 h 1846"/>
                <a:gd name="T22" fmla="*/ 2015 w 2924"/>
                <a:gd name="T23" fmla="*/ 180 h 1846"/>
                <a:gd name="T24" fmla="*/ 2333 w 2924"/>
                <a:gd name="T25" fmla="*/ 264 h 1846"/>
                <a:gd name="T26" fmla="*/ 2579 w 2924"/>
                <a:gd name="T27" fmla="*/ 360 h 1846"/>
                <a:gd name="T28" fmla="*/ 2758 w 2924"/>
                <a:gd name="T29" fmla="*/ 468 h 1846"/>
                <a:gd name="T30" fmla="*/ 2855 w 2924"/>
                <a:gd name="T31" fmla="*/ 587 h 1846"/>
                <a:gd name="T32" fmla="*/ 2873 w 2924"/>
                <a:gd name="T33" fmla="*/ 713 h 1846"/>
                <a:gd name="T34" fmla="*/ 2849 w 2924"/>
                <a:gd name="T35" fmla="*/ 785 h 1846"/>
                <a:gd name="T36" fmla="*/ 2801 w 2924"/>
                <a:gd name="T37" fmla="*/ 857 h 1846"/>
                <a:gd name="T38" fmla="*/ 2633 w 2924"/>
                <a:gd name="T39" fmla="*/ 1001 h 1846"/>
                <a:gd name="T40" fmla="*/ 2375 w 2924"/>
                <a:gd name="T41" fmla="*/ 1145 h 1846"/>
                <a:gd name="T42" fmla="*/ 2039 w 2924"/>
                <a:gd name="T43" fmla="*/ 1289 h 1846"/>
                <a:gd name="T44" fmla="*/ 1631 w 2924"/>
                <a:gd name="T45" fmla="*/ 1433 h 1846"/>
                <a:gd name="T46" fmla="*/ 1146 w 2924"/>
                <a:gd name="T47" fmla="*/ 1571 h 1846"/>
                <a:gd name="T48" fmla="*/ 606 w 2924"/>
                <a:gd name="T49" fmla="*/ 1702 h 1846"/>
                <a:gd name="T50" fmla="*/ 0 w 2924"/>
                <a:gd name="T51" fmla="*/ 1828 h 1846"/>
                <a:gd name="T52" fmla="*/ 312 w 2924"/>
                <a:gd name="T53" fmla="*/ 1780 h 1846"/>
                <a:gd name="T54" fmla="*/ 900 w 2924"/>
                <a:gd name="T55" fmla="*/ 1648 h 1846"/>
                <a:gd name="T56" fmla="*/ 1421 w 2924"/>
                <a:gd name="T57" fmla="*/ 1511 h 1846"/>
                <a:gd name="T58" fmla="*/ 1877 w 2924"/>
                <a:gd name="T59" fmla="*/ 1367 h 1846"/>
                <a:gd name="T60" fmla="*/ 2261 w 2924"/>
                <a:gd name="T61" fmla="*/ 1223 h 1846"/>
                <a:gd name="T62" fmla="*/ 2567 w 2924"/>
                <a:gd name="T63" fmla="*/ 1079 h 1846"/>
                <a:gd name="T64" fmla="*/ 2783 w 2924"/>
                <a:gd name="T65" fmla="*/ 929 h 1846"/>
                <a:gd name="T66" fmla="*/ 2885 w 2924"/>
                <a:gd name="T67" fmla="*/ 815 h 1846"/>
                <a:gd name="T68" fmla="*/ 2921 w 2924"/>
                <a:gd name="T69" fmla="*/ 743 h 1846"/>
                <a:gd name="T70" fmla="*/ 2933 w 2924"/>
                <a:gd name="T71" fmla="*/ 707 h 18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924" h="1846">
                  <a:moveTo>
                    <a:pt x="2924" y="707"/>
                  </a:moveTo>
                  <a:lnTo>
                    <a:pt x="2924" y="647"/>
                  </a:lnTo>
                  <a:lnTo>
                    <a:pt x="2912" y="581"/>
                  </a:lnTo>
                  <a:lnTo>
                    <a:pt x="2876" y="528"/>
                  </a:lnTo>
                  <a:lnTo>
                    <a:pt x="2822" y="468"/>
                  </a:lnTo>
                  <a:lnTo>
                    <a:pt x="2750" y="414"/>
                  </a:lnTo>
                  <a:lnTo>
                    <a:pt x="2667" y="366"/>
                  </a:lnTo>
                  <a:lnTo>
                    <a:pt x="2559" y="318"/>
                  </a:lnTo>
                  <a:lnTo>
                    <a:pt x="2440" y="270"/>
                  </a:lnTo>
                  <a:lnTo>
                    <a:pt x="2302" y="228"/>
                  </a:lnTo>
                  <a:lnTo>
                    <a:pt x="2153" y="186"/>
                  </a:lnTo>
                  <a:lnTo>
                    <a:pt x="1985" y="150"/>
                  </a:lnTo>
                  <a:lnTo>
                    <a:pt x="1806" y="114"/>
                  </a:lnTo>
                  <a:lnTo>
                    <a:pt x="1608" y="78"/>
                  </a:lnTo>
                  <a:lnTo>
                    <a:pt x="1399" y="54"/>
                  </a:lnTo>
                  <a:lnTo>
                    <a:pt x="1178" y="24"/>
                  </a:lnTo>
                  <a:lnTo>
                    <a:pt x="945" y="0"/>
                  </a:lnTo>
                  <a:lnTo>
                    <a:pt x="694" y="0"/>
                  </a:lnTo>
                  <a:lnTo>
                    <a:pt x="945" y="24"/>
                  </a:lnTo>
                  <a:lnTo>
                    <a:pt x="1190" y="48"/>
                  </a:lnTo>
                  <a:lnTo>
                    <a:pt x="1417" y="78"/>
                  </a:lnTo>
                  <a:lnTo>
                    <a:pt x="1626" y="108"/>
                  </a:lnTo>
                  <a:lnTo>
                    <a:pt x="1824" y="144"/>
                  </a:lnTo>
                  <a:lnTo>
                    <a:pt x="2009" y="180"/>
                  </a:lnTo>
                  <a:lnTo>
                    <a:pt x="2176" y="222"/>
                  </a:lnTo>
                  <a:lnTo>
                    <a:pt x="2326" y="264"/>
                  </a:lnTo>
                  <a:lnTo>
                    <a:pt x="2457" y="312"/>
                  </a:lnTo>
                  <a:lnTo>
                    <a:pt x="2571" y="360"/>
                  </a:lnTo>
                  <a:lnTo>
                    <a:pt x="2667" y="414"/>
                  </a:lnTo>
                  <a:lnTo>
                    <a:pt x="2750" y="468"/>
                  </a:lnTo>
                  <a:lnTo>
                    <a:pt x="2804" y="528"/>
                  </a:lnTo>
                  <a:lnTo>
                    <a:pt x="2846" y="587"/>
                  </a:lnTo>
                  <a:lnTo>
                    <a:pt x="2864" y="647"/>
                  </a:lnTo>
                  <a:lnTo>
                    <a:pt x="2864" y="713"/>
                  </a:lnTo>
                  <a:lnTo>
                    <a:pt x="2852" y="749"/>
                  </a:lnTo>
                  <a:lnTo>
                    <a:pt x="2840" y="785"/>
                  </a:lnTo>
                  <a:lnTo>
                    <a:pt x="2816" y="821"/>
                  </a:lnTo>
                  <a:lnTo>
                    <a:pt x="2792" y="857"/>
                  </a:lnTo>
                  <a:lnTo>
                    <a:pt x="2721" y="929"/>
                  </a:lnTo>
                  <a:lnTo>
                    <a:pt x="2625" y="1001"/>
                  </a:lnTo>
                  <a:lnTo>
                    <a:pt x="2505" y="1073"/>
                  </a:lnTo>
                  <a:lnTo>
                    <a:pt x="2368" y="1145"/>
                  </a:lnTo>
                  <a:lnTo>
                    <a:pt x="2212" y="1217"/>
                  </a:lnTo>
                  <a:lnTo>
                    <a:pt x="2033" y="1289"/>
                  </a:lnTo>
                  <a:lnTo>
                    <a:pt x="1842" y="1361"/>
                  </a:lnTo>
                  <a:lnTo>
                    <a:pt x="1626" y="1433"/>
                  </a:lnTo>
                  <a:lnTo>
                    <a:pt x="1393" y="1499"/>
                  </a:lnTo>
                  <a:lnTo>
                    <a:pt x="1142" y="1571"/>
                  </a:lnTo>
                  <a:lnTo>
                    <a:pt x="879" y="1636"/>
                  </a:lnTo>
                  <a:lnTo>
                    <a:pt x="604" y="1702"/>
                  </a:lnTo>
                  <a:lnTo>
                    <a:pt x="305" y="1768"/>
                  </a:lnTo>
                  <a:lnTo>
                    <a:pt x="0" y="1828"/>
                  </a:lnTo>
                  <a:lnTo>
                    <a:pt x="0" y="1846"/>
                  </a:lnTo>
                  <a:lnTo>
                    <a:pt x="311" y="1780"/>
                  </a:lnTo>
                  <a:lnTo>
                    <a:pt x="610" y="1714"/>
                  </a:lnTo>
                  <a:lnTo>
                    <a:pt x="897" y="1648"/>
                  </a:lnTo>
                  <a:lnTo>
                    <a:pt x="1166" y="1583"/>
                  </a:lnTo>
                  <a:lnTo>
                    <a:pt x="1417" y="1511"/>
                  </a:lnTo>
                  <a:lnTo>
                    <a:pt x="1656" y="1439"/>
                  </a:lnTo>
                  <a:lnTo>
                    <a:pt x="1871" y="1367"/>
                  </a:lnTo>
                  <a:lnTo>
                    <a:pt x="2075" y="1295"/>
                  </a:lnTo>
                  <a:lnTo>
                    <a:pt x="2254" y="1223"/>
                  </a:lnTo>
                  <a:lnTo>
                    <a:pt x="2416" y="1151"/>
                  </a:lnTo>
                  <a:lnTo>
                    <a:pt x="2559" y="1079"/>
                  </a:lnTo>
                  <a:lnTo>
                    <a:pt x="2679" y="1001"/>
                  </a:lnTo>
                  <a:lnTo>
                    <a:pt x="2774" y="929"/>
                  </a:lnTo>
                  <a:lnTo>
                    <a:pt x="2846" y="857"/>
                  </a:lnTo>
                  <a:lnTo>
                    <a:pt x="2876" y="815"/>
                  </a:lnTo>
                  <a:lnTo>
                    <a:pt x="2900" y="779"/>
                  </a:lnTo>
                  <a:lnTo>
                    <a:pt x="2912" y="743"/>
                  </a:lnTo>
                  <a:lnTo>
                    <a:pt x="2924" y="70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" name="Freeform 12">
              <a:extLst>
                <a:ext uri="{FF2B5EF4-FFF2-40B4-BE49-F238E27FC236}">
                  <a16:creationId xmlns:a16="http://schemas.microsoft.com/office/drawing/2014/main" id="{121BE98E-EB18-4213-B21C-1AA2E87D8AB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4" y="2847"/>
              <a:ext cx="1493" cy="204"/>
            </a:xfrm>
            <a:custGeom>
              <a:avLst/>
              <a:gdLst>
                <a:gd name="T0" fmla="*/ 1404 w 1488"/>
                <a:gd name="T1" fmla="*/ 204 h 204"/>
                <a:gd name="T2" fmla="*/ 0 w 1488"/>
                <a:gd name="T3" fmla="*/ 18 h 204"/>
                <a:gd name="T4" fmla="*/ 77 w 1488"/>
                <a:gd name="T5" fmla="*/ 0 h 204"/>
                <a:gd name="T6" fmla="*/ 1493 w 1488"/>
                <a:gd name="T7" fmla="*/ 186 h 204"/>
                <a:gd name="T8" fmla="*/ 1404 w 1488"/>
                <a:gd name="T9" fmla="*/ 204 h 204"/>
                <a:gd name="T10" fmla="*/ 1404 w 1488"/>
                <a:gd name="T11" fmla="*/ 204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88" h="204">
                  <a:moveTo>
                    <a:pt x="1399" y="204"/>
                  </a:moveTo>
                  <a:lnTo>
                    <a:pt x="0" y="18"/>
                  </a:lnTo>
                  <a:lnTo>
                    <a:pt x="77" y="0"/>
                  </a:lnTo>
                  <a:lnTo>
                    <a:pt x="1488" y="186"/>
                  </a:lnTo>
                  <a:lnTo>
                    <a:pt x="1399" y="20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04C55916-1771-48CF-94A7-84440B59C1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>
              <a:noFill/>
            </a:ln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67" name="Rectangle 14">
              <a:extLst>
                <a:ext uri="{FF2B5EF4-FFF2-40B4-BE49-F238E27FC236}">
                  <a16:creationId xmlns:a16="http://schemas.microsoft.com/office/drawing/2014/main" id="{98170404-A715-4757-806F-28F2ABC50F3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473" y="3105"/>
              <a:ext cx="1" cy="1"/>
            </a:xfrm>
            <a:prstGeom prst="rect">
              <a:avLst/>
            </a:prstGeom>
            <a:solidFill>
              <a:srgbClr val="141485"/>
            </a:solidFill>
            <a:ln>
              <a:noFill/>
            </a:ln>
          </p:spPr>
          <p:txBody>
            <a:bodyPr/>
            <a:lstStyle>
              <a:lvl1pPr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grpSp>
          <p:nvGrpSpPr>
            <p:cNvPr id="2068" name="Group 15">
              <a:extLst>
                <a:ext uri="{FF2B5EF4-FFF2-40B4-BE49-F238E27FC236}">
                  <a16:creationId xmlns:a16="http://schemas.microsoft.com/office/drawing/2014/main" id="{13EBC2EA-56AB-429B-8F08-897708292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284"/>
              <a:ext cx="1254" cy="923"/>
              <a:chOff x="192" y="2284"/>
              <a:chExt cx="1254" cy="923"/>
            </a:xfrm>
          </p:grpSpPr>
          <p:sp>
            <p:nvSpPr>
              <p:cNvPr id="2069" name="Freeform 16">
                <a:extLst>
                  <a:ext uri="{FF2B5EF4-FFF2-40B4-BE49-F238E27FC236}">
                    <a16:creationId xmlns:a16="http://schemas.microsoft.com/office/drawing/2014/main" id="{B5988F31-EE2E-4602-B32D-FBFCBF09795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8" y="3009"/>
                <a:ext cx="47" cy="6"/>
              </a:xfrm>
              <a:custGeom>
                <a:avLst/>
                <a:gdLst>
                  <a:gd name="T0" fmla="*/ 47 w 47"/>
                  <a:gd name="T1" fmla="*/ 6 h 6"/>
                  <a:gd name="T2" fmla="*/ 0 w 47"/>
                  <a:gd name="T3" fmla="*/ 0 h 6"/>
                  <a:gd name="T4" fmla="*/ 0 w 47"/>
                  <a:gd name="T5" fmla="*/ 0 h 6"/>
                  <a:gd name="T6" fmla="*/ 47 w 47"/>
                  <a:gd name="T7" fmla="*/ 6 h 6"/>
                  <a:gd name="T8" fmla="*/ 47 w 47"/>
                  <a:gd name="T9" fmla="*/ 6 h 6"/>
                  <a:gd name="T10" fmla="*/ 47 w 47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6">
                    <a:moveTo>
                      <a:pt x="47" y="6"/>
                    </a:moveTo>
                    <a:lnTo>
                      <a:pt x="0" y="0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1414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7">
                <a:extLst>
                  <a:ext uri="{FF2B5EF4-FFF2-40B4-BE49-F238E27FC236}">
                    <a16:creationId xmlns:a16="http://schemas.microsoft.com/office/drawing/2014/main" id="{088F0B6F-B949-4A36-BF53-10E8A3F521C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12" y="2284"/>
                <a:ext cx="324" cy="162"/>
              </a:xfrm>
              <a:custGeom>
                <a:avLst/>
                <a:gdLst>
                  <a:gd name="T0" fmla="*/ 0 w 323"/>
                  <a:gd name="T1" fmla="*/ 24 h 162"/>
                  <a:gd name="T2" fmla="*/ 6 w 323"/>
                  <a:gd name="T3" fmla="*/ 24 h 162"/>
                  <a:gd name="T4" fmla="*/ 12 w 323"/>
                  <a:gd name="T5" fmla="*/ 18 h 162"/>
                  <a:gd name="T6" fmla="*/ 48 w 323"/>
                  <a:gd name="T7" fmla="*/ 6 h 162"/>
                  <a:gd name="T8" fmla="*/ 101 w 323"/>
                  <a:gd name="T9" fmla="*/ 0 h 162"/>
                  <a:gd name="T10" fmla="*/ 137 w 323"/>
                  <a:gd name="T11" fmla="*/ 6 h 162"/>
                  <a:gd name="T12" fmla="*/ 174 w 323"/>
                  <a:gd name="T13" fmla="*/ 18 h 162"/>
                  <a:gd name="T14" fmla="*/ 240 w 323"/>
                  <a:gd name="T15" fmla="*/ 54 h 162"/>
                  <a:gd name="T16" fmla="*/ 288 w 323"/>
                  <a:gd name="T17" fmla="*/ 90 h 162"/>
                  <a:gd name="T18" fmla="*/ 318 w 323"/>
                  <a:gd name="T19" fmla="*/ 114 h 162"/>
                  <a:gd name="T20" fmla="*/ 324 w 323"/>
                  <a:gd name="T21" fmla="*/ 126 h 162"/>
                  <a:gd name="T22" fmla="*/ 324 w 323"/>
                  <a:gd name="T23" fmla="*/ 126 h 162"/>
                  <a:gd name="T24" fmla="*/ 222 w 323"/>
                  <a:gd name="T25" fmla="*/ 162 h 162"/>
                  <a:gd name="T26" fmla="*/ 0 w 323"/>
                  <a:gd name="T27" fmla="*/ 24 h 162"/>
                  <a:gd name="T28" fmla="*/ 0 w 323"/>
                  <a:gd name="T29" fmla="*/ 24 h 16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23" h="162">
                    <a:moveTo>
                      <a:pt x="0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48" y="6"/>
                    </a:lnTo>
                    <a:lnTo>
                      <a:pt x="101" y="0"/>
                    </a:lnTo>
                    <a:lnTo>
                      <a:pt x="137" y="6"/>
                    </a:lnTo>
                    <a:lnTo>
                      <a:pt x="173" y="18"/>
                    </a:lnTo>
                    <a:lnTo>
                      <a:pt x="239" y="54"/>
                    </a:lnTo>
                    <a:lnTo>
                      <a:pt x="287" y="90"/>
                    </a:lnTo>
                    <a:lnTo>
                      <a:pt x="317" y="114"/>
                    </a:lnTo>
                    <a:lnTo>
                      <a:pt x="323" y="126"/>
                    </a:lnTo>
                    <a:lnTo>
                      <a:pt x="221" y="162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Freeform 18">
                <a:extLst>
                  <a:ext uri="{FF2B5EF4-FFF2-40B4-BE49-F238E27FC236}">
                    <a16:creationId xmlns:a16="http://schemas.microsoft.com/office/drawing/2014/main" id="{E6EEC1F4-8E34-4478-8E31-62B46959F5B5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192" y="2284"/>
                <a:ext cx="1254" cy="923"/>
              </a:xfrm>
              <a:custGeom>
                <a:avLst/>
                <a:gdLst>
                  <a:gd name="T0" fmla="*/ 1170 w 1250"/>
                  <a:gd name="T1" fmla="*/ 641 h 923"/>
                  <a:gd name="T2" fmla="*/ 1170 w 1250"/>
                  <a:gd name="T3" fmla="*/ 473 h 923"/>
                  <a:gd name="T4" fmla="*/ 1140 w 1250"/>
                  <a:gd name="T5" fmla="*/ 384 h 923"/>
                  <a:gd name="T6" fmla="*/ 1116 w 1250"/>
                  <a:gd name="T7" fmla="*/ 288 h 923"/>
                  <a:gd name="T8" fmla="*/ 1056 w 1250"/>
                  <a:gd name="T9" fmla="*/ 174 h 923"/>
                  <a:gd name="T10" fmla="*/ 984 w 1250"/>
                  <a:gd name="T11" fmla="*/ 96 h 923"/>
                  <a:gd name="T12" fmla="*/ 966 w 1250"/>
                  <a:gd name="T13" fmla="*/ 72 h 923"/>
                  <a:gd name="T14" fmla="*/ 894 w 1250"/>
                  <a:gd name="T15" fmla="*/ 18 h 923"/>
                  <a:gd name="T16" fmla="*/ 822 w 1250"/>
                  <a:gd name="T17" fmla="*/ 6 h 923"/>
                  <a:gd name="T18" fmla="*/ 714 w 1250"/>
                  <a:gd name="T19" fmla="*/ 24 h 923"/>
                  <a:gd name="T20" fmla="*/ 666 w 1250"/>
                  <a:gd name="T21" fmla="*/ 42 h 923"/>
                  <a:gd name="T22" fmla="*/ 570 w 1250"/>
                  <a:gd name="T23" fmla="*/ 120 h 923"/>
                  <a:gd name="T24" fmla="*/ 534 w 1250"/>
                  <a:gd name="T25" fmla="*/ 228 h 923"/>
                  <a:gd name="T26" fmla="*/ 511 w 1250"/>
                  <a:gd name="T27" fmla="*/ 348 h 923"/>
                  <a:gd name="T28" fmla="*/ 432 w 1250"/>
                  <a:gd name="T29" fmla="*/ 479 h 923"/>
                  <a:gd name="T30" fmla="*/ 414 w 1250"/>
                  <a:gd name="T31" fmla="*/ 539 h 923"/>
                  <a:gd name="T32" fmla="*/ 354 w 1250"/>
                  <a:gd name="T33" fmla="*/ 599 h 923"/>
                  <a:gd name="T34" fmla="*/ 306 w 1250"/>
                  <a:gd name="T35" fmla="*/ 629 h 923"/>
                  <a:gd name="T36" fmla="*/ 294 w 1250"/>
                  <a:gd name="T37" fmla="*/ 635 h 923"/>
                  <a:gd name="T38" fmla="*/ 258 w 1250"/>
                  <a:gd name="T39" fmla="*/ 677 h 923"/>
                  <a:gd name="T40" fmla="*/ 150 w 1250"/>
                  <a:gd name="T41" fmla="*/ 797 h 923"/>
                  <a:gd name="T42" fmla="*/ 54 w 1250"/>
                  <a:gd name="T43" fmla="*/ 839 h 923"/>
                  <a:gd name="T44" fmla="*/ 156 w 1250"/>
                  <a:gd name="T45" fmla="*/ 905 h 923"/>
                  <a:gd name="T46" fmla="*/ 241 w 1250"/>
                  <a:gd name="T47" fmla="*/ 869 h 923"/>
                  <a:gd name="T48" fmla="*/ 642 w 1250"/>
                  <a:gd name="T49" fmla="*/ 827 h 923"/>
                  <a:gd name="T50" fmla="*/ 702 w 1250"/>
                  <a:gd name="T51" fmla="*/ 725 h 923"/>
                  <a:gd name="T52" fmla="*/ 696 w 1250"/>
                  <a:gd name="T53" fmla="*/ 611 h 923"/>
                  <a:gd name="T54" fmla="*/ 780 w 1250"/>
                  <a:gd name="T55" fmla="*/ 551 h 923"/>
                  <a:gd name="T56" fmla="*/ 882 w 1250"/>
                  <a:gd name="T57" fmla="*/ 449 h 923"/>
                  <a:gd name="T58" fmla="*/ 912 w 1250"/>
                  <a:gd name="T59" fmla="*/ 414 h 923"/>
                  <a:gd name="T60" fmla="*/ 978 w 1250"/>
                  <a:gd name="T61" fmla="*/ 318 h 923"/>
                  <a:gd name="T62" fmla="*/ 1026 w 1250"/>
                  <a:gd name="T63" fmla="*/ 336 h 923"/>
                  <a:gd name="T64" fmla="*/ 1122 w 1250"/>
                  <a:gd name="T65" fmla="*/ 617 h 923"/>
                  <a:gd name="T66" fmla="*/ 1116 w 1250"/>
                  <a:gd name="T67" fmla="*/ 689 h 923"/>
                  <a:gd name="T68" fmla="*/ 1152 w 1250"/>
                  <a:gd name="T69" fmla="*/ 749 h 923"/>
                  <a:gd name="T70" fmla="*/ 1206 w 1250"/>
                  <a:gd name="T71" fmla="*/ 713 h 923"/>
                  <a:gd name="T72" fmla="*/ 1242 w 1250"/>
                  <a:gd name="T73" fmla="*/ 749 h 923"/>
                  <a:gd name="T74" fmla="*/ 1254 w 1250"/>
                  <a:gd name="T75" fmla="*/ 743 h 923"/>
                  <a:gd name="T76" fmla="*/ 696 w 1250"/>
                  <a:gd name="T77" fmla="*/ 264 h 923"/>
                  <a:gd name="T78" fmla="*/ 787 w 1250"/>
                  <a:gd name="T79" fmla="*/ 372 h 923"/>
                  <a:gd name="T80" fmla="*/ 768 w 1250"/>
                  <a:gd name="T81" fmla="*/ 443 h 923"/>
                  <a:gd name="T82" fmla="*/ 708 w 1250"/>
                  <a:gd name="T83" fmla="*/ 515 h 923"/>
                  <a:gd name="T84" fmla="*/ 660 w 1250"/>
                  <a:gd name="T85" fmla="*/ 569 h 923"/>
                  <a:gd name="T86" fmla="*/ 618 w 1250"/>
                  <a:gd name="T87" fmla="*/ 593 h 923"/>
                  <a:gd name="T88" fmla="*/ 576 w 1250"/>
                  <a:gd name="T89" fmla="*/ 617 h 923"/>
                  <a:gd name="T90" fmla="*/ 564 w 1250"/>
                  <a:gd name="T91" fmla="*/ 707 h 923"/>
                  <a:gd name="T92" fmla="*/ 354 w 1250"/>
                  <a:gd name="T93" fmla="*/ 755 h 923"/>
                  <a:gd name="T94" fmla="*/ 390 w 1250"/>
                  <a:gd name="T95" fmla="*/ 641 h 923"/>
                  <a:gd name="T96" fmla="*/ 426 w 1250"/>
                  <a:gd name="T97" fmla="*/ 647 h 923"/>
                  <a:gd name="T98" fmla="*/ 444 w 1250"/>
                  <a:gd name="T99" fmla="*/ 617 h 923"/>
                  <a:gd name="T100" fmla="*/ 570 w 1250"/>
                  <a:gd name="T101" fmla="*/ 515 h 923"/>
                  <a:gd name="T102" fmla="*/ 618 w 1250"/>
                  <a:gd name="T103" fmla="*/ 473 h 923"/>
                  <a:gd name="T104" fmla="*/ 642 w 1250"/>
                  <a:gd name="T105" fmla="*/ 396 h 923"/>
                  <a:gd name="T106" fmla="*/ 642 w 1250"/>
                  <a:gd name="T107" fmla="*/ 378 h 923"/>
                  <a:gd name="T108" fmla="*/ 666 w 1250"/>
                  <a:gd name="T109" fmla="*/ 270 h 923"/>
                  <a:gd name="T110" fmla="*/ 684 w 1250"/>
                  <a:gd name="T111" fmla="*/ 192 h 923"/>
                  <a:gd name="T112" fmla="*/ 696 w 1250"/>
                  <a:gd name="T113" fmla="*/ 264 h 923"/>
                  <a:gd name="T114" fmla="*/ 534 w 1250"/>
                  <a:gd name="T115" fmla="*/ 455 h 923"/>
                  <a:gd name="T116" fmla="*/ 636 w 1250"/>
                  <a:gd name="T117" fmla="*/ 803 h 923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250" h="923">
                    <a:moveTo>
                      <a:pt x="1244" y="713"/>
                    </a:moveTo>
                    <a:lnTo>
                      <a:pt x="1214" y="683"/>
                    </a:lnTo>
                    <a:lnTo>
                      <a:pt x="1166" y="653"/>
                    </a:lnTo>
                    <a:lnTo>
                      <a:pt x="1166" y="641"/>
                    </a:lnTo>
                    <a:lnTo>
                      <a:pt x="1172" y="617"/>
                    </a:lnTo>
                    <a:lnTo>
                      <a:pt x="1172" y="581"/>
                    </a:lnTo>
                    <a:lnTo>
                      <a:pt x="1172" y="545"/>
                    </a:lnTo>
                    <a:lnTo>
                      <a:pt x="1172" y="509"/>
                    </a:lnTo>
                    <a:lnTo>
                      <a:pt x="1166" y="473"/>
                    </a:lnTo>
                    <a:lnTo>
                      <a:pt x="1154" y="443"/>
                    </a:lnTo>
                    <a:lnTo>
                      <a:pt x="1148" y="431"/>
                    </a:lnTo>
                    <a:lnTo>
                      <a:pt x="1142" y="425"/>
                    </a:lnTo>
                    <a:lnTo>
                      <a:pt x="1142" y="408"/>
                    </a:lnTo>
                    <a:lnTo>
                      <a:pt x="1136" y="384"/>
                    </a:lnTo>
                    <a:lnTo>
                      <a:pt x="1130" y="354"/>
                    </a:lnTo>
                    <a:lnTo>
                      <a:pt x="1118" y="324"/>
                    </a:lnTo>
                    <a:lnTo>
                      <a:pt x="1106" y="300"/>
                    </a:lnTo>
                    <a:lnTo>
                      <a:pt x="1112" y="294"/>
                    </a:lnTo>
                    <a:lnTo>
                      <a:pt x="1112" y="288"/>
                    </a:lnTo>
                    <a:lnTo>
                      <a:pt x="1112" y="270"/>
                    </a:lnTo>
                    <a:lnTo>
                      <a:pt x="1106" y="252"/>
                    </a:lnTo>
                    <a:lnTo>
                      <a:pt x="1083" y="210"/>
                    </a:lnTo>
                    <a:lnTo>
                      <a:pt x="1059" y="180"/>
                    </a:lnTo>
                    <a:lnTo>
                      <a:pt x="1053" y="174"/>
                    </a:lnTo>
                    <a:lnTo>
                      <a:pt x="1047" y="168"/>
                    </a:lnTo>
                    <a:lnTo>
                      <a:pt x="1041" y="126"/>
                    </a:lnTo>
                    <a:lnTo>
                      <a:pt x="1017" y="114"/>
                    </a:lnTo>
                    <a:lnTo>
                      <a:pt x="987" y="90"/>
                    </a:lnTo>
                    <a:lnTo>
                      <a:pt x="981" y="96"/>
                    </a:lnTo>
                    <a:lnTo>
                      <a:pt x="981" y="102"/>
                    </a:lnTo>
                    <a:lnTo>
                      <a:pt x="975" y="120"/>
                    </a:lnTo>
                    <a:lnTo>
                      <a:pt x="975" y="108"/>
                    </a:lnTo>
                    <a:lnTo>
                      <a:pt x="969" y="90"/>
                    </a:lnTo>
                    <a:lnTo>
                      <a:pt x="963" y="72"/>
                    </a:lnTo>
                    <a:lnTo>
                      <a:pt x="963" y="66"/>
                    </a:lnTo>
                    <a:lnTo>
                      <a:pt x="933" y="42"/>
                    </a:lnTo>
                    <a:lnTo>
                      <a:pt x="921" y="36"/>
                    </a:lnTo>
                    <a:lnTo>
                      <a:pt x="915" y="30"/>
                    </a:lnTo>
                    <a:lnTo>
                      <a:pt x="891" y="18"/>
                    </a:lnTo>
                    <a:lnTo>
                      <a:pt x="885" y="18"/>
                    </a:lnTo>
                    <a:lnTo>
                      <a:pt x="867" y="18"/>
                    </a:lnTo>
                    <a:lnTo>
                      <a:pt x="855" y="18"/>
                    </a:lnTo>
                    <a:lnTo>
                      <a:pt x="849" y="18"/>
                    </a:lnTo>
                    <a:lnTo>
                      <a:pt x="819" y="6"/>
                    </a:lnTo>
                    <a:lnTo>
                      <a:pt x="796" y="0"/>
                    </a:lnTo>
                    <a:lnTo>
                      <a:pt x="772" y="6"/>
                    </a:lnTo>
                    <a:lnTo>
                      <a:pt x="754" y="18"/>
                    </a:lnTo>
                    <a:lnTo>
                      <a:pt x="730" y="18"/>
                    </a:lnTo>
                    <a:lnTo>
                      <a:pt x="712" y="24"/>
                    </a:lnTo>
                    <a:lnTo>
                      <a:pt x="700" y="30"/>
                    </a:lnTo>
                    <a:lnTo>
                      <a:pt x="694" y="30"/>
                    </a:lnTo>
                    <a:lnTo>
                      <a:pt x="688" y="30"/>
                    </a:lnTo>
                    <a:lnTo>
                      <a:pt x="664" y="42"/>
                    </a:lnTo>
                    <a:lnTo>
                      <a:pt x="628" y="60"/>
                    </a:lnTo>
                    <a:lnTo>
                      <a:pt x="586" y="90"/>
                    </a:lnTo>
                    <a:lnTo>
                      <a:pt x="574" y="108"/>
                    </a:lnTo>
                    <a:lnTo>
                      <a:pt x="562" y="120"/>
                    </a:lnTo>
                    <a:lnTo>
                      <a:pt x="568" y="120"/>
                    </a:lnTo>
                    <a:lnTo>
                      <a:pt x="568" y="114"/>
                    </a:lnTo>
                    <a:lnTo>
                      <a:pt x="550" y="150"/>
                    </a:lnTo>
                    <a:lnTo>
                      <a:pt x="538" y="192"/>
                    </a:lnTo>
                    <a:lnTo>
                      <a:pt x="532" y="216"/>
                    </a:lnTo>
                    <a:lnTo>
                      <a:pt x="532" y="228"/>
                    </a:lnTo>
                    <a:lnTo>
                      <a:pt x="527" y="246"/>
                    </a:lnTo>
                    <a:lnTo>
                      <a:pt x="521" y="276"/>
                    </a:lnTo>
                    <a:lnTo>
                      <a:pt x="515" y="312"/>
                    </a:lnTo>
                    <a:lnTo>
                      <a:pt x="509" y="348"/>
                    </a:lnTo>
                    <a:lnTo>
                      <a:pt x="473" y="390"/>
                    </a:lnTo>
                    <a:lnTo>
                      <a:pt x="473" y="396"/>
                    </a:lnTo>
                    <a:lnTo>
                      <a:pt x="467" y="402"/>
                    </a:lnTo>
                    <a:lnTo>
                      <a:pt x="449" y="437"/>
                    </a:lnTo>
                    <a:lnTo>
                      <a:pt x="431" y="479"/>
                    </a:lnTo>
                    <a:lnTo>
                      <a:pt x="419" y="521"/>
                    </a:lnTo>
                    <a:lnTo>
                      <a:pt x="413" y="527"/>
                    </a:lnTo>
                    <a:lnTo>
                      <a:pt x="413" y="533"/>
                    </a:lnTo>
                    <a:lnTo>
                      <a:pt x="413" y="539"/>
                    </a:lnTo>
                    <a:lnTo>
                      <a:pt x="353" y="599"/>
                    </a:lnTo>
                    <a:lnTo>
                      <a:pt x="347" y="599"/>
                    </a:lnTo>
                    <a:lnTo>
                      <a:pt x="341" y="599"/>
                    </a:lnTo>
                    <a:lnTo>
                      <a:pt x="335" y="611"/>
                    </a:lnTo>
                    <a:lnTo>
                      <a:pt x="311" y="629"/>
                    </a:lnTo>
                    <a:lnTo>
                      <a:pt x="305" y="629"/>
                    </a:lnTo>
                    <a:lnTo>
                      <a:pt x="299" y="629"/>
                    </a:lnTo>
                    <a:lnTo>
                      <a:pt x="299" y="635"/>
                    </a:lnTo>
                    <a:lnTo>
                      <a:pt x="293" y="635"/>
                    </a:lnTo>
                    <a:lnTo>
                      <a:pt x="257" y="659"/>
                    </a:lnTo>
                    <a:lnTo>
                      <a:pt x="257" y="665"/>
                    </a:lnTo>
                    <a:lnTo>
                      <a:pt x="257" y="677"/>
                    </a:lnTo>
                    <a:lnTo>
                      <a:pt x="257" y="701"/>
                    </a:lnTo>
                    <a:lnTo>
                      <a:pt x="257" y="719"/>
                    </a:lnTo>
                    <a:lnTo>
                      <a:pt x="257" y="731"/>
                    </a:lnTo>
                    <a:lnTo>
                      <a:pt x="216" y="725"/>
                    </a:lnTo>
                    <a:lnTo>
                      <a:pt x="150" y="797"/>
                    </a:lnTo>
                    <a:lnTo>
                      <a:pt x="150" y="827"/>
                    </a:lnTo>
                    <a:lnTo>
                      <a:pt x="174" y="827"/>
                    </a:lnTo>
                    <a:lnTo>
                      <a:pt x="114" y="845"/>
                    </a:lnTo>
                    <a:lnTo>
                      <a:pt x="108" y="851"/>
                    </a:lnTo>
                    <a:lnTo>
                      <a:pt x="54" y="839"/>
                    </a:lnTo>
                    <a:lnTo>
                      <a:pt x="0" y="857"/>
                    </a:lnTo>
                    <a:lnTo>
                      <a:pt x="0" y="875"/>
                    </a:lnTo>
                    <a:lnTo>
                      <a:pt x="102" y="893"/>
                    </a:lnTo>
                    <a:lnTo>
                      <a:pt x="96" y="893"/>
                    </a:lnTo>
                    <a:lnTo>
                      <a:pt x="156" y="905"/>
                    </a:lnTo>
                    <a:lnTo>
                      <a:pt x="168" y="899"/>
                    </a:lnTo>
                    <a:lnTo>
                      <a:pt x="311" y="923"/>
                    </a:lnTo>
                    <a:lnTo>
                      <a:pt x="365" y="911"/>
                    </a:lnTo>
                    <a:lnTo>
                      <a:pt x="371" y="887"/>
                    </a:lnTo>
                    <a:lnTo>
                      <a:pt x="240" y="869"/>
                    </a:lnTo>
                    <a:lnTo>
                      <a:pt x="240" y="863"/>
                    </a:lnTo>
                    <a:lnTo>
                      <a:pt x="497" y="791"/>
                    </a:lnTo>
                    <a:lnTo>
                      <a:pt x="503" y="809"/>
                    </a:lnTo>
                    <a:lnTo>
                      <a:pt x="640" y="827"/>
                    </a:lnTo>
                    <a:lnTo>
                      <a:pt x="700" y="725"/>
                    </a:lnTo>
                    <a:lnTo>
                      <a:pt x="658" y="719"/>
                    </a:lnTo>
                    <a:lnTo>
                      <a:pt x="664" y="653"/>
                    </a:lnTo>
                    <a:lnTo>
                      <a:pt x="670" y="623"/>
                    </a:lnTo>
                    <a:lnTo>
                      <a:pt x="694" y="611"/>
                    </a:lnTo>
                    <a:lnTo>
                      <a:pt x="694" y="605"/>
                    </a:lnTo>
                    <a:lnTo>
                      <a:pt x="718" y="587"/>
                    </a:lnTo>
                    <a:lnTo>
                      <a:pt x="748" y="569"/>
                    </a:lnTo>
                    <a:lnTo>
                      <a:pt x="778" y="551"/>
                    </a:lnTo>
                    <a:lnTo>
                      <a:pt x="796" y="533"/>
                    </a:lnTo>
                    <a:lnTo>
                      <a:pt x="819" y="515"/>
                    </a:lnTo>
                    <a:lnTo>
                      <a:pt x="843" y="497"/>
                    </a:lnTo>
                    <a:lnTo>
                      <a:pt x="867" y="467"/>
                    </a:lnTo>
                    <a:lnTo>
                      <a:pt x="879" y="449"/>
                    </a:lnTo>
                    <a:lnTo>
                      <a:pt x="879" y="443"/>
                    </a:lnTo>
                    <a:lnTo>
                      <a:pt x="885" y="443"/>
                    </a:lnTo>
                    <a:lnTo>
                      <a:pt x="891" y="431"/>
                    </a:lnTo>
                    <a:lnTo>
                      <a:pt x="903" y="425"/>
                    </a:lnTo>
                    <a:lnTo>
                      <a:pt x="909" y="414"/>
                    </a:lnTo>
                    <a:lnTo>
                      <a:pt x="909" y="390"/>
                    </a:lnTo>
                    <a:lnTo>
                      <a:pt x="903" y="360"/>
                    </a:lnTo>
                    <a:lnTo>
                      <a:pt x="927" y="348"/>
                    </a:lnTo>
                    <a:lnTo>
                      <a:pt x="951" y="330"/>
                    </a:lnTo>
                    <a:lnTo>
                      <a:pt x="975" y="318"/>
                    </a:lnTo>
                    <a:lnTo>
                      <a:pt x="993" y="300"/>
                    </a:lnTo>
                    <a:lnTo>
                      <a:pt x="999" y="306"/>
                    </a:lnTo>
                    <a:lnTo>
                      <a:pt x="1011" y="306"/>
                    </a:lnTo>
                    <a:lnTo>
                      <a:pt x="1023" y="336"/>
                    </a:lnTo>
                    <a:lnTo>
                      <a:pt x="1071" y="449"/>
                    </a:lnTo>
                    <a:lnTo>
                      <a:pt x="1071" y="467"/>
                    </a:lnTo>
                    <a:lnTo>
                      <a:pt x="1077" y="497"/>
                    </a:lnTo>
                    <a:lnTo>
                      <a:pt x="1101" y="563"/>
                    </a:lnTo>
                    <a:lnTo>
                      <a:pt x="1118" y="617"/>
                    </a:lnTo>
                    <a:lnTo>
                      <a:pt x="1124" y="641"/>
                    </a:lnTo>
                    <a:lnTo>
                      <a:pt x="1124" y="653"/>
                    </a:lnTo>
                    <a:lnTo>
                      <a:pt x="1118" y="659"/>
                    </a:lnTo>
                    <a:lnTo>
                      <a:pt x="1112" y="671"/>
                    </a:lnTo>
                    <a:lnTo>
                      <a:pt x="1112" y="689"/>
                    </a:lnTo>
                    <a:lnTo>
                      <a:pt x="1118" y="701"/>
                    </a:lnTo>
                    <a:lnTo>
                      <a:pt x="1124" y="719"/>
                    </a:lnTo>
                    <a:lnTo>
                      <a:pt x="1130" y="737"/>
                    </a:lnTo>
                    <a:lnTo>
                      <a:pt x="1136" y="749"/>
                    </a:lnTo>
                    <a:lnTo>
                      <a:pt x="1148" y="749"/>
                    </a:lnTo>
                    <a:lnTo>
                      <a:pt x="1154" y="743"/>
                    </a:lnTo>
                    <a:lnTo>
                      <a:pt x="1154" y="725"/>
                    </a:lnTo>
                    <a:lnTo>
                      <a:pt x="1148" y="707"/>
                    </a:lnTo>
                    <a:lnTo>
                      <a:pt x="1148" y="701"/>
                    </a:lnTo>
                    <a:lnTo>
                      <a:pt x="1202" y="713"/>
                    </a:lnTo>
                    <a:lnTo>
                      <a:pt x="1208" y="719"/>
                    </a:lnTo>
                    <a:lnTo>
                      <a:pt x="1214" y="737"/>
                    </a:lnTo>
                    <a:lnTo>
                      <a:pt x="1220" y="749"/>
                    </a:lnTo>
                    <a:lnTo>
                      <a:pt x="1232" y="755"/>
                    </a:lnTo>
                    <a:lnTo>
                      <a:pt x="1238" y="749"/>
                    </a:lnTo>
                    <a:lnTo>
                      <a:pt x="1232" y="737"/>
                    </a:lnTo>
                    <a:lnTo>
                      <a:pt x="1238" y="749"/>
                    </a:lnTo>
                    <a:lnTo>
                      <a:pt x="1244" y="755"/>
                    </a:lnTo>
                    <a:lnTo>
                      <a:pt x="1250" y="749"/>
                    </a:lnTo>
                    <a:lnTo>
                      <a:pt x="1250" y="743"/>
                    </a:lnTo>
                    <a:lnTo>
                      <a:pt x="1250" y="731"/>
                    </a:lnTo>
                    <a:lnTo>
                      <a:pt x="1244" y="719"/>
                    </a:lnTo>
                    <a:lnTo>
                      <a:pt x="1244" y="713"/>
                    </a:lnTo>
                    <a:close/>
                    <a:moveTo>
                      <a:pt x="694" y="264"/>
                    </a:moveTo>
                    <a:lnTo>
                      <a:pt x="700" y="276"/>
                    </a:lnTo>
                    <a:lnTo>
                      <a:pt x="712" y="288"/>
                    </a:lnTo>
                    <a:lnTo>
                      <a:pt x="742" y="330"/>
                    </a:lnTo>
                    <a:lnTo>
                      <a:pt x="778" y="360"/>
                    </a:lnTo>
                    <a:lnTo>
                      <a:pt x="784" y="372"/>
                    </a:lnTo>
                    <a:lnTo>
                      <a:pt x="790" y="378"/>
                    </a:lnTo>
                    <a:lnTo>
                      <a:pt x="796" y="384"/>
                    </a:lnTo>
                    <a:lnTo>
                      <a:pt x="790" y="431"/>
                    </a:lnTo>
                    <a:lnTo>
                      <a:pt x="766" y="443"/>
                    </a:lnTo>
                    <a:lnTo>
                      <a:pt x="748" y="461"/>
                    </a:lnTo>
                    <a:lnTo>
                      <a:pt x="724" y="485"/>
                    </a:lnTo>
                    <a:lnTo>
                      <a:pt x="712" y="503"/>
                    </a:lnTo>
                    <a:lnTo>
                      <a:pt x="712" y="509"/>
                    </a:lnTo>
                    <a:lnTo>
                      <a:pt x="706" y="515"/>
                    </a:lnTo>
                    <a:lnTo>
                      <a:pt x="688" y="533"/>
                    </a:lnTo>
                    <a:lnTo>
                      <a:pt x="670" y="551"/>
                    </a:lnTo>
                    <a:lnTo>
                      <a:pt x="658" y="563"/>
                    </a:lnTo>
                    <a:lnTo>
                      <a:pt x="658" y="569"/>
                    </a:lnTo>
                    <a:lnTo>
                      <a:pt x="652" y="569"/>
                    </a:lnTo>
                    <a:lnTo>
                      <a:pt x="652" y="575"/>
                    </a:lnTo>
                    <a:lnTo>
                      <a:pt x="640" y="581"/>
                    </a:lnTo>
                    <a:lnTo>
                      <a:pt x="616" y="593"/>
                    </a:lnTo>
                    <a:lnTo>
                      <a:pt x="604" y="599"/>
                    </a:lnTo>
                    <a:lnTo>
                      <a:pt x="592" y="605"/>
                    </a:lnTo>
                    <a:lnTo>
                      <a:pt x="586" y="611"/>
                    </a:lnTo>
                    <a:lnTo>
                      <a:pt x="574" y="617"/>
                    </a:lnTo>
                    <a:lnTo>
                      <a:pt x="562" y="629"/>
                    </a:lnTo>
                    <a:lnTo>
                      <a:pt x="550" y="635"/>
                    </a:lnTo>
                    <a:lnTo>
                      <a:pt x="550" y="653"/>
                    </a:lnTo>
                    <a:lnTo>
                      <a:pt x="556" y="677"/>
                    </a:lnTo>
                    <a:lnTo>
                      <a:pt x="562" y="707"/>
                    </a:lnTo>
                    <a:lnTo>
                      <a:pt x="538" y="737"/>
                    </a:lnTo>
                    <a:lnTo>
                      <a:pt x="377" y="785"/>
                    </a:lnTo>
                    <a:lnTo>
                      <a:pt x="365" y="761"/>
                    </a:lnTo>
                    <a:lnTo>
                      <a:pt x="359" y="755"/>
                    </a:lnTo>
                    <a:lnTo>
                      <a:pt x="353" y="755"/>
                    </a:lnTo>
                    <a:lnTo>
                      <a:pt x="359" y="683"/>
                    </a:lnTo>
                    <a:lnTo>
                      <a:pt x="365" y="671"/>
                    </a:lnTo>
                    <a:lnTo>
                      <a:pt x="371" y="665"/>
                    </a:lnTo>
                    <a:lnTo>
                      <a:pt x="389" y="641"/>
                    </a:lnTo>
                    <a:lnTo>
                      <a:pt x="413" y="629"/>
                    </a:lnTo>
                    <a:lnTo>
                      <a:pt x="431" y="611"/>
                    </a:lnTo>
                    <a:lnTo>
                      <a:pt x="419" y="623"/>
                    </a:lnTo>
                    <a:lnTo>
                      <a:pt x="419" y="629"/>
                    </a:lnTo>
                    <a:lnTo>
                      <a:pt x="425" y="647"/>
                    </a:lnTo>
                    <a:lnTo>
                      <a:pt x="425" y="659"/>
                    </a:lnTo>
                    <a:lnTo>
                      <a:pt x="431" y="665"/>
                    </a:lnTo>
                    <a:lnTo>
                      <a:pt x="437" y="659"/>
                    </a:lnTo>
                    <a:lnTo>
                      <a:pt x="443" y="635"/>
                    </a:lnTo>
                    <a:lnTo>
                      <a:pt x="443" y="617"/>
                    </a:lnTo>
                    <a:lnTo>
                      <a:pt x="443" y="605"/>
                    </a:lnTo>
                    <a:lnTo>
                      <a:pt x="491" y="575"/>
                    </a:lnTo>
                    <a:lnTo>
                      <a:pt x="527" y="545"/>
                    </a:lnTo>
                    <a:lnTo>
                      <a:pt x="550" y="527"/>
                    </a:lnTo>
                    <a:lnTo>
                      <a:pt x="568" y="515"/>
                    </a:lnTo>
                    <a:lnTo>
                      <a:pt x="586" y="503"/>
                    </a:lnTo>
                    <a:lnTo>
                      <a:pt x="598" y="497"/>
                    </a:lnTo>
                    <a:lnTo>
                      <a:pt x="610" y="485"/>
                    </a:lnTo>
                    <a:lnTo>
                      <a:pt x="616" y="479"/>
                    </a:lnTo>
                    <a:lnTo>
                      <a:pt x="616" y="473"/>
                    </a:lnTo>
                    <a:lnTo>
                      <a:pt x="628" y="455"/>
                    </a:lnTo>
                    <a:lnTo>
                      <a:pt x="634" y="431"/>
                    </a:lnTo>
                    <a:lnTo>
                      <a:pt x="640" y="408"/>
                    </a:lnTo>
                    <a:lnTo>
                      <a:pt x="640" y="402"/>
                    </a:lnTo>
                    <a:lnTo>
                      <a:pt x="640" y="396"/>
                    </a:lnTo>
                    <a:lnTo>
                      <a:pt x="628" y="396"/>
                    </a:lnTo>
                    <a:lnTo>
                      <a:pt x="634" y="396"/>
                    </a:lnTo>
                    <a:lnTo>
                      <a:pt x="634" y="390"/>
                    </a:lnTo>
                    <a:lnTo>
                      <a:pt x="640" y="378"/>
                    </a:lnTo>
                    <a:lnTo>
                      <a:pt x="652" y="336"/>
                    </a:lnTo>
                    <a:lnTo>
                      <a:pt x="664" y="300"/>
                    </a:lnTo>
                    <a:lnTo>
                      <a:pt x="664" y="282"/>
                    </a:lnTo>
                    <a:lnTo>
                      <a:pt x="670" y="276"/>
                    </a:lnTo>
                    <a:lnTo>
                      <a:pt x="664" y="270"/>
                    </a:lnTo>
                    <a:lnTo>
                      <a:pt x="658" y="258"/>
                    </a:lnTo>
                    <a:lnTo>
                      <a:pt x="646" y="246"/>
                    </a:lnTo>
                    <a:lnTo>
                      <a:pt x="640" y="240"/>
                    </a:lnTo>
                    <a:lnTo>
                      <a:pt x="676" y="258"/>
                    </a:lnTo>
                    <a:lnTo>
                      <a:pt x="682" y="192"/>
                    </a:lnTo>
                    <a:lnTo>
                      <a:pt x="682" y="198"/>
                    </a:lnTo>
                    <a:lnTo>
                      <a:pt x="682" y="222"/>
                    </a:lnTo>
                    <a:lnTo>
                      <a:pt x="688" y="246"/>
                    </a:lnTo>
                    <a:lnTo>
                      <a:pt x="694" y="264"/>
                    </a:lnTo>
                    <a:close/>
                    <a:moveTo>
                      <a:pt x="532" y="455"/>
                    </a:moveTo>
                    <a:lnTo>
                      <a:pt x="527" y="461"/>
                    </a:lnTo>
                    <a:lnTo>
                      <a:pt x="532" y="449"/>
                    </a:lnTo>
                    <a:lnTo>
                      <a:pt x="532" y="455"/>
                    </a:lnTo>
                    <a:close/>
                    <a:moveTo>
                      <a:pt x="634" y="803"/>
                    </a:moveTo>
                    <a:lnTo>
                      <a:pt x="634" y="80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" name="Freeform 19">
                <a:extLst>
                  <a:ext uri="{FF2B5EF4-FFF2-40B4-BE49-F238E27FC236}">
                    <a16:creationId xmlns:a16="http://schemas.microsoft.com/office/drawing/2014/main" id="{02B755B3-13B0-40A6-87F9-B2AEBE557B8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684" y="2709"/>
                <a:ext cx="47" cy="78"/>
              </a:xfrm>
              <a:custGeom>
                <a:avLst/>
                <a:gdLst>
                  <a:gd name="T0" fmla="*/ 12 w 47"/>
                  <a:gd name="T1" fmla="*/ 72 h 78"/>
                  <a:gd name="T2" fmla="*/ 18 w 47"/>
                  <a:gd name="T3" fmla="*/ 60 h 78"/>
                  <a:gd name="T4" fmla="*/ 24 w 47"/>
                  <a:gd name="T5" fmla="*/ 54 h 78"/>
                  <a:gd name="T6" fmla="*/ 47 w 47"/>
                  <a:gd name="T7" fmla="*/ 0 h 78"/>
                  <a:gd name="T8" fmla="*/ 0 w 47"/>
                  <a:gd name="T9" fmla="*/ 78 h 78"/>
                  <a:gd name="T10" fmla="*/ 12 w 47"/>
                  <a:gd name="T11" fmla="*/ 72 h 78"/>
                  <a:gd name="T12" fmla="*/ 12 w 47"/>
                  <a:gd name="T13" fmla="*/ 72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78">
                    <a:moveTo>
                      <a:pt x="12" y="72"/>
                    </a:moveTo>
                    <a:lnTo>
                      <a:pt x="18" y="60"/>
                    </a:lnTo>
                    <a:lnTo>
                      <a:pt x="24" y="54"/>
                    </a:lnTo>
                    <a:lnTo>
                      <a:pt x="47" y="0"/>
                    </a:lnTo>
                    <a:lnTo>
                      <a:pt x="0" y="78"/>
                    </a:lnTo>
                    <a:lnTo>
                      <a:pt x="12" y="7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Freeform 20">
                <a:extLst>
                  <a:ext uri="{FF2B5EF4-FFF2-40B4-BE49-F238E27FC236}">
                    <a16:creationId xmlns:a16="http://schemas.microsoft.com/office/drawing/2014/main" id="{B69A8D45-9F75-4F68-981D-36FBCC8AA70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284" y="2572"/>
                <a:ext cx="149" cy="419"/>
              </a:xfrm>
              <a:custGeom>
                <a:avLst/>
                <a:gdLst>
                  <a:gd name="T0" fmla="*/ 29 w 149"/>
                  <a:gd name="T1" fmla="*/ 96 h 419"/>
                  <a:gd name="T2" fmla="*/ 41 w 149"/>
                  <a:gd name="T3" fmla="*/ 126 h 419"/>
                  <a:gd name="T4" fmla="*/ 29 w 149"/>
                  <a:gd name="T5" fmla="*/ 161 h 419"/>
                  <a:gd name="T6" fmla="*/ 47 w 149"/>
                  <a:gd name="T7" fmla="*/ 149 h 419"/>
                  <a:gd name="T8" fmla="*/ 53 w 149"/>
                  <a:gd name="T9" fmla="*/ 347 h 419"/>
                  <a:gd name="T10" fmla="*/ 65 w 149"/>
                  <a:gd name="T11" fmla="*/ 371 h 419"/>
                  <a:gd name="T12" fmla="*/ 65 w 149"/>
                  <a:gd name="T13" fmla="*/ 377 h 419"/>
                  <a:gd name="T14" fmla="*/ 65 w 149"/>
                  <a:gd name="T15" fmla="*/ 389 h 419"/>
                  <a:gd name="T16" fmla="*/ 77 w 149"/>
                  <a:gd name="T17" fmla="*/ 395 h 419"/>
                  <a:gd name="T18" fmla="*/ 101 w 149"/>
                  <a:gd name="T19" fmla="*/ 407 h 419"/>
                  <a:gd name="T20" fmla="*/ 125 w 149"/>
                  <a:gd name="T21" fmla="*/ 413 h 419"/>
                  <a:gd name="T22" fmla="*/ 149 w 149"/>
                  <a:gd name="T23" fmla="*/ 419 h 419"/>
                  <a:gd name="T24" fmla="*/ 125 w 149"/>
                  <a:gd name="T25" fmla="*/ 395 h 419"/>
                  <a:gd name="T26" fmla="*/ 77 w 149"/>
                  <a:gd name="T27" fmla="*/ 365 h 419"/>
                  <a:gd name="T28" fmla="*/ 77 w 149"/>
                  <a:gd name="T29" fmla="*/ 365 h 419"/>
                  <a:gd name="T30" fmla="*/ 77 w 149"/>
                  <a:gd name="T31" fmla="*/ 353 h 419"/>
                  <a:gd name="T32" fmla="*/ 83 w 149"/>
                  <a:gd name="T33" fmla="*/ 329 h 419"/>
                  <a:gd name="T34" fmla="*/ 83 w 149"/>
                  <a:gd name="T35" fmla="*/ 293 h 419"/>
                  <a:gd name="T36" fmla="*/ 83 w 149"/>
                  <a:gd name="T37" fmla="*/ 257 h 419"/>
                  <a:gd name="T38" fmla="*/ 83 w 149"/>
                  <a:gd name="T39" fmla="*/ 221 h 419"/>
                  <a:gd name="T40" fmla="*/ 77 w 149"/>
                  <a:gd name="T41" fmla="*/ 185 h 419"/>
                  <a:gd name="T42" fmla="*/ 65 w 149"/>
                  <a:gd name="T43" fmla="*/ 155 h 419"/>
                  <a:gd name="T44" fmla="*/ 59 w 149"/>
                  <a:gd name="T45" fmla="*/ 143 h 419"/>
                  <a:gd name="T46" fmla="*/ 53 w 149"/>
                  <a:gd name="T47" fmla="*/ 137 h 419"/>
                  <a:gd name="T48" fmla="*/ 53 w 149"/>
                  <a:gd name="T49" fmla="*/ 120 h 419"/>
                  <a:gd name="T50" fmla="*/ 53 w 149"/>
                  <a:gd name="T51" fmla="*/ 108 h 419"/>
                  <a:gd name="T52" fmla="*/ 47 w 149"/>
                  <a:gd name="T53" fmla="*/ 90 h 419"/>
                  <a:gd name="T54" fmla="*/ 35 w 149"/>
                  <a:gd name="T55" fmla="*/ 54 h 419"/>
                  <a:gd name="T56" fmla="*/ 23 w 149"/>
                  <a:gd name="T57" fmla="*/ 18 h 419"/>
                  <a:gd name="T58" fmla="*/ 17 w 149"/>
                  <a:gd name="T59" fmla="*/ 6 h 419"/>
                  <a:gd name="T60" fmla="*/ 17 w 149"/>
                  <a:gd name="T61" fmla="*/ 0 h 419"/>
                  <a:gd name="T62" fmla="*/ 0 w 149"/>
                  <a:gd name="T63" fmla="*/ 6 h 419"/>
                  <a:gd name="T64" fmla="*/ 6 w 149"/>
                  <a:gd name="T65" fmla="*/ 114 h 419"/>
                  <a:gd name="T66" fmla="*/ 29 w 149"/>
                  <a:gd name="T67" fmla="*/ 96 h 419"/>
                  <a:gd name="T68" fmla="*/ 29 w 149"/>
                  <a:gd name="T69" fmla="*/ 96 h 41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49" h="419">
                    <a:moveTo>
                      <a:pt x="29" y="96"/>
                    </a:moveTo>
                    <a:lnTo>
                      <a:pt x="41" y="126"/>
                    </a:lnTo>
                    <a:lnTo>
                      <a:pt x="29" y="161"/>
                    </a:lnTo>
                    <a:lnTo>
                      <a:pt x="47" y="149"/>
                    </a:lnTo>
                    <a:lnTo>
                      <a:pt x="53" y="347"/>
                    </a:lnTo>
                    <a:lnTo>
                      <a:pt x="65" y="371"/>
                    </a:lnTo>
                    <a:lnTo>
                      <a:pt x="65" y="377"/>
                    </a:lnTo>
                    <a:lnTo>
                      <a:pt x="65" y="389"/>
                    </a:lnTo>
                    <a:lnTo>
                      <a:pt x="77" y="395"/>
                    </a:lnTo>
                    <a:lnTo>
                      <a:pt x="101" y="407"/>
                    </a:lnTo>
                    <a:lnTo>
                      <a:pt x="125" y="413"/>
                    </a:lnTo>
                    <a:lnTo>
                      <a:pt x="149" y="419"/>
                    </a:lnTo>
                    <a:lnTo>
                      <a:pt x="125" y="395"/>
                    </a:lnTo>
                    <a:lnTo>
                      <a:pt x="77" y="365"/>
                    </a:lnTo>
                    <a:lnTo>
                      <a:pt x="77" y="353"/>
                    </a:lnTo>
                    <a:lnTo>
                      <a:pt x="83" y="329"/>
                    </a:lnTo>
                    <a:lnTo>
                      <a:pt x="83" y="293"/>
                    </a:lnTo>
                    <a:lnTo>
                      <a:pt x="83" y="257"/>
                    </a:lnTo>
                    <a:lnTo>
                      <a:pt x="83" y="221"/>
                    </a:lnTo>
                    <a:lnTo>
                      <a:pt x="77" y="185"/>
                    </a:lnTo>
                    <a:lnTo>
                      <a:pt x="65" y="155"/>
                    </a:lnTo>
                    <a:lnTo>
                      <a:pt x="59" y="143"/>
                    </a:lnTo>
                    <a:lnTo>
                      <a:pt x="53" y="137"/>
                    </a:lnTo>
                    <a:lnTo>
                      <a:pt x="53" y="120"/>
                    </a:lnTo>
                    <a:lnTo>
                      <a:pt x="53" y="108"/>
                    </a:lnTo>
                    <a:lnTo>
                      <a:pt x="47" y="90"/>
                    </a:lnTo>
                    <a:lnTo>
                      <a:pt x="35" y="54"/>
                    </a:lnTo>
                    <a:lnTo>
                      <a:pt x="23" y="18"/>
                    </a:lnTo>
                    <a:lnTo>
                      <a:pt x="17" y="6"/>
                    </a:lnTo>
                    <a:lnTo>
                      <a:pt x="17" y="0"/>
                    </a:lnTo>
                    <a:lnTo>
                      <a:pt x="0" y="6"/>
                    </a:lnTo>
                    <a:lnTo>
                      <a:pt x="6" y="114"/>
                    </a:lnTo>
                    <a:lnTo>
                      <a:pt x="2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" name="Freeform 21">
                <a:extLst>
                  <a:ext uri="{FF2B5EF4-FFF2-40B4-BE49-F238E27FC236}">
                    <a16:creationId xmlns:a16="http://schemas.microsoft.com/office/drawing/2014/main" id="{BA22E1B7-5C0D-4069-9853-7EE49EF8A7B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140" y="2434"/>
                <a:ext cx="167" cy="138"/>
              </a:xfrm>
              <a:custGeom>
                <a:avLst/>
                <a:gdLst>
                  <a:gd name="T0" fmla="*/ 102 w 167"/>
                  <a:gd name="T1" fmla="*/ 18 h 138"/>
                  <a:gd name="T2" fmla="*/ 96 w 167"/>
                  <a:gd name="T3" fmla="*/ 12 h 138"/>
                  <a:gd name="T4" fmla="*/ 90 w 167"/>
                  <a:gd name="T5" fmla="*/ 0 h 138"/>
                  <a:gd name="T6" fmla="*/ 78 w 167"/>
                  <a:gd name="T7" fmla="*/ 0 h 138"/>
                  <a:gd name="T8" fmla="*/ 66 w 167"/>
                  <a:gd name="T9" fmla="*/ 0 h 138"/>
                  <a:gd name="T10" fmla="*/ 60 w 167"/>
                  <a:gd name="T11" fmla="*/ 0 h 138"/>
                  <a:gd name="T12" fmla="*/ 48 w 167"/>
                  <a:gd name="T13" fmla="*/ 6 h 138"/>
                  <a:gd name="T14" fmla="*/ 36 w 167"/>
                  <a:gd name="T15" fmla="*/ 12 h 138"/>
                  <a:gd name="T16" fmla="*/ 30 w 167"/>
                  <a:gd name="T17" fmla="*/ 12 h 138"/>
                  <a:gd name="T18" fmla="*/ 24 w 167"/>
                  <a:gd name="T19" fmla="*/ 24 h 138"/>
                  <a:gd name="T20" fmla="*/ 18 w 167"/>
                  <a:gd name="T21" fmla="*/ 42 h 138"/>
                  <a:gd name="T22" fmla="*/ 6 w 167"/>
                  <a:gd name="T23" fmla="*/ 66 h 138"/>
                  <a:gd name="T24" fmla="*/ 0 w 167"/>
                  <a:gd name="T25" fmla="*/ 72 h 138"/>
                  <a:gd name="T26" fmla="*/ 42 w 167"/>
                  <a:gd name="T27" fmla="*/ 30 h 138"/>
                  <a:gd name="T28" fmla="*/ 30 w 167"/>
                  <a:gd name="T29" fmla="*/ 66 h 138"/>
                  <a:gd name="T30" fmla="*/ 96 w 167"/>
                  <a:gd name="T31" fmla="*/ 36 h 138"/>
                  <a:gd name="T32" fmla="*/ 120 w 167"/>
                  <a:gd name="T33" fmla="*/ 78 h 138"/>
                  <a:gd name="T34" fmla="*/ 120 w 167"/>
                  <a:gd name="T35" fmla="*/ 54 h 138"/>
                  <a:gd name="T36" fmla="*/ 167 w 167"/>
                  <a:gd name="T37" fmla="*/ 138 h 138"/>
                  <a:gd name="T38" fmla="*/ 167 w 167"/>
                  <a:gd name="T39" fmla="*/ 120 h 138"/>
                  <a:gd name="T40" fmla="*/ 161 w 167"/>
                  <a:gd name="T41" fmla="*/ 102 h 138"/>
                  <a:gd name="T42" fmla="*/ 138 w 167"/>
                  <a:gd name="T43" fmla="*/ 60 h 138"/>
                  <a:gd name="T44" fmla="*/ 114 w 167"/>
                  <a:gd name="T45" fmla="*/ 30 h 138"/>
                  <a:gd name="T46" fmla="*/ 108 w 167"/>
                  <a:gd name="T47" fmla="*/ 24 h 138"/>
                  <a:gd name="T48" fmla="*/ 102 w 167"/>
                  <a:gd name="T49" fmla="*/ 18 h 138"/>
                  <a:gd name="T50" fmla="*/ 102 w 167"/>
                  <a:gd name="T51" fmla="*/ 18 h 13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7" h="138">
                    <a:moveTo>
                      <a:pt x="102" y="18"/>
                    </a:moveTo>
                    <a:lnTo>
                      <a:pt x="96" y="12"/>
                    </a:lnTo>
                    <a:lnTo>
                      <a:pt x="90" y="0"/>
                    </a:lnTo>
                    <a:lnTo>
                      <a:pt x="78" y="0"/>
                    </a:lnTo>
                    <a:lnTo>
                      <a:pt x="66" y="0"/>
                    </a:lnTo>
                    <a:lnTo>
                      <a:pt x="60" y="0"/>
                    </a:lnTo>
                    <a:lnTo>
                      <a:pt x="48" y="6"/>
                    </a:lnTo>
                    <a:lnTo>
                      <a:pt x="36" y="12"/>
                    </a:lnTo>
                    <a:lnTo>
                      <a:pt x="30" y="12"/>
                    </a:lnTo>
                    <a:lnTo>
                      <a:pt x="24" y="24"/>
                    </a:lnTo>
                    <a:lnTo>
                      <a:pt x="18" y="42"/>
                    </a:lnTo>
                    <a:lnTo>
                      <a:pt x="6" y="66"/>
                    </a:lnTo>
                    <a:lnTo>
                      <a:pt x="0" y="72"/>
                    </a:lnTo>
                    <a:lnTo>
                      <a:pt x="42" y="30"/>
                    </a:lnTo>
                    <a:lnTo>
                      <a:pt x="30" y="66"/>
                    </a:lnTo>
                    <a:lnTo>
                      <a:pt x="96" y="36"/>
                    </a:lnTo>
                    <a:lnTo>
                      <a:pt x="120" y="78"/>
                    </a:lnTo>
                    <a:lnTo>
                      <a:pt x="120" y="54"/>
                    </a:lnTo>
                    <a:lnTo>
                      <a:pt x="167" y="138"/>
                    </a:lnTo>
                    <a:lnTo>
                      <a:pt x="167" y="120"/>
                    </a:lnTo>
                    <a:lnTo>
                      <a:pt x="161" y="102"/>
                    </a:lnTo>
                    <a:lnTo>
                      <a:pt x="138" y="60"/>
                    </a:lnTo>
                    <a:lnTo>
                      <a:pt x="114" y="30"/>
                    </a:lnTo>
                    <a:lnTo>
                      <a:pt x="108" y="24"/>
                    </a:lnTo>
                    <a:lnTo>
                      <a:pt x="102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22">
                <a:extLst>
                  <a:ext uri="{FF2B5EF4-FFF2-40B4-BE49-F238E27FC236}">
                    <a16:creationId xmlns:a16="http://schemas.microsoft.com/office/drawing/2014/main" id="{80862F6F-B6A4-4858-95D8-2ACB1DE47B6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48" y="2314"/>
                <a:ext cx="113" cy="114"/>
              </a:xfrm>
              <a:custGeom>
                <a:avLst/>
                <a:gdLst>
                  <a:gd name="T0" fmla="*/ 0 w 113"/>
                  <a:gd name="T1" fmla="*/ 0 h 114"/>
                  <a:gd name="T2" fmla="*/ 6 w 113"/>
                  <a:gd name="T3" fmla="*/ 0 h 114"/>
                  <a:gd name="T4" fmla="*/ 24 w 113"/>
                  <a:gd name="T5" fmla="*/ 6 h 114"/>
                  <a:gd name="T6" fmla="*/ 48 w 113"/>
                  <a:gd name="T7" fmla="*/ 18 h 114"/>
                  <a:gd name="T8" fmla="*/ 71 w 113"/>
                  <a:gd name="T9" fmla="*/ 36 h 114"/>
                  <a:gd name="T10" fmla="*/ 83 w 113"/>
                  <a:gd name="T11" fmla="*/ 48 h 114"/>
                  <a:gd name="T12" fmla="*/ 95 w 113"/>
                  <a:gd name="T13" fmla="*/ 66 h 114"/>
                  <a:gd name="T14" fmla="*/ 107 w 113"/>
                  <a:gd name="T15" fmla="*/ 90 h 114"/>
                  <a:gd name="T16" fmla="*/ 113 w 113"/>
                  <a:gd name="T17" fmla="*/ 114 h 114"/>
                  <a:gd name="T18" fmla="*/ 83 w 113"/>
                  <a:gd name="T19" fmla="*/ 66 h 114"/>
                  <a:gd name="T20" fmla="*/ 60 w 113"/>
                  <a:gd name="T21" fmla="*/ 78 h 114"/>
                  <a:gd name="T22" fmla="*/ 71 w 113"/>
                  <a:gd name="T23" fmla="*/ 54 h 114"/>
                  <a:gd name="T24" fmla="*/ 12 w 113"/>
                  <a:gd name="T25" fmla="*/ 78 h 114"/>
                  <a:gd name="T26" fmla="*/ 60 w 113"/>
                  <a:gd name="T27" fmla="*/ 48 h 114"/>
                  <a:gd name="T28" fmla="*/ 60 w 113"/>
                  <a:gd name="T29" fmla="*/ 42 h 114"/>
                  <a:gd name="T30" fmla="*/ 54 w 113"/>
                  <a:gd name="T31" fmla="*/ 30 h 114"/>
                  <a:gd name="T32" fmla="*/ 36 w 113"/>
                  <a:gd name="T33" fmla="*/ 18 h 114"/>
                  <a:gd name="T34" fmla="*/ 0 w 113"/>
                  <a:gd name="T35" fmla="*/ 0 h 114"/>
                  <a:gd name="T36" fmla="*/ 0 w 113"/>
                  <a:gd name="T37" fmla="*/ 0 h 11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13" h="114">
                    <a:moveTo>
                      <a:pt x="0" y="0"/>
                    </a:moveTo>
                    <a:lnTo>
                      <a:pt x="6" y="0"/>
                    </a:lnTo>
                    <a:lnTo>
                      <a:pt x="24" y="6"/>
                    </a:lnTo>
                    <a:lnTo>
                      <a:pt x="48" y="18"/>
                    </a:lnTo>
                    <a:lnTo>
                      <a:pt x="71" y="36"/>
                    </a:lnTo>
                    <a:lnTo>
                      <a:pt x="83" y="48"/>
                    </a:lnTo>
                    <a:lnTo>
                      <a:pt x="95" y="66"/>
                    </a:lnTo>
                    <a:lnTo>
                      <a:pt x="107" y="90"/>
                    </a:lnTo>
                    <a:lnTo>
                      <a:pt x="113" y="114"/>
                    </a:lnTo>
                    <a:lnTo>
                      <a:pt x="83" y="66"/>
                    </a:lnTo>
                    <a:lnTo>
                      <a:pt x="60" y="78"/>
                    </a:lnTo>
                    <a:lnTo>
                      <a:pt x="71" y="54"/>
                    </a:lnTo>
                    <a:lnTo>
                      <a:pt x="12" y="78"/>
                    </a:lnTo>
                    <a:lnTo>
                      <a:pt x="60" y="48"/>
                    </a:lnTo>
                    <a:lnTo>
                      <a:pt x="60" y="42"/>
                    </a:lnTo>
                    <a:lnTo>
                      <a:pt x="54" y="30"/>
                    </a:lnTo>
                    <a:lnTo>
                      <a:pt x="36" y="1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23">
                <a:extLst>
                  <a:ext uri="{FF2B5EF4-FFF2-40B4-BE49-F238E27FC236}">
                    <a16:creationId xmlns:a16="http://schemas.microsoft.com/office/drawing/2014/main" id="{0A3A135A-0C1E-48E0-86B7-1AC0DA895F2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122" y="2578"/>
                <a:ext cx="66" cy="60"/>
              </a:xfrm>
              <a:custGeom>
                <a:avLst/>
                <a:gdLst>
                  <a:gd name="T0" fmla="*/ 54 w 66"/>
                  <a:gd name="T1" fmla="*/ 0 h 60"/>
                  <a:gd name="T2" fmla="*/ 42 w 66"/>
                  <a:gd name="T3" fmla="*/ 18 h 60"/>
                  <a:gd name="T4" fmla="*/ 36 w 66"/>
                  <a:gd name="T5" fmla="*/ 6 h 60"/>
                  <a:gd name="T6" fmla="*/ 24 w 66"/>
                  <a:gd name="T7" fmla="*/ 30 h 60"/>
                  <a:gd name="T8" fmla="*/ 18 w 66"/>
                  <a:gd name="T9" fmla="*/ 36 h 60"/>
                  <a:gd name="T10" fmla="*/ 6 w 66"/>
                  <a:gd name="T11" fmla="*/ 48 h 60"/>
                  <a:gd name="T12" fmla="*/ 0 w 66"/>
                  <a:gd name="T13" fmla="*/ 60 h 60"/>
                  <a:gd name="T14" fmla="*/ 12 w 66"/>
                  <a:gd name="T15" fmla="*/ 54 h 60"/>
                  <a:gd name="T16" fmla="*/ 30 w 66"/>
                  <a:gd name="T17" fmla="*/ 36 h 60"/>
                  <a:gd name="T18" fmla="*/ 54 w 66"/>
                  <a:gd name="T19" fmla="*/ 18 h 60"/>
                  <a:gd name="T20" fmla="*/ 66 w 66"/>
                  <a:gd name="T21" fmla="*/ 6 h 60"/>
                  <a:gd name="T22" fmla="*/ 54 w 66"/>
                  <a:gd name="T23" fmla="*/ 0 h 60"/>
                  <a:gd name="T24" fmla="*/ 54 w 66"/>
                  <a:gd name="T25" fmla="*/ 0 h 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6" h="60">
                    <a:moveTo>
                      <a:pt x="54" y="0"/>
                    </a:moveTo>
                    <a:lnTo>
                      <a:pt x="42" y="18"/>
                    </a:lnTo>
                    <a:lnTo>
                      <a:pt x="36" y="6"/>
                    </a:lnTo>
                    <a:lnTo>
                      <a:pt x="24" y="30"/>
                    </a:lnTo>
                    <a:lnTo>
                      <a:pt x="18" y="36"/>
                    </a:lnTo>
                    <a:lnTo>
                      <a:pt x="6" y="48"/>
                    </a:lnTo>
                    <a:lnTo>
                      <a:pt x="0" y="60"/>
                    </a:lnTo>
                    <a:lnTo>
                      <a:pt x="12" y="54"/>
                    </a:lnTo>
                    <a:lnTo>
                      <a:pt x="30" y="36"/>
                    </a:lnTo>
                    <a:lnTo>
                      <a:pt x="54" y="18"/>
                    </a:lnTo>
                    <a:lnTo>
                      <a:pt x="66" y="6"/>
                    </a:lnTo>
                    <a:lnTo>
                      <a:pt x="5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Freeform 24">
                <a:extLst>
                  <a:ext uri="{FF2B5EF4-FFF2-40B4-BE49-F238E27FC236}">
                    <a16:creationId xmlns:a16="http://schemas.microsoft.com/office/drawing/2014/main" id="{E6DC350C-AA38-4AC0-98A0-65B0BFA0C86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942" y="2674"/>
                <a:ext cx="161" cy="179"/>
              </a:xfrm>
              <a:custGeom>
                <a:avLst/>
                <a:gdLst>
                  <a:gd name="T0" fmla="*/ 131 w 161"/>
                  <a:gd name="T1" fmla="*/ 53 h 179"/>
                  <a:gd name="T2" fmla="*/ 137 w 161"/>
                  <a:gd name="T3" fmla="*/ 53 h 179"/>
                  <a:gd name="T4" fmla="*/ 143 w 161"/>
                  <a:gd name="T5" fmla="*/ 41 h 179"/>
                  <a:gd name="T6" fmla="*/ 155 w 161"/>
                  <a:gd name="T7" fmla="*/ 35 h 179"/>
                  <a:gd name="T8" fmla="*/ 161 w 161"/>
                  <a:gd name="T9" fmla="*/ 24 h 179"/>
                  <a:gd name="T10" fmla="*/ 161 w 161"/>
                  <a:gd name="T11" fmla="*/ 12 h 179"/>
                  <a:gd name="T12" fmla="*/ 161 w 161"/>
                  <a:gd name="T13" fmla="*/ 0 h 179"/>
                  <a:gd name="T14" fmla="*/ 149 w 161"/>
                  <a:gd name="T15" fmla="*/ 24 h 179"/>
                  <a:gd name="T16" fmla="*/ 143 w 161"/>
                  <a:gd name="T17" fmla="*/ 35 h 179"/>
                  <a:gd name="T18" fmla="*/ 131 w 161"/>
                  <a:gd name="T19" fmla="*/ 35 h 179"/>
                  <a:gd name="T20" fmla="*/ 119 w 161"/>
                  <a:gd name="T21" fmla="*/ 41 h 179"/>
                  <a:gd name="T22" fmla="*/ 125 w 161"/>
                  <a:gd name="T23" fmla="*/ 53 h 179"/>
                  <a:gd name="T24" fmla="*/ 95 w 161"/>
                  <a:gd name="T25" fmla="*/ 95 h 179"/>
                  <a:gd name="T26" fmla="*/ 0 w 161"/>
                  <a:gd name="T27" fmla="*/ 137 h 179"/>
                  <a:gd name="T28" fmla="*/ 60 w 161"/>
                  <a:gd name="T29" fmla="*/ 119 h 179"/>
                  <a:gd name="T30" fmla="*/ 54 w 161"/>
                  <a:gd name="T31" fmla="*/ 125 h 179"/>
                  <a:gd name="T32" fmla="*/ 48 w 161"/>
                  <a:gd name="T33" fmla="*/ 131 h 179"/>
                  <a:gd name="T34" fmla="*/ 24 w 161"/>
                  <a:gd name="T35" fmla="*/ 155 h 179"/>
                  <a:gd name="T36" fmla="*/ 12 w 161"/>
                  <a:gd name="T37" fmla="*/ 167 h 179"/>
                  <a:gd name="T38" fmla="*/ 0 w 161"/>
                  <a:gd name="T39" fmla="*/ 173 h 179"/>
                  <a:gd name="T40" fmla="*/ 0 w 161"/>
                  <a:gd name="T41" fmla="*/ 179 h 179"/>
                  <a:gd name="T42" fmla="*/ 6 w 161"/>
                  <a:gd name="T43" fmla="*/ 173 h 179"/>
                  <a:gd name="T44" fmla="*/ 30 w 161"/>
                  <a:gd name="T45" fmla="*/ 155 h 179"/>
                  <a:gd name="T46" fmla="*/ 48 w 161"/>
                  <a:gd name="T47" fmla="*/ 143 h 179"/>
                  <a:gd name="T48" fmla="*/ 71 w 161"/>
                  <a:gd name="T49" fmla="*/ 125 h 179"/>
                  <a:gd name="T50" fmla="*/ 95 w 161"/>
                  <a:gd name="T51" fmla="*/ 107 h 179"/>
                  <a:gd name="T52" fmla="*/ 119 w 161"/>
                  <a:gd name="T53" fmla="*/ 77 h 179"/>
                  <a:gd name="T54" fmla="*/ 131 w 161"/>
                  <a:gd name="T55" fmla="*/ 59 h 179"/>
                  <a:gd name="T56" fmla="*/ 131 w 161"/>
                  <a:gd name="T57" fmla="*/ 53 h 179"/>
                  <a:gd name="T58" fmla="*/ 131 w 161"/>
                  <a:gd name="T59" fmla="*/ 53 h 17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61" h="179">
                    <a:moveTo>
                      <a:pt x="131" y="53"/>
                    </a:moveTo>
                    <a:lnTo>
                      <a:pt x="137" y="53"/>
                    </a:lnTo>
                    <a:lnTo>
                      <a:pt x="143" y="41"/>
                    </a:lnTo>
                    <a:lnTo>
                      <a:pt x="155" y="35"/>
                    </a:lnTo>
                    <a:lnTo>
                      <a:pt x="161" y="24"/>
                    </a:lnTo>
                    <a:lnTo>
                      <a:pt x="161" y="12"/>
                    </a:lnTo>
                    <a:lnTo>
                      <a:pt x="161" y="0"/>
                    </a:lnTo>
                    <a:lnTo>
                      <a:pt x="149" y="24"/>
                    </a:lnTo>
                    <a:lnTo>
                      <a:pt x="143" y="35"/>
                    </a:lnTo>
                    <a:lnTo>
                      <a:pt x="131" y="35"/>
                    </a:lnTo>
                    <a:lnTo>
                      <a:pt x="119" y="41"/>
                    </a:lnTo>
                    <a:lnTo>
                      <a:pt x="125" y="53"/>
                    </a:lnTo>
                    <a:lnTo>
                      <a:pt x="95" y="95"/>
                    </a:lnTo>
                    <a:lnTo>
                      <a:pt x="0" y="137"/>
                    </a:lnTo>
                    <a:lnTo>
                      <a:pt x="60" y="119"/>
                    </a:lnTo>
                    <a:lnTo>
                      <a:pt x="54" y="125"/>
                    </a:lnTo>
                    <a:lnTo>
                      <a:pt x="48" y="131"/>
                    </a:lnTo>
                    <a:lnTo>
                      <a:pt x="24" y="155"/>
                    </a:lnTo>
                    <a:lnTo>
                      <a:pt x="12" y="167"/>
                    </a:lnTo>
                    <a:lnTo>
                      <a:pt x="0" y="173"/>
                    </a:lnTo>
                    <a:lnTo>
                      <a:pt x="0" y="179"/>
                    </a:lnTo>
                    <a:lnTo>
                      <a:pt x="6" y="173"/>
                    </a:lnTo>
                    <a:lnTo>
                      <a:pt x="30" y="155"/>
                    </a:lnTo>
                    <a:lnTo>
                      <a:pt x="48" y="143"/>
                    </a:lnTo>
                    <a:lnTo>
                      <a:pt x="71" y="125"/>
                    </a:lnTo>
                    <a:lnTo>
                      <a:pt x="95" y="107"/>
                    </a:lnTo>
                    <a:lnTo>
                      <a:pt x="119" y="77"/>
                    </a:lnTo>
                    <a:lnTo>
                      <a:pt x="131" y="59"/>
                    </a:lnTo>
                    <a:lnTo>
                      <a:pt x="131" y="5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Freeform 25">
                <a:extLst>
                  <a:ext uri="{FF2B5EF4-FFF2-40B4-BE49-F238E27FC236}">
                    <a16:creationId xmlns:a16="http://schemas.microsoft.com/office/drawing/2014/main" id="{0D2DAD36-538A-4AFF-BE40-8AA21A3DE28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737" y="2763"/>
                <a:ext cx="73" cy="54"/>
              </a:xfrm>
              <a:custGeom>
                <a:avLst/>
                <a:gdLst>
                  <a:gd name="T0" fmla="*/ 24 w 72"/>
                  <a:gd name="T1" fmla="*/ 36 h 54"/>
                  <a:gd name="T2" fmla="*/ 49 w 72"/>
                  <a:gd name="T3" fmla="*/ 24 h 54"/>
                  <a:gd name="T4" fmla="*/ 61 w 72"/>
                  <a:gd name="T5" fmla="*/ 12 h 54"/>
                  <a:gd name="T6" fmla="*/ 67 w 72"/>
                  <a:gd name="T7" fmla="*/ 6 h 54"/>
                  <a:gd name="T8" fmla="*/ 73 w 72"/>
                  <a:gd name="T9" fmla="*/ 0 h 54"/>
                  <a:gd name="T10" fmla="*/ 43 w 72"/>
                  <a:gd name="T11" fmla="*/ 18 h 54"/>
                  <a:gd name="T12" fmla="*/ 30 w 72"/>
                  <a:gd name="T13" fmla="*/ 24 h 54"/>
                  <a:gd name="T14" fmla="*/ 24 w 72"/>
                  <a:gd name="T15" fmla="*/ 24 h 54"/>
                  <a:gd name="T16" fmla="*/ 18 w 72"/>
                  <a:gd name="T17" fmla="*/ 18 h 54"/>
                  <a:gd name="T18" fmla="*/ 12 w 72"/>
                  <a:gd name="T19" fmla="*/ 12 h 54"/>
                  <a:gd name="T20" fmla="*/ 0 w 72"/>
                  <a:gd name="T21" fmla="*/ 54 h 54"/>
                  <a:gd name="T22" fmla="*/ 12 w 72"/>
                  <a:gd name="T23" fmla="*/ 42 h 54"/>
                  <a:gd name="T24" fmla="*/ 24 w 72"/>
                  <a:gd name="T25" fmla="*/ 36 h 54"/>
                  <a:gd name="T26" fmla="*/ 24 w 72"/>
                  <a:gd name="T27" fmla="*/ 36 h 5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2" h="54">
                    <a:moveTo>
                      <a:pt x="24" y="36"/>
                    </a:moveTo>
                    <a:lnTo>
                      <a:pt x="48" y="24"/>
                    </a:lnTo>
                    <a:lnTo>
                      <a:pt x="60" y="12"/>
                    </a:lnTo>
                    <a:lnTo>
                      <a:pt x="66" y="6"/>
                    </a:lnTo>
                    <a:lnTo>
                      <a:pt x="72" y="0"/>
                    </a:lnTo>
                    <a:lnTo>
                      <a:pt x="42" y="18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18" y="18"/>
                    </a:lnTo>
                    <a:lnTo>
                      <a:pt x="12" y="12"/>
                    </a:lnTo>
                    <a:lnTo>
                      <a:pt x="0" y="54"/>
                    </a:lnTo>
                    <a:lnTo>
                      <a:pt x="12" y="42"/>
                    </a:lnTo>
                    <a:lnTo>
                      <a:pt x="24" y="3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Freeform 26">
                <a:extLst>
                  <a:ext uri="{FF2B5EF4-FFF2-40B4-BE49-F238E27FC236}">
                    <a16:creationId xmlns:a16="http://schemas.microsoft.com/office/drawing/2014/main" id="{8B710AFB-12D0-44A3-A549-FF9262F31EC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624" y="2889"/>
                <a:ext cx="12" cy="54"/>
              </a:xfrm>
              <a:custGeom>
                <a:avLst/>
                <a:gdLst>
                  <a:gd name="T0" fmla="*/ 12 w 12"/>
                  <a:gd name="T1" fmla="*/ 0 h 54"/>
                  <a:gd name="T2" fmla="*/ 0 w 12"/>
                  <a:gd name="T3" fmla="*/ 12 h 54"/>
                  <a:gd name="T4" fmla="*/ 0 w 12"/>
                  <a:gd name="T5" fmla="*/ 18 h 54"/>
                  <a:gd name="T6" fmla="*/ 6 w 12"/>
                  <a:gd name="T7" fmla="*/ 54 h 54"/>
                  <a:gd name="T8" fmla="*/ 12 w 12"/>
                  <a:gd name="T9" fmla="*/ 36 h 54"/>
                  <a:gd name="T10" fmla="*/ 12 w 12"/>
                  <a:gd name="T11" fmla="*/ 18 h 54"/>
                  <a:gd name="T12" fmla="*/ 12 w 12"/>
                  <a:gd name="T13" fmla="*/ 6 h 54"/>
                  <a:gd name="T14" fmla="*/ 12 w 12"/>
                  <a:gd name="T15" fmla="*/ 0 h 54"/>
                  <a:gd name="T16" fmla="*/ 12 w 12"/>
                  <a:gd name="T17" fmla="*/ 0 h 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" h="54">
                    <a:moveTo>
                      <a:pt x="12" y="0"/>
                    </a:moveTo>
                    <a:lnTo>
                      <a:pt x="0" y="12"/>
                    </a:lnTo>
                    <a:lnTo>
                      <a:pt x="0" y="18"/>
                    </a:lnTo>
                    <a:lnTo>
                      <a:pt x="6" y="54"/>
                    </a:lnTo>
                    <a:lnTo>
                      <a:pt x="12" y="36"/>
                    </a:lnTo>
                    <a:lnTo>
                      <a:pt x="12" y="18"/>
                    </a:lnTo>
                    <a:lnTo>
                      <a:pt x="12" y="6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0" name="Freeform 27">
                <a:extLst>
                  <a:ext uri="{FF2B5EF4-FFF2-40B4-BE49-F238E27FC236}">
                    <a16:creationId xmlns:a16="http://schemas.microsoft.com/office/drawing/2014/main" id="{53094616-7606-4F5A-9D8B-5FC401BD083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92" y="3021"/>
                <a:ext cx="48" cy="72"/>
              </a:xfrm>
              <a:custGeom>
                <a:avLst/>
                <a:gdLst>
                  <a:gd name="T0" fmla="*/ 48 w 48"/>
                  <a:gd name="T1" fmla="*/ 6 h 72"/>
                  <a:gd name="T2" fmla="*/ 48 w 48"/>
                  <a:gd name="T3" fmla="*/ 6 h 72"/>
                  <a:gd name="T4" fmla="*/ 48 w 48"/>
                  <a:gd name="T5" fmla="*/ 6 h 72"/>
                  <a:gd name="T6" fmla="*/ 48 w 48"/>
                  <a:gd name="T7" fmla="*/ 6 h 72"/>
                  <a:gd name="T8" fmla="*/ 6 w 48"/>
                  <a:gd name="T9" fmla="*/ 0 h 72"/>
                  <a:gd name="T10" fmla="*/ 42 w 48"/>
                  <a:gd name="T11" fmla="*/ 12 h 72"/>
                  <a:gd name="T12" fmla="*/ 42 w 48"/>
                  <a:gd name="T13" fmla="*/ 12 h 72"/>
                  <a:gd name="T14" fmla="*/ 0 w 48"/>
                  <a:gd name="T15" fmla="*/ 72 h 72"/>
                  <a:gd name="T16" fmla="*/ 18 w 48"/>
                  <a:gd name="T17" fmla="*/ 54 h 72"/>
                  <a:gd name="T18" fmla="*/ 18 w 48"/>
                  <a:gd name="T19" fmla="*/ 66 h 72"/>
                  <a:gd name="T20" fmla="*/ 48 w 48"/>
                  <a:gd name="T21" fmla="*/ 6 h 72"/>
                  <a:gd name="T22" fmla="*/ 48 w 48"/>
                  <a:gd name="T23" fmla="*/ 6 h 72"/>
                  <a:gd name="T24" fmla="*/ 48 w 48"/>
                  <a:gd name="T25" fmla="*/ 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8" h="72">
                    <a:moveTo>
                      <a:pt x="48" y="6"/>
                    </a:moveTo>
                    <a:lnTo>
                      <a:pt x="48" y="6"/>
                    </a:lnTo>
                    <a:lnTo>
                      <a:pt x="6" y="0"/>
                    </a:lnTo>
                    <a:lnTo>
                      <a:pt x="42" y="12"/>
                    </a:lnTo>
                    <a:lnTo>
                      <a:pt x="0" y="72"/>
                    </a:lnTo>
                    <a:lnTo>
                      <a:pt x="18" y="54"/>
                    </a:lnTo>
                    <a:lnTo>
                      <a:pt x="18" y="66"/>
                    </a:lnTo>
                    <a:lnTo>
                      <a:pt x="48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28">
                <a:extLst>
                  <a:ext uri="{FF2B5EF4-FFF2-40B4-BE49-F238E27FC236}">
                    <a16:creationId xmlns:a16="http://schemas.microsoft.com/office/drawing/2014/main" id="{2AEB6D24-C9AF-4EF0-9228-9D761021A3A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7" y="3027"/>
                <a:ext cx="288" cy="84"/>
              </a:xfrm>
              <a:custGeom>
                <a:avLst/>
                <a:gdLst>
                  <a:gd name="T0" fmla="*/ 288 w 287"/>
                  <a:gd name="T1" fmla="*/ 0 h 84"/>
                  <a:gd name="T2" fmla="*/ 0 w 287"/>
                  <a:gd name="T3" fmla="*/ 84 h 84"/>
                  <a:gd name="T4" fmla="*/ 169 w 287"/>
                  <a:gd name="T5" fmla="*/ 36 h 84"/>
                  <a:gd name="T6" fmla="*/ 114 w 287"/>
                  <a:gd name="T7" fmla="*/ 60 h 84"/>
                  <a:gd name="T8" fmla="*/ 277 w 287"/>
                  <a:gd name="T9" fmla="*/ 18 h 84"/>
                  <a:gd name="T10" fmla="*/ 288 w 287"/>
                  <a:gd name="T11" fmla="*/ 0 h 84"/>
                  <a:gd name="T12" fmla="*/ 288 w 287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7" h="84">
                    <a:moveTo>
                      <a:pt x="287" y="0"/>
                    </a:moveTo>
                    <a:lnTo>
                      <a:pt x="0" y="84"/>
                    </a:lnTo>
                    <a:lnTo>
                      <a:pt x="168" y="36"/>
                    </a:lnTo>
                    <a:lnTo>
                      <a:pt x="114" y="60"/>
                    </a:lnTo>
                    <a:lnTo>
                      <a:pt x="276" y="18"/>
                    </a:lnTo>
                    <a:lnTo>
                      <a:pt x="28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29">
                <a:extLst>
                  <a:ext uri="{FF2B5EF4-FFF2-40B4-BE49-F238E27FC236}">
                    <a16:creationId xmlns:a16="http://schemas.microsoft.com/office/drawing/2014/main" id="{42C2E623-14DE-4D56-BF0A-48F3BD88B1B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28" y="3003"/>
                <a:ext cx="66" cy="108"/>
              </a:xfrm>
              <a:custGeom>
                <a:avLst/>
                <a:gdLst>
                  <a:gd name="T0" fmla="*/ 6 w 66"/>
                  <a:gd name="T1" fmla="*/ 0 h 108"/>
                  <a:gd name="T2" fmla="*/ 66 w 66"/>
                  <a:gd name="T3" fmla="*/ 6 h 108"/>
                  <a:gd name="T4" fmla="*/ 0 w 66"/>
                  <a:gd name="T5" fmla="*/ 84 h 108"/>
                  <a:gd name="T6" fmla="*/ 54 w 66"/>
                  <a:gd name="T7" fmla="*/ 24 h 108"/>
                  <a:gd name="T8" fmla="*/ 6 w 66"/>
                  <a:gd name="T9" fmla="*/ 108 h 108"/>
                  <a:gd name="T10" fmla="*/ 66 w 66"/>
                  <a:gd name="T11" fmla="*/ 6 h 108"/>
                  <a:gd name="T12" fmla="*/ 6 w 66"/>
                  <a:gd name="T13" fmla="*/ 0 h 108"/>
                  <a:gd name="T14" fmla="*/ 6 w 66"/>
                  <a:gd name="T15" fmla="*/ 0 h 1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6" h="108">
                    <a:moveTo>
                      <a:pt x="6" y="0"/>
                    </a:moveTo>
                    <a:lnTo>
                      <a:pt x="66" y="6"/>
                    </a:lnTo>
                    <a:lnTo>
                      <a:pt x="0" y="84"/>
                    </a:lnTo>
                    <a:lnTo>
                      <a:pt x="54" y="24"/>
                    </a:lnTo>
                    <a:lnTo>
                      <a:pt x="6" y="108"/>
                    </a:lnTo>
                    <a:lnTo>
                      <a:pt x="66" y="6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Freeform 30">
                <a:extLst>
                  <a:ext uri="{FF2B5EF4-FFF2-40B4-BE49-F238E27FC236}">
                    <a16:creationId xmlns:a16="http://schemas.microsoft.com/office/drawing/2014/main" id="{1E6AA598-1F3A-4691-A0F5-B380BC53199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6" y="3111"/>
                <a:ext cx="77" cy="42"/>
              </a:xfrm>
              <a:custGeom>
                <a:avLst/>
                <a:gdLst>
                  <a:gd name="T0" fmla="*/ 36 w 77"/>
                  <a:gd name="T1" fmla="*/ 0 h 42"/>
                  <a:gd name="T2" fmla="*/ 42 w 77"/>
                  <a:gd name="T3" fmla="*/ 0 h 42"/>
                  <a:gd name="T4" fmla="*/ 60 w 77"/>
                  <a:gd name="T5" fmla="*/ 6 h 42"/>
                  <a:gd name="T6" fmla="*/ 48 w 77"/>
                  <a:gd name="T7" fmla="*/ 6 h 42"/>
                  <a:gd name="T8" fmla="*/ 42 w 77"/>
                  <a:gd name="T9" fmla="*/ 6 h 42"/>
                  <a:gd name="T10" fmla="*/ 60 w 77"/>
                  <a:gd name="T11" fmla="*/ 6 h 42"/>
                  <a:gd name="T12" fmla="*/ 0 w 77"/>
                  <a:gd name="T13" fmla="*/ 24 h 42"/>
                  <a:gd name="T14" fmla="*/ 71 w 77"/>
                  <a:gd name="T15" fmla="*/ 6 h 42"/>
                  <a:gd name="T16" fmla="*/ 66 w 77"/>
                  <a:gd name="T17" fmla="*/ 42 h 42"/>
                  <a:gd name="T18" fmla="*/ 77 w 77"/>
                  <a:gd name="T19" fmla="*/ 6 h 42"/>
                  <a:gd name="T20" fmla="*/ 36 w 77"/>
                  <a:gd name="T21" fmla="*/ 0 h 42"/>
                  <a:gd name="T22" fmla="*/ 36 w 77"/>
                  <a:gd name="T23" fmla="*/ 0 h 4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7" h="42">
                    <a:moveTo>
                      <a:pt x="36" y="0"/>
                    </a:moveTo>
                    <a:lnTo>
                      <a:pt x="42" y="0"/>
                    </a:lnTo>
                    <a:lnTo>
                      <a:pt x="60" y="6"/>
                    </a:lnTo>
                    <a:lnTo>
                      <a:pt x="48" y="6"/>
                    </a:lnTo>
                    <a:lnTo>
                      <a:pt x="42" y="6"/>
                    </a:lnTo>
                    <a:lnTo>
                      <a:pt x="60" y="6"/>
                    </a:lnTo>
                    <a:lnTo>
                      <a:pt x="0" y="24"/>
                    </a:lnTo>
                    <a:lnTo>
                      <a:pt x="71" y="6"/>
                    </a:lnTo>
                    <a:lnTo>
                      <a:pt x="66" y="42"/>
                    </a:lnTo>
                    <a:lnTo>
                      <a:pt x="77" y="6"/>
                    </a:lnTo>
                    <a:lnTo>
                      <a:pt x="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Freeform 31">
                <a:extLst>
                  <a:ext uri="{FF2B5EF4-FFF2-40B4-BE49-F238E27FC236}">
                    <a16:creationId xmlns:a16="http://schemas.microsoft.com/office/drawing/2014/main" id="{F01D3766-BED9-45EF-B058-6FD9A8D9380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98" y="3165"/>
                <a:ext cx="66" cy="30"/>
              </a:xfrm>
              <a:custGeom>
                <a:avLst/>
                <a:gdLst>
                  <a:gd name="T0" fmla="*/ 66 w 66"/>
                  <a:gd name="T1" fmla="*/ 6 h 30"/>
                  <a:gd name="T2" fmla="*/ 0 w 66"/>
                  <a:gd name="T3" fmla="*/ 0 h 30"/>
                  <a:gd name="T4" fmla="*/ 54 w 66"/>
                  <a:gd name="T5" fmla="*/ 6 h 30"/>
                  <a:gd name="T6" fmla="*/ 18 w 66"/>
                  <a:gd name="T7" fmla="*/ 18 h 30"/>
                  <a:gd name="T8" fmla="*/ 60 w 66"/>
                  <a:gd name="T9" fmla="*/ 12 h 30"/>
                  <a:gd name="T10" fmla="*/ 60 w 66"/>
                  <a:gd name="T11" fmla="*/ 30 h 30"/>
                  <a:gd name="T12" fmla="*/ 60 w 66"/>
                  <a:gd name="T13" fmla="*/ 30 h 30"/>
                  <a:gd name="T14" fmla="*/ 66 w 66"/>
                  <a:gd name="T15" fmla="*/ 6 h 30"/>
                  <a:gd name="T16" fmla="*/ 66 w 66"/>
                  <a:gd name="T17" fmla="*/ 6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6" h="30">
                    <a:moveTo>
                      <a:pt x="66" y="6"/>
                    </a:moveTo>
                    <a:lnTo>
                      <a:pt x="0" y="0"/>
                    </a:lnTo>
                    <a:lnTo>
                      <a:pt x="54" y="6"/>
                    </a:lnTo>
                    <a:lnTo>
                      <a:pt x="18" y="18"/>
                    </a:lnTo>
                    <a:lnTo>
                      <a:pt x="60" y="12"/>
                    </a:lnTo>
                    <a:lnTo>
                      <a:pt x="60" y="30"/>
                    </a:lnTo>
                    <a:lnTo>
                      <a:pt x="6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5" name="Freeform 32">
                <a:extLst>
                  <a:ext uri="{FF2B5EF4-FFF2-40B4-BE49-F238E27FC236}">
                    <a16:creationId xmlns:a16="http://schemas.microsoft.com/office/drawing/2014/main" id="{8F61BB7D-79AD-462F-94A4-E769A6C0CED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40" y="2919"/>
                <a:ext cx="18" cy="60"/>
              </a:xfrm>
              <a:custGeom>
                <a:avLst/>
                <a:gdLst>
                  <a:gd name="T0" fmla="*/ 0 w 18"/>
                  <a:gd name="T1" fmla="*/ 24 h 60"/>
                  <a:gd name="T2" fmla="*/ 12 w 18"/>
                  <a:gd name="T3" fmla="*/ 24 h 60"/>
                  <a:gd name="T4" fmla="*/ 12 w 18"/>
                  <a:gd name="T5" fmla="*/ 60 h 60"/>
                  <a:gd name="T6" fmla="*/ 18 w 18"/>
                  <a:gd name="T7" fmla="*/ 18 h 60"/>
                  <a:gd name="T8" fmla="*/ 18 w 18"/>
                  <a:gd name="T9" fmla="*/ 18 h 60"/>
                  <a:gd name="T10" fmla="*/ 18 w 18"/>
                  <a:gd name="T11" fmla="*/ 0 h 60"/>
                  <a:gd name="T12" fmla="*/ 12 w 18"/>
                  <a:gd name="T13" fmla="*/ 18 h 60"/>
                  <a:gd name="T14" fmla="*/ 0 w 18"/>
                  <a:gd name="T15" fmla="*/ 24 h 60"/>
                  <a:gd name="T16" fmla="*/ 0 w 18"/>
                  <a:gd name="T17" fmla="*/ 24 h 6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60">
                    <a:moveTo>
                      <a:pt x="0" y="24"/>
                    </a:moveTo>
                    <a:lnTo>
                      <a:pt x="12" y="24"/>
                    </a:lnTo>
                    <a:lnTo>
                      <a:pt x="12" y="60"/>
                    </a:lnTo>
                    <a:lnTo>
                      <a:pt x="18" y="18"/>
                    </a:lnTo>
                    <a:lnTo>
                      <a:pt x="18" y="0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6" name="Freeform 33">
                <a:extLst>
                  <a:ext uri="{FF2B5EF4-FFF2-40B4-BE49-F238E27FC236}">
                    <a16:creationId xmlns:a16="http://schemas.microsoft.com/office/drawing/2014/main" id="{9CB88E1D-15C1-4147-87E8-099CED9BE8D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6" y="3021"/>
                <a:ext cx="6" cy="18"/>
              </a:xfrm>
              <a:custGeom>
                <a:avLst/>
                <a:gdLst>
                  <a:gd name="T0" fmla="*/ 6 w 6"/>
                  <a:gd name="T1" fmla="*/ 0 h 18"/>
                  <a:gd name="T2" fmla="*/ 0 w 6"/>
                  <a:gd name="T3" fmla="*/ 18 h 18"/>
                  <a:gd name="T4" fmla="*/ 6 w 6"/>
                  <a:gd name="T5" fmla="*/ 12 h 18"/>
                  <a:gd name="T6" fmla="*/ 6 w 6"/>
                  <a:gd name="T7" fmla="*/ 0 h 18"/>
                  <a:gd name="T8" fmla="*/ 6 w 6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8">
                    <a:moveTo>
                      <a:pt x="6" y="0"/>
                    </a:moveTo>
                    <a:lnTo>
                      <a:pt x="0" y="18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34">
                <a:extLst>
                  <a:ext uri="{FF2B5EF4-FFF2-40B4-BE49-F238E27FC236}">
                    <a16:creationId xmlns:a16="http://schemas.microsoft.com/office/drawing/2014/main" id="{FE608569-161C-4153-BF1D-36A682254B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4" y="2943"/>
                <a:ext cx="30" cy="78"/>
              </a:xfrm>
              <a:custGeom>
                <a:avLst/>
                <a:gdLst>
                  <a:gd name="T0" fmla="*/ 24 w 30"/>
                  <a:gd name="T1" fmla="*/ 6 h 78"/>
                  <a:gd name="T2" fmla="*/ 18 w 30"/>
                  <a:gd name="T3" fmla="*/ 24 h 78"/>
                  <a:gd name="T4" fmla="*/ 0 w 30"/>
                  <a:gd name="T5" fmla="*/ 18 h 78"/>
                  <a:gd name="T6" fmla="*/ 12 w 30"/>
                  <a:gd name="T7" fmla="*/ 30 h 78"/>
                  <a:gd name="T8" fmla="*/ 6 w 30"/>
                  <a:gd name="T9" fmla="*/ 42 h 78"/>
                  <a:gd name="T10" fmla="*/ 18 w 30"/>
                  <a:gd name="T11" fmla="*/ 78 h 78"/>
                  <a:gd name="T12" fmla="*/ 18 w 30"/>
                  <a:gd name="T13" fmla="*/ 24 h 78"/>
                  <a:gd name="T14" fmla="*/ 24 w 30"/>
                  <a:gd name="T15" fmla="*/ 12 h 78"/>
                  <a:gd name="T16" fmla="*/ 30 w 30"/>
                  <a:gd name="T17" fmla="*/ 6 h 78"/>
                  <a:gd name="T18" fmla="*/ 30 w 30"/>
                  <a:gd name="T19" fmla="*/ 6 h 78"/>
                  <a:gd name="T20" fmla="*/ 12 w 30"/>
                  <a:gd name="T21" fmla="*/ 0 h 78"/>
                  <a:gd name="T22" fmla="*/ 24 w 30"/>
                  <a:gd name="T23" fmla="*/ 6 h 78"/>
                  <a:gd name="T24" fmla="*/ 24 w 30"/>
                  <a:gd name="T25" fmla="*/ 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0" h="78">
                    <a:moveTo>
                      <a:pt x="24" y="6"/>
                    </a:moveTo>
                    <a:lnTo>
                      <a:pt x="18" y="24"/>
                    </a:lnTo>
                    <a:lnTo>
                      <a:pt x="0" y="18"/>
                    </a:lnTo>
                    <a:lnTo>
                      <a:pt x="12" y="30"/>
                    </a:lnTo>
                    <a:lnTo>
                      <a:pt x="6" y="42"/>
                    </a:lnTo>
                    <a:lnTo>
                      <a:pt x="18" y="78"/>
                    </a:lnTo>
                    <a:lnTo>
                      <a:pt x="18" y="24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12" y="0"/>
                    </a:lnTo>
                    <a:lnTo>
                      <a:pt x="24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35">
                <a:extLst>
                  <a:ext uri="{FF2B5EF4-FFF2-40B4-BE49-F238E27FC236}">
                    <a16:creationId xmlns:a16="http://schemas.microsoft.com/office/drawing/2014/main" id="{CBD1BC8B-5701-45A4-8109-6EDCE7BBBBC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0" y="3039"/>
                <a:ext cx="24" cy="24"/>
              </a:xfrm>
              <a:custGeom>
                <a:avLst/>
                <a:gdLst>
                  <a:gd name="T0" fmla="*/ 6 w 24"/>
                  <a:gd name="T1" fmla="*/ 0 h 24"/>
                  <a:gd name="T2" fmla="*/ 0 w 24"/>
                  <a:gd name="T3" fmla="*/ 0 h 24"/>
                  <a:gd name="T4" fmla="*/ 6 w 24"/>
                  <a:gd name="T5" fmla="*/ 0 h 24"/>
                  <a:gd name="T6" fmla="*/ 12 w 24"/>
                  <a:gd name="T7" fmla="*/ 6 h 24"/>
                  <a:gd name="T8" fmla="*/ 24 w 24"/>
                  <a:gd name="T9" fmla="*/ 24 h 24"/>
                  <a:gd name="T10" fmla="*/ 24 w 24"/>
                  <a:gd name="T11" fmla="*/ 18 h 24"/>
                  <a:gd name="T12" fmla="*/ 18 w 24"/>
                  <a:gd name="T13" fmla="*/ 6 h 24"/>
                  <a:gd name="T14" fmla="*/ 12 w 24"/>
                  <a:gd name="T15" fmla="*/ 0 h 24"/>
                  <a:gd name="T16" fmla="*/ 6 w 24"/>
                  <a:gd name="T17" fmla="*/ 0 h 24"/>
                  <a:gd name="T18" fmla="*/ 6 w 24"/>
                  <a:gd name="T19" fmla="*/ 0 h 24"/>
                  <a:gd name="T20" fmla="*/ 6 w 24"/>
                  <a:gd name="T21" fmla="*/ 0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4" h="24">
                    <a:moveTo>
                      <a:pt x="6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Freeform 36">
                <a:extLst>
                  <a:ext uri="{FF2B5EF4-FFF2-40B4-BE49-F238E27FC236}">
                    <a16:creationId xmlns:a16="http://schemas.microsoft.com/office/drawing/2014/main" id="{A4661F4F-1C6B-41B3-9963-6CF6D02ABA2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801" y="2681"/>
                <a:ext cx="215" cy="216"/>
              </a:xfrm>
              <a:custGeom>
                <a:avLst/>
                <a:gdLst>
                  <a:gd name="T0" fmla="*/ 215 w 215"/>
                  <a:gd name="T1" fmla="*/ 0 h 216"/>
                  <a:gd name="T2" fmla="*/ 147 w 215"/>
                  <a:gd name="T3" fmla="*/ 36 h 216"/>
                  <a:gd name="T4" fmla="*/ 132 w 215"/>
                  <a:gd name="T5" fmla="*/ 49 h 216"/>
                  <a:gd name="T6" fmla="*/ 104 w 215"/>
                  <a:gd name="T7" fmla="*/ 79 h 216"/>
                  <a:gd name="T8" fmla="*/ 87 w 215"/>
                  <a:gd name="T9" fmla="*/ 114 h 216"/>
                  <a:gd name="T10" fmla="*/ 48 w 215"/>
                  <a:gd name="T11" fmla="*/ 156 h 216"/>
                  <a:gd name="T12" fmla="*/ 42 w 215"/>
                  <a:gd name="T13" fmla="*/ 166 h 216"/>
                  <a:gd name="T14" fmla="*/ 29 w 215"/>
                  <a:gd name="T15" fmla="*/ 177 h 216"/>
                  <a:gd name="T16" fmla="*/ 0 w 215"/>
                  <a:gd name="T17" fmla="*/ 208 h 216"/>
                  <a:gd name="T18" fmla="*/ 48 w 215"/>
                  <a:gd name="T19" fmla="*/ 216 h 216"/>
                  <a:gd name="T20" fmla="*/ 215 w 215"/>
                  <a:gd name="T21" fmla="*/ 0 h 2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5" h="216">
                    <a:moveTo>
                      <a:pt x="215" y="0"/>
                    </a:moveTo>
                    <a:lnTo>
                      <a:pt x="147" y="36"/>
                    </a:lnTo>
                    <a:lnTo>
                      <a:pt x="132" y="49"/>
                    </a:lnTo>
                    <a:lnTo>
                      <a:pt x="104" y="79"/>
                    </a:lnTo>
                    <a:lnTo>
                      <a:pt x="87" y="114"/>
                    </a:lnTo>
                    <a:lnTo>
                      <a:pt x="48" y="156"/>
                    </a:lnTo>
                    <a:lnTo>
                      <a:pt x="42" y="166"/>
                    </a:lnTo>
                    <a:lnTo>
                      <a:pt x="29" y="177"/>
                    </a:lnTo>
                    <a:lnTo>
                      <a:pt x="0" y="208"/>
                    </a:lnTo>
                    <a:lnTo>
                      <a:pt x="48" y="21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0" name="Freeform 37">
                <a:extLst>
                  <a:ext uri="{FF2B5EF4-FFF2-40B4-BE49-F238E27FC236}">
                    <a16:creationId xmlns:a16="http://schemas.microsoft.com/office/drawing/2014/main" id="{CBB38B86-EA47-4E63-BE18-74B284FF9C2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6" y="2710"/>
                <a:ext cx="212" cy="179"/>
              </a:xfrm>
              <a:custGeom>
                <a:avLst/>
                <a:gdLst>
                  <a:gd name="T0" fmla="*/ 212 w 212"/>
                  <a:gd name="T1" fmla="*/ 0 h 179"/>
                  <a:gd name="T2" fmla="*/ 144 w 212"/>
                  <a:gd name="T3" fmla="*/ 36 h 179"/>
                  <a:gd name="T4" fmla="*/ 0 w 212"/>
                  <a:gd name="T5" fmla="*/ 179 h 179"/>
                  <a:gd name="T6" fmla="*/ 177 w 212"/>
                  <a:gd name="T7" fmla="*/ 85 h 179"/>
                  <a:gd name="T8" fmla="*/ 212 w 212"/>
                  <a:gd name="T9" fmla="*/ 0 h 1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2" h="179">
                    <a:moveTo>
                      <a:pt x="212" y="0"/>
                    </a:moveTo>
                    <a:lnTo>
                      <a:pt x="144" y="36"/>
                    </a:lnTo>
                    <a:lnTo>
                      <a:pt x="0" y="179"/>
                    </a:lnTo>
                    <a:lnTo>
                      <a:pt x="177" y="85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1" name="Freeform 38">
                <a:extLst>
                  <a:ext uri="{FF2B5EF4-FFF2-40B4-BE49-F238E27FC236}">
                    <a16:creationId xmlns:a16="http://schemas.microsoft.com/office/drawing/2014/main" id="{EB4F5137-FABF-4E1D-9674-2129BA11605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037" y="2609"/>
                <a:ext cx="64" cy="79"/>
              </a:xfrm>
              <a:custGeom>
                <a:avLst/>
                <a:gdLst>
                  <a:gd name="T0" fmla="*/ 0 w 64"/>
                  <a:gd name="T1" fmla="*/ 22 h 79"/>
                  <a:gd name="T2" fmla="*/ 64 w 64"/>
                  <a:gd name="T3" fmla="*/ 79 h 79"/>
                  <a:gd name="T4" fmla="*/ 60 w 64"/>
                  <a:gd name="T5" fmla="*/ 0 h 79"/>
                  <a:gd name="T6" fmla="*/ 0 w 64"/>
                  <a:gd name="T7" fmla="*/ 22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79">
                    <a:moveTo>
                      <a:pt x="0" y="22"/>
                    </a:moveTo>
                    <a:lnTo>
                      <a:pt x="64" y="79"/>
                    </a:lnTo>
                    <a:lnTo>
                      <a:pt x="6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2" name="Freeform 39">
                <a:extLst>
                  <a:ext uri="{FF2B5EF4-FFF2-40B4-BE49-F238E27FC236}">
                    <a16:creationId xmlns:a16="http://schemas.microsoft.com/office/drawing/2014/main" id="{569BBCF0-17BA-40F6-9449-0F8312615BE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867" y="2471"/>
                <a:ext cx="137" cy="207"/>
              </a:xfrm>
              <a:custGeom>
                <a:avLst/>
                <a:gdLst>
                  <a:gd name="T0" fmla="*/ 0 w 137"/>
                  <a:gd name="T1" fmla="*/ 0 h 207"/>
                  <a:gd name="T2" fmla="*/ 17 w 137"/>
                  <a:gd name="T3" fmla="*/ 87 h 207"/>
                  <a:gd name="T4" fmla="*/ 69 w 137"/>
                  <a:gd name="T5" fmla="*/ 154 h 207"/>
                  <a:gd name="T6" fmla="*/ 137 w 137"/>
                  <a:gd name="T7" fmla="*/ 207 h 207"/>
                  <a:gd name="T8" fmla="*/ 0 w 137"/>
                  <a:gd name="T9" fmla="*/ 0 h 2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7" h="207">
                    <a:moveTo>
                      <a:pt x="0" y="0"/>
                    </a:moveTo>
                    <a:lnTo>
                      <a:pt x="17" y="87"/>
                    </a:lnTo>
                    <a:lnTo>
                      <a:pt x="69" y="154"/>
                    </a:lnTo>
                    <a:lnTo>
                      <a:pt x="137" y="2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Freeform 40">
                <a:extLst>
                  <a:ext uri="{FF2B5EF4-FFF2-40B4-BE49-F238E27FC236}">
                    <a16:creationId xmlns:a16="http://schemas.microsoft.com/office/drawing/2014/main" id="{B5E0E821-8C20-4B80-87BA-B13BB83DA24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817" y="2507"/>
                <a:ext cx="65" cy="222"/>
              </a:xfrm>
              <a:custGeom>
                <a:avLst/>
                <a:gdLst>
                  <a:gd name="T0" fmla="*/ 0 w 65"/>
                  <a:gd name="T1" fmla="*/ 222 h 222"/>
                  <a:gd name="T2" fmla="*/ 40 w 65"/>
                  <a:gd name="T3" fmla="*/ 142 h 222"/>
                  <a:gd name="T4" fmla="*/ 65 w 65"/>
                  <a:gd name="T5" fmla="*/ 72 h 222"/>
                  <a:gd name="T6" fmla="*/ 7 w 65"/>
                  <a:gd name="T7" fmla="*/ 0 h 222"/>
                  <a:gd name="T8" fmla="*/ 0 w 65"/>
                  <a:gd name="T9" fmla="*/ 222 h 2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" h="222">
                    <a:moveTo>
                      <a:pt x="0" y="222"/>
                    </a:moveTo>
                    <a:lnTo>
                      <a:pt x="40" y="142"/>
                    </a:lnTo>
                    <a:lnTo>
                      <a:pt x="65" y="72"/>
                    </a:lnTo>
                    <a:lnTo>
                      <a:pt x="7" y="0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1961" name="Rectangle 41">
            <a:extLst>
              <a:ext uri="{FF2B5EF4-FFF2-40B4-BE49-F238E27FC236}">
                <a16:creationId xmlns:a16="http://schemas.microsoft.com/office/drawing/2014/main" id="{3823027E-B108-4F6C-B9D9-6F434C7F3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8750"/>
            <a:ext cx="82296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1962" name="Rectangle 42">
            <a:extLst>
              <a:ext uri="{FF2B5EF4-FFF2-40B4-BE49-F238E27FC236}">
                <a16:creationId xmlns:a16="http://schemas.microsoft.com/office/drawing/2014/main" id="{2677D69C-8D6F-4736-8657-3D6898A88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63" name="Rectangle 43">
            <a:extLst>
              <a:ext uri="{FF2B5EF4-FFF2-40B4-BE49-F238E27FC236}">
                <a16:creationId xmlns:a16="http://schemas.microsoft.com/office/drawing/2014/main" id="{AD1F4E93-D743-4D69-87AD-A098A87A6F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4" name="Rectangle 44">
            <a:extLst>
              <a:ext uri="{FF2B5EF4-FFF2-40B4-BE49-F238E27FC236}">
                <a16:creationId xmlns:a16="http://schemas.microsoft.com/office/drawing/2014/main" id="{E0FFEE19-327A-46F2-8B69-51D4055331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5" name="Rectangle 45">
            <a:extLst>
              <a:ext uri="{FF2B5EF4-FFF2-40B4-BE49-F238E27FC236}">
                <a16:creationId xmlns:a16="http://schemas.microsoft.com/office/drawing/2014/main" id="{E345ACF1-6132-4A05-9BBF-354BE36840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489CFCA-FEBD-4EB8-A885-DBCAA1B221F1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5D0193FC-CA1A-4BFE-9899-25E533F6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9D7943F-6400-4209-9DD0-2F98EAFD7ABE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E3CA58A-B704-4EF5-88D1-5218D7935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15963"/>
          </a:xfrm>
        </p:spPr>
        <p:txBody>
          <a:bodyPr/>
          <a:lstStyle/>
          <a:p>
            <a:pPr eaLnBrk="1" hangingPunct="1"/>
            <a:r>
              <a:rPr lang="en-US" altLang="en-US" sz="3600"/>
              <a:t>Task Scheduling I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3609B77-A03B-4A5B-BF67-BC5F91131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229600" cy="4876800"/>
          </a:xfrm>
        </p:spPr>
        <p:txBody>
          <a:bodyPr/>
          <a:lstStyle/>
          <a:p>
            <a:pPr algn="l" rtl="0" eaLnBrk="1" hangingPunct="1">
              <a:buFontTx/>
              <a:buNone/>
            </a:pPr>
            <a:r>
              <a:rPr lang="en-US" altLang="en-US" sz="2400" b="1"/>
              <a:t>Given:</a:t>
            </a:r>
            <a:r>
              <a:rPr lang="en-US" altLang="en-US" sz="2400"/>
              <a:t> a set T of n tasks, each having:</a:t>
            </a:r>
          </a:p>
          <a:p>
            <a:pPr algn="l" rtl="0" eaLnBrk="1" hangingPunct="1"/>
            <a:r>
              <a:rPr lang="en-US" altLang="en-US" sz="2400"/>
              <a:t>A start time, s</a:t>
            </a:r>
            <a:r>
              <a:rPr lang="en-US" altLang="en-US" sz="2400" baseline="-25000"/>
              <a:t>i</a:t>
            </a:r>
          </a:p>
          <a:p>
            <a:pPr algn="l" rtl="0" eaLnBrk="1" hangingPunct="1"/>
            <a:r>
              <a:rPr lang="en-US" altLang="en-US" sz="2400"/>
              <a:t>A finish time, f</a:t>
            </a:r>
            <a:r>
              <a:rPr lang="en-US" altLang="en-US" sz="2400" baseline="-25000"/>
              <a:t>i</a:t>
            </a:r>
            <a:r>
              <a:rPr lang="en-US" altLang="en-US" sz="2400"/>
              <a:t> (where s</a:t>
            </a:r>
            <a:r>
              <a:rPr lang="en-US" altLang="en-US" sz="2400" baseline="-25000"/>
              <a:t>i</a:t>
            </a:r>
            <a:r>
              <a:rPr lang="en-US" altLang="en-US" sz="2400"/>
              <a:t> &lt; f</a:t>
            </a:r>
            <a:r>
              <a:rPr lang="en-US" altLang="en-US" sz="2400" baseline="-25000"/>
              <a:t>i</a:t>
            </a:r>
            <a:r>
              <a:rPr lang="en-US" altLang="en-US" sz="2400"/>
              <a:t>)</a:t>
            </a:r>
          </a:p>
          <a:p>
            <a:pPr algn="l" rtl="0" eaLnBrk="1" hangingPunct="1"/>
            <a:endParaRPr lang="en-US" altLang="en-US" sz="2400"/>
          </a:p>
          <a:p>
            <a:pPr algn="l" rtl="0" eaLnBrk="1" hangingPunct="1"/>
            <a:r>
              <a:rPr lang="en-US" altLang="en-US" sz="2400"/>
              <a:t>Tasks A</a:t>
            </a:r>
            <a:r>
              <a:rPr lang="en-US" altLang="en-US" sz="2400" baseline="-25000"/>
              <a:t>i</a:t>
            </a:r>
            <a:r>
              <a:rPr lang="en-US" altLang="en-US" sz="2400"/>
              <a:t> and A</a:t>
            </a:r>
            <a:r>
              <a:rPr lang="en-US" altLang="en-US" sz="2400" baseline="-25000"/>
              <a:t>j</a:t>
            </a:r>
            <a:r>
              <a:rPr lang="en-US" altLang="en-US" sz="2400"/>
              <a:t> are non-overlapping if either </a:t>
            </a:r>
          </a:p>
          <a:p>
            <a:pPr algn="ctr" rtl="0" eaLnBrk="1" hangingPunct="1">
              <a:buFontTx/>
              <a:buNone/>
            </a:pPr>
            <a:r>
              <a:rPr lang="en-US" altLang="en-US" sz="2400"/>
              <a:t>f</a:t>
            </a:r>
            <a:r>
              <a:rPr lang="en-US" altLang="en-US" sz="2400" baseline="-25000"/>
              <a:t>i</a:t>
            </a:r>
            <a:r>
              <a:rPr lang="en-US" altLang="en-US" sz="2400"/>
              <a:t> ≤ s</a:t>
            </a:r>
            <a:r>
              <a:rPr lang="en-US" altLang="en-US" sz="2400" baseline="-25000"/>
              <a:t>j</a:t>
            </a:r>
            <a:r>
              <a:rPr lang="en-US" altLang="en-US" sz="2400"/>
              <a:t> or f</a:t>
            </a:r>
            <a:r>
              <a:rPr lang="en-US" altLang="en-US" sz="2400" baseline="-25000"/>
              <a:t>j</a:t>
            </a:r>
            <a:r>
              <a:rPr lang="en-US" altLang="en-US" sz="2400"/>
              <a:t> ≤ s</a:t>
            </a:r>
            <a:r>
              <a:rPr lang="en-US" altLang="en-US" sz="2400" baseline="-25000"/>
              <a:t>i</a:t>
            </a:r>
            <a:endParaRPr lang="en-US" altLang="en-US" sz="2400"/>
          </a:p>
          <a:p>
            <a:pPr algn="l" rtl="0" eaLnBrk="1" hangingPunct="1">
              <a:buFontTx/>
              <a:buNone/>
            </a:pPr>
            <a:r>
              <a:rPr lang="en-US" altLang="en-US" sz="2400" b="1"/>
              <a:t>Goal:</a:t>
            </a:r>
            <a:r>
              <a:rPr lang="en-US" altLang="en-US" sz="2400"/>
              <a:t> </a:t>
            </a:r>
          </a:p>
          <a:p>
            <a:pPr algn="l" rtl="0" eaLnBrk="1" hangingPunct="1"/>
            <a:r>
              <a:rPr lang="en-US" altLang="en-US" sz="2400"/>
              <a:t>Perform a maximum size set of non-overlapping tasks using one machine</a:t>
            </a:r>
          </a:p>
          <a:p>
            <a:pPr lvl="1" algn="l" rtl="0" eaLnBrk="1" hangingPunct="1"/>
            <a:r>
              <a:rPr lang="en-US" altLang="en-US" sz="2000"/>
              <a:t>That is </a:t>
            </a:r>
            <a:r>
              <a:rPr lang="en-US" altLang="en-US" sz="2000">
                <a:sym typeface="Wingdings" panose="05000000000000000000" pitchFamily="2" charset="2"/>
              </a:rPr>
              <a:t></a:t>
            </a:r>
            <a:r>
              <a:rPr lang="en-US" altLang="en-US" sz="2000"/>
              <a:t>maximize that time of using the resource (machine) </a:t>
            </a:r>
          </a:p>
          <a:p>
            <a:pPr algn="l" rtl="0" eaLnBrk="1" hangingPunct="1"/>
            <a:endParaRPr lang="en-US" altLang="en-US" sz="2000"/>
          </a:p>
          <a:p>
            <a:pPr algn="l" rtl="0" eaLnBrk="1" hangingPunct="1"/>
            <a:endParaRPr lang="en-US" altLang="en-US" sz="20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51BCE272-C533-456D-A564-31BD3747E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191E53B-A150-4FEB-9360-F8144E4C2CD7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E8FE96D-B429-446C-8F1E-A0FD0FE8F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Greedy Criteria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FCED444-0452-4B90-8939-162716B29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 dirty="0"/>
              <a:t>Examples: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one available classroom for a set of lectures.</a:t>
            </a:r>
            <a:endParaRPr lang="en-US" altLang="en-US" sz="2000" dirty="0"/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One airport runway scheduling airplane takeoffs</a:t>
            </a:r>
            <a:endParaRPr lang="en-US" altLang="en-US" sz="2000" dirty="0"/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One oven baking orders in a bakery</a:t>
            </a:r>
          </a:p>
          <a:p>
            <a:pPr marL="0" indent="0" algn="l" rtl="0" eaLnBrk="1" hangingPunct="1">
              <a:lnSpc>
                <a:spcPct val="90000"/>
              </a:lnSpc>
              <a:buNone/>
            </a:pPr>
            <a:endParaRPr lang="en-US" altLang="en-US" sz="2000" dirty="0"/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 dirty="0"/>
              <a:t>Three criteria (suggested greedy rules)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dirty="0"/>
              <a:t>Select the shortest task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dirty="0"/>
              <a:t>Select the task intersecting the fewest tasks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 dirty="0"/>
              <a:t>Select the task that terminates the earliest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 dirty="0"/>
              <a:t>Optimality: Which of the three criteria is optimal?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9BC3D9-B29E-4AB8-80DF-B349FAD628C6}"/>
                  </a:ext>
                </a:extLst>
              </p14:cNvPr>
              <p14:cNvContentPartPr/>
              <p14:nvPr/>
            </p14:nvContentPartPr>
            <p14:xfrm>
              <a:off x="6042960" y="3836410"/>
              <a:ext cx="925920" cy="30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9BC3D9-B29E-4AB8-80DF-B349FAD628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3960" y="3827410"/>
                <a:ext cx="943560" cy="4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2A3494A1-486C-4393-9D15-CB7996A1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CBF5370-2345-49F4-BF71-08C2B1988FC5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08B5DB4-F9FC-46AF-9BD4-EEC66DC40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458200" cy="1706563"/>
          </a:xfrm>
        </p:spPr>
        <p:txBody>
          <a:bodyPr/>
          <a:lstStyle/>
          <a:p>
            <a:pPr algn="l" eaLnBrk="1" hangingPunct="1"/>
            <a:r>
              <a:rPr lang="en-US" altLang="en-US" sz="2800" b="1"/>
              <a:t>Select the shortest task</a:t>
            </a:r>
            <a:br>
              <a:rPr lang="en-US" altLang="en-US" sz="2800"/>
            </a:br>
            <a:r>
              <a:rPr lang="en-US" altLang="en-US" sz="2800"/>
              <a:t>does not use the resource for a long period of time</a:t>
            </a:r>
            <a:br>
              <a:rPr lang="en-US" altLang="en-US" sz="2800"/>
            </a:br>
            <a:endParaRPr lang="en-US" altLang="en-US" sz="2800"/>
          </a:p>
        </p:txBody>
      </p:sp>
      <p:pic>
        <p:nvPicPr>
          <p:cNvPr id="9220" name="Picture 3">
            <a:extLst>
              <a:ext uri="{FF2B5EF4-FFF2-40B4-BE49-F238E27FC236}">
                <a16:creationId xmlns:a16="http://schemas.microsoft.com/office/drawing/2014/main" id="{F4924093-3D78-4DBD-9A3E-8C95637D627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2667000"/>
            <a:ext cx="6248400" cy="900113"/>
          </a:xfrm>
          <a:noFill/>
        </p:spPr>
      </p:pic>
      <p:pic>
        <p:nvPicPr>
          <p:cNvPr id="9221" name="Picture 4">
            <a:extLst>
              <a:ext uri="{FF2B5EF4-FFF2-40B4-BE49-F238E27FC236}">
                <a16:creationId xmlns:a16="http://schemas.microsoft.com/office/drawing/2014/main" id="{1A4BD75A-9A85-41CE-9550-77106ADC8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91000"/>
            <a:ext cx="53467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3C99EC9B-942D-442F-81AF-50EF639D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B64D5FE-7F6A-4A6A-8008-EE2617187D3A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588DAB8-4553-42C0-9D98-C73F62043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sz="2400" b="1"/>
              <a:t>Select the task intersecting the fewest tasks</a:t>
            </a:r>
            <a:br>
              <a:rPr lang="en-US" altLang="en-US" sz="2400" b="1"/>
            </a:br>
            <a:r>
              <a:rPr lang="en-US" altLang="en-US" sz="2400"/>
              <a:t>so many can still be scheduled</a:t>
            </a:r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F206C046-B177-4D2A-B044-47104F8CD720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2286000"/>
            <a:ext cx="5867400" cy="725488"/>
          </a:xfrm>
          <a:noFill/>
        </p:spPr>
      </p:pic>
      <p:pic>
        <p:nvPicPr>
          <p:cNvPr id="11269" name="Picture 4">
            <a:extLst>
              <a:ext uri="{FF2B5EF4-FFF2-40B4-BE49-F238E27FC236}">
                <a16:creationId xmlns:a16="http://schemas.microsoft.com/office/drawing/2014/main" id="{A9951C08-3F85-4159-B921-F8DA5EA18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86200"/>
            <a:ext cx="53848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268E806B-3FE4-4DFF-818F-E89913E2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F8C80E0-6ED9-4055-8D49-A75C50797E06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7B43835-9165-433D-81FA-5E8C03230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610600" cy="2316163"/>
          </a:xfrm>
        </p:spPr>
        <p:txBody>
          <a:bodyPr/>
          <a:lstStyle/>
          <a:p>
            <a:pPr algn="l" eaLnBrk="1" hangingPunct="1"/>
            <a:r>
              <a:rPr lang="en-US" altLang="en-US" sz="2800" b="1"/>
              <a:t>Select the task that terminates the earliest</a:t>
            </a:r>
            <a:br>
              <a:rPr lang="en-US" altLang="en-US" sz="2800"/>
            </a:br>
            <a:r>
              <a:rPr lang="en-US" altLang="en-US" sz="2800"/>
              <a:t>schedule the task which will free up the resource for someone else as soon as possible </a:t>
            </a:r>
            <a:br>
              <a:rPr lang="en-US" altLang="en-US" sz="2800"/>
            </a:br>
            <a:endParaRPr lang="en-US" altLang="en-US" sz="2800"/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A7CBBE9C-765A-457C-9BA3-8A4E565CFD1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3048000"/>
            <a:ext cx="4648200" cy="3082925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D5124CA0-9928-477A-B556-A6573811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C476C36-F287-4844-9121-96565193AE0C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95A12D3-E55A-4B0D-818C-C6A1CEBA2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381DD20-2A22-4B44-8F4C-B6F84E9EB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The first and the second criteria are not optimal.</a:t>
            </a:r>
          </a:p>
          <a:p>
            <a:pPr algn="l" rtl="0" eaLnBrk="1" hangingPunct="1"/>
            <a:r>
              <a:rPr lang="en-US" altLang="en-US"/>
              <a:t>The third criterion is optimal.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2135FDAA-AE0C-4F7D-BE1A-396CEBC8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E0B71D1-091A-40D6-A1DE-1842C7D9A7C2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1A9A6BC-1B52-4ADA-82FA-F661E8503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Greedy Solution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4C4E709-C79F-4C8A-BDDB-6DA0C586D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7848600" cy="5181600"/>
          </a:xfrm>
        </p:spPr>
        <p:txBody>
          <a:bodyPr/>
          <a:lstStyle/>
          <a:p>
            <a:pPr lvl="1" algn="l" rtl="0" eaLnBrk="1" hangingPunct="1">
              <a:buFontTx/>
              <a:buNone/>
            </a:pPr>
            <a:endParaRPr lang="en-US" altLang="en-US" sz="2400" b="1" dirty="0"/>
          </a:p>
          <a:p>
            <a:pPr algn="l" rtl="0" eaLnBrk="1" hangingPunct="1">
              <a:buFontTx/>
              <a:buNone/>
            </a:pPr>
            <a:r>
              <a:rPr lang="en-US" altLang="en-US" sz="2400" b="1" dirty="0"/>
              <a:t>Greedy-task-Selector(A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, . . . ,A</a:t>
            </a:r>
            <a:r>
              <a:rPr lang="en-US" altLang="en-US" sz="2400" b="1" baseline="-25000" dirty="0"/>
              <a:t>n</a:t>
            </a:r>
            <a:r>
              <a:rPr lang="en-US" altLang="en-US" sz="2400" b="1" dirty="0"/>
              <a:t>)</a:t>
            </a:r>
          </a:p>
          <a:p>
            <a:pPr algn="l" rtl="0" eaLnBrk="1" hangingPunct="1">
              <a:buNone/>
            </a:pPr>
            <a:r>
              <a:rPr lang="en-US" altLang="en-US" sz="2400" b="1" dirty="0"/>
              <a:t>     </a:t>
            </a:r>
            <a:r>
              <a:rPr lang="en-US" altLang="en-US" sz="2400" dirty="0"/>
              <a:t>Sort the tasks according to their finish time</a:t>
            </a:r>
          </a:p>
          <a:p>
            <a:pPr lvl="1" algn="l" rtl="0" eaLnBrk="1" hangingPunct="1">
              <a:buFontTx/>
              <a:buNone/>
            </a:pPr>
            <a:r>
              <a:rPr lang="en-US" altLang="en-US" sz="2400" dirty="0"/>
              <a:t>S =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}         // 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terminates the earliest </a:t>
            </a:r>
          </a:p>
          <a:p>
            <a:pPr lvl="1" algn="l" rtl="0" eaLnBrk="1" hangingPunct="1">
              <a:buFontTx/>
              <a:buNone/>
            </a:pPr>
            <a:r>
              <a:rPr lang="en-US" altLang="en-US" sz="2400" dirty="0"/>
              <a:t>j = 1               //</a:t>
            </a:r>
            <a:r>
              <a:rPr lang="en-US" altLang="en-US" sz="2400" dirty="0" err="1"/>
              <a:t>A</a:t>
            </a:r>
            <a:r>
              <a:rPr lang="en-US" altLang="en-US" sz="2400" baseline="-25000" dirty="0" err="1"/>
              <a:t>j</a:t>
            </a:r>
            <a:r>
              <a:rPr lang="en-US" altLang="en-US" sz="2400" dirty="0"/>
              <a:t> is the current selected task</a:t>
            </a:r>
          </a:p>
          <a:p>
            <a:pPr lvl="1" algn="l" rtl="0" eaLnBrk="1" hangingPunct="1">
              <a:buFontTx/>
              <a:buNone/>
            </a:pPr>
            <a:r>
              <a:rPr lang="en-US" altLang="en-US" sz="2400" dirty="0"/>
              <a:t>for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2 to n {  // scan all the tasks</a:t>
            </a:r>
          </a:p>
          <a:p>
            <a:pPr lvl="2" indent="-285750" algn="l" rtl="0" eaLnBrk="1" hangingPunct="1">
              <a:buFontTx/>
              <a:buNone/>
            </a:pPr>
            <a:r>
              <a:rPr lang="en-US" altLang="en-US" dirty="0"/>
              <a:t>if </a:t>
            </a:r>
            <a:r>
              <a:rPr lang="en-US" altLang="en-US" dirty="0" err="1"/>
              <a:t>s</a:t>
            </a:r>
            <a:r>
              <a:rPr lang="en-US" altLang="en-US" baseline="-25000" dirty="0" err="1"/>
              <a:t>i</a:t>
            </a:r>
            <a:r>
              <a:rPr lang="en-US" altLang="en-US" dirty="0"/>
              <a:t> ≥ f</a:t>
            </a:r>
            <a:r>
              <a:rPr lang="en-US" altLang="en-US" baseline="-25000" dirty="0"/>
              <a:t>j</a:t>
            </a:r>
            <a:r>
              <a:rPr lang="en-US" altLang="en-US" dirty="0"/>
              <a:t>   {   // select A</a:t>
            </a:r>
            <a:r>
              <a:rPr lang="en-US" altLang="en-US" baseline="-25000" dirty="0"/>
              <a:t>i</a:t>
            </a:r>
            <a:r>
              <a:rPr lang="en-US" altLang="en-US" dirty="0"/>
              <a:t> that does not overlap with 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j</a:t>
            </a:r>
            <a:r>
              <a:rPr lang="en-US" altLang="en-US" dirty="0"/>
              <a:t> </a:t>
            </a:r>
          </a:p>
          <a:p>
            <a:pPr lvl="3" algn="l" rtl="0" eaLnBrk="1" hangingPunct="1">
              <a:buFontTx/>
              <a:buNone/>
            </a:pPr>
            <a:r>
              <a:rPr lang="en-US" altLang="en-US" sz="2400" dirty="0"/>
              <a:t>S = S ∪ {Ai}</a:t>
            </a:r>
          </a:p>
          <a:p>
            <a:pPr lvl="3" algn="l" rtl="0" eaLnBrk="1" hangingPunct="1">
              <a:buFontTx/>
              <a:buNone/>
            </a:pPr>
            <a:r>
              <a:rPr lang="en-US" altLang="en-US" sz="2400" dirty="0"/>
              <a:t>j =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}</a:t>
            </a:r>
          </a:p>
          <a:p>
            <a:pPr lvl="2" indent="-285750" algn="l" rtl="0" eaLnBrk="1" hangingPunct="1">
              <a:buFontTx/>
              <a:buNone/>
            </a:pPr>
            <a:r>
              <a:rPr lang="en-US" altLang="en-US" dirty="0"/>
              <a:t>else             //  A</a:t>
            </a:r>
            <a:r>
              <a:rPr lang="en-US" altLang="en-US" baseline="-25000" dirty="0"/>
              <a:t>i</a:t>
            </a:r>
            <a:r>
              <a:rPr lang="en-US" altLang="en-US" dirty="0"/>
              <a:t> overlaps with </a:t>
            </a:r>
            <a:r>
              <a:rPr lang="en-US" altLang="en-US" dirty="0" err="1"/>
              <a:t>A</a:t>
            </a:r>
            <a:r>
              <a:rPr lang="en-US" altLang="en-US" baseline="-25000" dirty="0" err="1"/>
              <a:t>j</a:t>
            </a:r>
            <a:r>
              <a:rPr lang="en-US" altLang="en-US" dirty="0"/>
              <a:t> </a:t>
            </a:r>
          </a:p>
          <a:p>
            <a:pPr lvl="2" indent="-285750" algn="l" rtl="0" eaLnBrk="1" hangingPunct="1">
              <a:buFontTx/>
              <a:buNone/>
            </a:pPr>
            <a:r>
              <a:rPr lang="en-US" altLang="en-US" dirty="0"/>
              <a:t>}</a:t>
            </a:r>
          </a:p>
          <a:p>
            <a:pPr lvl="2" indent="-285750" algn="l" rtl="0" eaLnBrk="1" hangingPunct="1">
              <a:buFontTx/>
              <a:buNone/>
            </a:pPr>
            <a:r>
              <a:rPr lang="en-US" altLang="en-US" dirty="0"/>
              <a:t>Return(S)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64123967-969D-4054-8564-6F038E73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5D1D648-CD78-410D-8B5B-918C8CBC4EB5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49A6144-6665-4FFC-8BB9-3FFFE48E5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Activity Selection (Interval Scheduling)</a:t>
            </a:r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ABBD7D8B-DF28-493A-BDEE-3C0A62C15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0C5CCE83-C164-4F2C-95BE-C6C73E55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19462" name="Text Box 5">
            <a:extLst>
              <a:ext uri="{FF2B5EF4-FFF2-40B4-BE49-F238E27FC236}">
                <a16:creationId xmlns:a16="http://schemas.microsoft.com/office/drawing/2014/main" id="{9A34E351-8968-44AD-9437-9C9520535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19463" name="Line 6">
            <a:extLst>
              <a:ext uri="{FF2B5EF4-FFF2-40B4-BE49-F238E27FC236}">
                <a16:creationId xmlns:a16="http://schemas.microsoft.com/office/drawing/2014/main" id="{2613EB63-EC98-4F69-8145-136F9B6F5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64" name="Text Box 7">
            <a:extLst>
              <a:ext uri="{FF2B5EF4-FFF2-40B4-BE49-F238E27FC236}">
                <a16:creationId xmlns:a16="http://schemas.microsoft.com/office/drawing/2014/main" id="{5541EBAB-A2AE-40A6-B30E-61BAAB25B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7465A854-2F05-46F2-BF5E-BEF1ABE1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19466" name="Rectangle 9">
            <a:extLst>
              <a:ext uri="{FF2B5EF4-FFF2-40B4-BE49-F238E27FC236}">
                <a16:creationId xmlns:a16="http://schemas.microsoft.com/office/drawing/2014/main" id="{4BCCDDAF-A464-446E-8D27-1AE32197F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19467" name="Rectangle 10">
            <a:extLst>
              <a:ext uri="{FF2B5EF4-FFF2-40B4-BE49-F238E27FC236}">
                <a16:creationId xmlns:a16="http://schemas.microsoft.com/office/drawing/2014/main" id="{8BA38DE3-24CF-46DD-A5D8-BAB6BB30B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86CE955E-E0F6-4A4D-9DE7-E402693C3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19469" name="Rectangle 12">
            <a:extLst>
              <a:ext uri="{FF2B5EF4-FFF2-40B4-BE49-F238E27FC236}">
                <a16:creationId xmlns:a16="http://schemas.microsoft.com/office/drawing/2014/main" id="{F6A9E71A-82DC-4739-9C8D-3AA1A081A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19470" name="Rectangle 13">
            <a:extLst>
              <a:ext uri="{FF2B5EF4-FFF2-40B4-BE49-F238E27FC236}">
                <a16:creationId xmlns:a16="http://schemas.microsoft.com/office/drawing/2014/main" id="{22B69341-582B-46CB-B7ED-B55AFA549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19471" name="Rectangle 14">
            <a:extLst>
              <a:ext uri="{FF2B5EF4-FFF2-40B4-BE49-F238E27FC236}">
                <a16:creationId xmlns:a16="http://schemas.microsoft.com/office/drawing/2014/main" id="{79CF2A5C-81FD-4EF6-B1A8-02B679855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19472" name="Line 15">
            <a:extLst>
              <a:ext uri="{FF2B5EF4-FFF2-40B4-BE49-F238E27FC236}">
                <a16:creationId xmlns:a16="http://schemas.microsoft.com/office/drawing/2014/main" id="{4AA3AC61-83B0-4896-A85C-7B07B238D1F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3" name="Line 16">
            <a:extLst>
              <a:ext uri="{FF2B5EF4-FFF2-40B4-BE49-F238E27FC236}">
                <a16:creationId xmlns:a16="http://schemas.microsoft.com/office/drawing/2014/main" id="{DF2295A7-DBA8-41FE-A1E0-B4C29ADB95B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4" name="Line 17">
            <a:extLst>
              <a:ext uri="{FF2B5EF4-FFF2-40B4-BE49-F238E27FC236}">
                <a16:creationId xmlns:a16="http://schemas.microsoft.com/office/drawing/2014/main" id="{67790872-1254-4A8A-80CC-34329D4733C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5" name="Line 18">
            <a:extLst>
              <a:ext uri="{FF2B5EF4-FFF2-40B4-BE49-F238E27FC236}">
                <a16:creationId xmlns:a16="http://schemas.microsoft.com/office/drawing/2014/main" id="{DC08C2D7-1052-48A2-8A39-E880ECB16FE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6" name="Line 19">
            <a:extLst>
              <a:ext uri="{FF2B5EF4-FFF2-40B4-BE49-F238E27FC236}">
                <a16:creationId xmlns:a16="http://schemas.microsoft.com/office/drawing/2014/main" id="{DD81B919-2314-45E2-AD0A-7D826FC6F22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7" name="Line 20">
            <a:extLst>
              <a:ext uri="{FF2B5EF4-FFF2-40B4-BE49-F238E27FC236}">
                <a16:creationId xmlns:a16="http://schemas.microsoft.com/office/drawing/2014/main" id="{D9FE4B17-0D23-4565-997F-C06CB2E6D8B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8" name="Line 21">
            <a:extLst>
              <a:ext uri="{FF2B5EF4-FFF2-40B4-BE49-F238E27FC236}">
                <a16:creationId xmlns:a16="http://schemas.microsoft.com/office/drawing/2014/main" id="{8B4F2F9F-A762-4814-9C8C-D60CD9402F3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79" name="Line 22">
            <a:extLst>
              <a:ext uri="{FF2B5EF4-FFF2-40B4-BE49-F238E27FC236}">
                <a16:creationId xmlns:a16="http://schemas.microsoft.com/office/drawing/2014/main" id="{E3E11FD3-1297-42CD-86BA-00E7BAEBFC6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80" name="Line 23">
            <a:extLst>
              <a:ext uri="{FF2B5EF4-FFF2-40B4-BE49-F238E27FC236}">
                <a16:creationId xmlns:a16="http://schemas.microsoft.com/office/drawing/2014/main" id="{8608E157-22EC-48A3-A009-E98EA3CD963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81" name="Line 24">
            <a:extLst>
              <a:ext uri="{FF2B5EF4-FFF2-40B4-BE49-F238E27FC236}">
                <a16:creationId xmlns:a16="http://schemas.microsoft.com/office/drawing/2014/main" id="{31D072A9-9637-4464-A587-E4B14E9C2E3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82" name="Line 25">
            <a:extLst>
              <a:ext uri="{FF2B5EF4-FFF2-40B4-BE49-F238E27FC236}">
                <a16:creationId xmlns:a16="http://schemas.microsoft.com/office/drawing/2014/main" id="{61B1C1C4-C0CC-4EA2-BDFD-4FC0FF37694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83" name="Line 26">
            <a:extLst>
              <a:ext uri="{FF2B5EF4-FFF2-40B4-BE49-F238E27FC236}">
                <a16:creationId xmlns:a16="http://schemas.microsoft.com/office/drawing/2014/main" id="{D96A8D8E-3ECC-474C-BB04-EE146D456ED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84" name="Text Box 27">
            <a:extLst>
              <a:ext uri="{FF2B5EF4-FFF2-40B4-BE49-F238E27FC236}">
                <a16:creationId xmlns:a16="http://schemas.microsoft.com/office/drawing/2014/main" id="{0CE8913D-264B-4B88-B66C-1B50D32DA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19485" name="Text Box 28">
            <a:extLst>
              <a:ext uri="{FF2B5EF4-FFF2-40B4-BE49-F238E27FC236}">
                <a16:creationId xmlns:a16="http://schemas.microsoft.com/office/drawing/2014/main" id="{3C2E324A-A47E-431F-9CA1-10FB2BF89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19486" name="Text Box 29">
            <a:extLst>
              <a:ext uri="{FF2B5EF4-FFF2-40B4-BE49-F238E27FC236}">
                <a16:creationId xmlns:a16="http://schemas.microsoft.com/office/drawing/2014/main" id="{71DFD482-EEB6-457B-ADC7-2291CE932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19487" name="Text Box 30">
            <a:extLst>
              <a:ext uri="{FF2B5EF4-FFF2-40B4-BE49-F238E27FC236}">
                <a16:creationId xmlns:a16="http://schemas.microsoft.com/office/drawing/2014/main" id="{94BA183F-6A42-41ED-B427-BC9C4630D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19488" name="Text Box 31">
            <a:extLst>
              <a:ext uri="{FF2B5EF4-FFF2-40B4-BE49-F238E27FC236}">
                <a16:creationId xmlns:a16="http://schemas.microsoft.com/office/drawing/2014/main" id="{5F87D52E-D73C-4EAF-80E3-F96A2E9C5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19489" name="Text Box 32">
            <a:extLst>
              <a:ext uri="{FF2B5EF4-FFF2-40B4-BE49-F238E27FC236}">
                <a16:creationId xmlns:a16="http://schemas.microsoft.com/office/drawing/2014/main" id="{D973D621-A2C4-4D9A-9CA9-93563E75F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19490" name="Text Box 33">
            <a:extLst>
              <a:ext uri="{FF2B5EF4-FFF2-40B4-BE49-F238E27FC236}">
                <a16:creationId xmlns:a16="http://schemas.microsoft.com/office/drawing/2014/main" id="{CCAC1CB7-C03F-4CA6-A82A-7838A450C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19491" name="Text Box 34">
            <a:extLst>
              <a:ext uri="{FF2B5EF4-FFF2-40B4-BE49-F238E27FC236}">
                <a16:creationId xmlns:a16="http://schemas.microsoft.com/office/drawing/2014/main" id="{57154721-8DB3-4EEE-B417-633FBB272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19492" name="Text Box 35">
            <a:extLst>
              <a:ext uri="{FF2B5EF4-FFF2-40B4-BE49-F238E27FC236}">
                <a16:creationId xmlns:a16="http://schemas.microsoft.com/office/drawing/2014/main" id="{1E759D1A-1E37-4B69-A6DB-C434910E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19493" name="Text Box 36">
            <a:extLst>
              <a:ext uri="{FF2B5EF4-FFF2-40B4-BE49-F238E27FC236}">
                <a16:creationId xmlns:a16="http://schemas.microsoft.com/office/drawing/2014/main" id="{9095B8E0-692B-455A-8966-63CF99F77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19494" name="Text Box 37">
            <a:extLst>
              <a:ext uri="{FF2B5EF4-FFF2-40B4-BE49-F238E27FC236}">
                <a16:creationId xmlns:a16="http://schemas.microsoft.com/office/drawing/2014/main" id="{DCD511CE-5579-4785-827C-172BA9CAA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19495" name="Rectangle 38">
            <a:extLst>
              <a:ext uri="{FF2B5EF4-FFF2-40B4-BE49-F238E27FC236}">
                <a16:creationId xmlns:a16="http://schemas.microsoft.com/office/drawing/2014/main" id="{90B34B6A-BF86-473B-B4C7-F33018C88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19496" name="Line 39">
            <a:extLst>
              <a:ext uri="{FF2B5EF4-FFF2-40B4-BE49-F238E27FC236}">
                <a16:creationId xmlns:a16="http://schemas.microsoft.com/office/drawing/2014/main" id="{5500616B-6A9F-475B-8E5B-D0EC34487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9497" name="Text Box 40">
            <a:extLst>
              <a:ext uri="{FF2B5EF4-FFF2-40B4-BE49-F238E27FC236}">
                <a16:creationId xmlns:a16="http://schemas.microsoft.com/office/drawing/2014/main" id="{49AE6C39-DED0-46ED-935E-5F906C87C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19498" name="Text Box 41">
            <a:extLst>
              <a:ext uri="{FF2B5EF4-FFF2-40B4-BE49-F238E27FC236}">
                <a16:creationId xmlns:a16="http://schemas.microsoft.com/office/drawing/2014/main" id="{7156549C-49BB-4023-8E40-4EBFB3BE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19499" name="Group 42">
            <a:extLst>
              <a:ext uri="{FF2B5EF4-FFF2-40B4-BE49-F238E27FC236}">
                <a16:creationId xmlns:a16="http://schemas.microsoft.com/office/drawing/2014/main" id="{1EC776B7-FE62-4692-9F96-7A464A5FCAE7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19512" name="Line 43">
              <a:extLst>
                <a:ext uri="{FF2B5EF4-FFF2-40B4-BE49-F238E27FC236}">
                  <a16:creationId xmlns:a16="http://schemas.microsoft.com/office/drawing/2014/main" id="{5768F667-127F-4C1E-ADA1-78EE86BE50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3" name="Line 44">
              <a:extLst>
                <a:ext uri="{FF2B5EF4-FFF2-40B4-BE49-F238E27FC236}">
                  <a16:creationId xmlns:a16="http://schemas.microsoft.com/office/drawing/2014/main" id="{E27E5863-98FE-4385-B759-8943CBA2AC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4" name="Line 45">
              <a:extLst>
                <a:ext uri="{FF2B5EF4-FFF2-40B4-BE49-F238E27FC236}">
                  <a16:creationId xmlns:a16="http://schemas.microsoft.com/office/drawing/2014/main" id="{85DFF983-DA1A-4FF3-A318-EDF9E4A33E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5" name="Line 46">
              <a:extLst>
                <a:ext uri="{FF2B5EF4-FFF2-40B4-BE49-F238E27FC236}">
                  <a16:creationId xmlns:a16="http://schemas.microsoft.com/office/drawing/2014/main" id="{E7566D6E-9C2A-4A0F-B2DF-7DC3475DD8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6" name="Line 47">
              <a:extLst>
                <a:ext uri="{FF2B5EF4-FFF2-40B4-BE49-F238E27FC236}">
                  <a16:creationId xmlns:a16="http://schemas.microsoft.com/office/drawing/2014/main" id="{025413D6-D165-46A2-B4D3-B48740D0E1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7" name="Line 48">
              <a:extLst>
                <a:ext uri="{FF2B5EF4-FFF2-40B4-BE49-F238E27FC236}">
                  <a16:creationId xmlns:a16="http://schemas.microsoft.com/office/drawing/2014/main" id="{55FE8C06-3817-49F7-AD34-EFF34B5AAB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8" name="Line 49">
              <a:extLst>
                <a:ext uri="{FF2B5EF4-FFF2-40B4-BE49-F238E27FC236}">
                  <a16:creationId xmlns:a16="http://schemas.microsoft.com/office/drawing/2014/main" id="{1CD1019E-D7B7-4471-B1E5-E186FF321C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19" name="Line 50">
              <a:extLst>
                <a:ext uri="{FF2B5EF4-FFF2-40B4-BE49-F238E27FC236}">
                  <a16:creationId xmlns:a16="http://schemas.microsoft.com/office/drawing/2014/main" id="{603FFFB7-8A80-45AB-8C02-E3360BF2BF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20" name="Line 51">
              <a:extLst>
                <a:ext uri="{FF2B5EF4-FFF2-40B4-BE49-F238E27FC236}">
                  <a16:creationId xmlns:a16="http://schemas.microsoft.com/office/drawing/2014/main" id="{50B03AE4-B9F2-4ABB-8255-7F328D1303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21" name="Line 52">
              <a:extLst>
                <a:ext uri="{FF2B5EF4-FFF2-40B4-BE49-F238E27FC236}">
                  <a16:creationId xmlns:a16="http://schemas.microsoft.com/office/drawing/2014/main" id="{0FE38455-D277-4B55-B26E-E0B48C2323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22" name="Line 53">
              <a:extLst>
                <a:ext uri="{FF2B5EF4-FFF2-40B4-BE49-F238E27FC236}">
                  <a16:creationId xmlns:a16="http://schemas.microsoft.com/office/drawing/2014/main" id="{99115612-CC1F-48EC-B2F7-06041892EC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9523" name="Line 54">
              <a:extLst>
                <a:ext uri="{FF2B5EF4-FFF2-40B4-BE49-F238E27FC236}">
                  <a16:creationId xmlns:a16="http://schemas.microsoft.com/office/drawing/2014/main" id="{07208A97-387A-4D0C-8101-915ED4715A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19500" name="Text Box 55">
            <a:extLst>
              <a:ext uri="{FF2B5EF4-FFF2-40B4-BE49-F238E27FC236}">
                <a16:creationId xmlns:a16="http://schemas.microsoft.com/office/drawing/2014/main" id="{23485550-FCB6-4E09-A26C-C3FDDDBA6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19501" name="Text Box 56">
            <a:extLst>
              <a:ext uri="{FF2B5EF4-FFF2-40B4-BE49-F238E27FC236}">
                <a16:creationId xmlns:a16="http://schemas.microsoft.com/office/drawing/2014/main" id="{FB1C4ED3-1CFD-418D-A7B1-B24890919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19502" name="Text Box 57">
            <a:extLst>
              <a:ext uri="{FF2B5EF4-FFF2-40B4-BE49-F238E27FC236}">
                <a16:creationId xmlns:a16="http://schemas.microsoft.com/office/drawing/2014/main" id="{04F42358-BE5C-4F10-8375-A646D6CB6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19503" name="Text Box 58">
            <a:extLst>
              <a:ext uri="{FF2B5EF4-FFF2-40B4-BE49-F238E27FC236}">
                <a16:creationId xmlns:a16="http://schemas.microsoft.com/office/drawing/2014/main" id="{A8FFEC87-3762-45A4-8463-86BF646AC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19504" name="Text Box 59">
            <a:extLst>
              <a:ext uri="{FF2B5EF4-FFF2-40B4-BE49-F238E27FC236}">
                <a16:creationId xmlns:a16="http://schemas.microsoft.com/office/drawing/2014/main" id="{51BFF673-B4CC-432A-932F-E4ECF376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19505" name="Text Box 60">
            <a:extLst>
              <a:ext uri="{FF2B5EF4-FFF2-40B4-BE49-F238E27FC236}">
                <a16:creationId xmlns:a16="http://schemas.microsoft.com/office/drawing/2014/main" id="{A72EB2BE-133F-4FC9-AAE0-A69B9EE81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19506" name="Text Box 61">
            <a:extLst>
              <a:ext uri="{FF2B5EF4-FFF2-40B4-BE49-F238E27FC236}">
                <a16:creationId xmlns:a16="http://schemas.microsoft.com/office/drawing/2014/main" id="{2829ED3C-A741-486E-AB0B-29F7DA2D2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19507" name="Text Box 62">
            <a:extLst>
              <a:ext uri="{FF2B5EF4-FFF2-40B4-BE49-F238E27FC236}">
                <a16:creationId xmlns:a16="http://schemas.microsoft.com/office/drawing/2014/main" id="{F9619311-D14F-4E03-A176-14E98996E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19508" name="Text Box 63">
            <a:extLst>
              <a:ext uri="{FF2B5EF4-FFF2-40B4-BE49-F238E27FC236}">
                <a16:creationId xmlns:a16="http://schemas.microsoft.com/office/drawing/2014/main" id="{B58EF866-2448-4BC5-9705-7CE1BDB05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19509" name="Text Box 64">
            <a:extLst>
              <a:ext uri="{FF2B5EF4-FFF2-40B4-BE49-F238E27FC236}">
                <a16:creationId xmlns:a16="http://schemas.microsoft.com/office/drawing/2014/main" id="{7E67293D-C9C5-423F-A902-43BD0B471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19510" name="Text Box 65">
            <a:extLst>
              <a:ext uri="{FF2B5EF4-FFF2-40B4-BE49-F238E27FC236}">
                <a16:creationId xmlns:a16="http://schemas.microsoft.com/office/drawing/2014/main" id="{728626E1-F20F-4276-A50A-CC0677F80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19511" name="Line 66">
            <a:extLst>
              <a:ext uri="{FF2B5EF4-FFF2-40B4-BE49-F238E27FC236}">
                <a16:creationId xmlns:a16="http://schemas.microsoft.com/office/drawing/2014/main" id="{364E76DF-E26E-431F-8BFA-FE51C3F8A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379B2069-DBBE-4BE9-84D1-A34EF18E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8905BDE-65DD-4F41-9F32-6A085CAD0A03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1507" name="Line 3">
            <a:extLst>
              <a:ext uri="{FF2B5EF4-FFF2-40B4-BE49-F238E27FC236}">
                <a16:creationId xmlns:a16="http://schemas.microsoft.com/office/drawing/2014/main" id="{A5C4B881-3630-4DDB-9F61-3CD6E6100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DC86E26E-2DE7-4FC3-939E-88CE2C386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D503CD8D-696D-4BF2-86FB-D8EA0646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2353AB18-FAD1-4BF7-B9E8-4A3DD2DE72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11" name="Text Box 7">
            <a:extLst>
              <a:ext uri="{FF2B5EF4-FFF2-40B4-BE49-F238E27FC236}">
                <a16:creationId xmlns:a16="http://schemas.microsoft.com/office/drawing/2014/main" id="{965B6A62-F9C2-4707-83BE-4E1F40F54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B1E256F2-AFC5-4D71-B6A6-BA16DA76C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B9D5CA4F-B325-472E-A53A-26A120215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60FBAD07-9039-467C-A69B-AFAFF01BA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3B68B5B5-1A83-4519-BA13-BD7CB4EAF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3FF05990-9412-4210-AC5D-B216614F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E18D13E2-153A-4E29-A011-BFE01D968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27451E2E-8009-4EB4-B230-4B0771C95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6E9F4E65-6740-414F-B1DC-EBF3B01E3B2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0" name="Line 16">
            <a:extLst>
              <a:ext uri="{FF2B5EF4-FFF2-40B4-BE49-F238E27FC236}">
                <a16:creationId xmlns:a16="http://schemas.microsoft.com/office/drawing/2014/main" id="{99924F00-7145-44DD-AE20-E86D9906CA0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725694C1-FDB6-4A7D-AF17-77D08F89DE6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2" name="Line 18">
            <a:extLst>
              <a:ext uri="{FF2B5EF4-FFF2-40B4-BE49-F238E27FC236}">
                <a16:creationId xmlns:a16="http://schemas.microsoft.com/office/drawing/2014/main" id="{B87DD83D-B4D9-4668-AB73-0CE85F76C97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3" name="Line 19">
            <a:extLst>
              <a:ext uri="{FF2B5EF4-FFF2-40B4-BE49-F238E27FC236}">
                <a16:creationId xmlns:a16="http://schemas.microsoft.com/office/drawing/2014/main" id="{7258F9EE-C0CF-44E2-9833-060DCF8477D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4" name="Line 20">
            <a:extLst>
              <a:ext uri="{FF2B5EF4-FFF2-40B4-BE49-F238E27FC236}">
                <a16:creationId xmlns:a16="http://schemas.microsoft.com/office/drawing/2014/main" id="{257DEDA0-EFB6-4731-82FD-6AC7657BD7D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5" name="Line 21">
            <a:extLst>
              <a:ext uri="{FF2B5EF4-FFF2-40B4-BE49-F238E27FC236}">
                <a16:creationId xmlns:a16="http://schemas.microsoft.com/office/drawing/2014/main" id="{32C10C71-7D6F-4AC7-8873-E22F6ECFBB4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6" name="Line 22">
            <a:extLst>
              <a:ext uri="{FF2B5EF4-FFF2-40B4-BE49-F238E27FC236}">
                <a16:creationId xmlns:a16="http://schemas.microsoft.com/office/drawing/2014/main" id="{A7B55627-9BA4-4DF1-A2DB-AB36427FB23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7" name="Line 23">
            <a:extLst>
              <a:ext uri="{FF2B5EF4-FFF2-40B4-BE49-F238E27FC236}">
                <a16:creationId xmlns:a16="http://schemas.microsoft.com/office/drawing/2014/main" id="{A42945D2-2367-4042-A4BA-DF7915A2AC0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8" name="Line 24">
            <a:extLst>
              <a:ext uri="{FF2B5EF4-FFF2-40B4-BE49-F238E27FC236}">
                <a16:creationId xmlns:a16="http://schemas.microsoft.com/office/drawing/2014/main" id="{F8392984-E546-48C0-8D77-AE41C4CF54F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29" name="Line 25">
            <a:extLst>
              <a:ext uri="{FF2B5EF4-FFF2-40B4-BE49-F238E27FC236}">
                <a16:creationId xmlns:a16="http://schemas.microsoft.com/office/drawing/2014/main" id="{8BFDD24D-1F76-47D4-A21F-7A51D337D7C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30" name="Line 26">
            <a:extLst>
              <a:ext uri="{FF2B5EF4-FFF2-40B4-BE49-F238E27FC236}">
                <a16:creationId xmlns:a16="http://schemas.microsoft.com/office/drawing/2014/main" id="{61E9AAD9-7078-484D-83A7-44829CDD5A0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31" name="Text Box 27">
            <a:extLst>
              <a:ext uri="{FF2B5EF4-FFF2-40B4-BE49-F238E27FC236}">
                <a16:creationId xmlns:a16="http://schemas.microsoft.com/office/drawing/2014/main" id="{601A8CB5-5261-4D64-AFCA-BC4F6D60B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FE4A38EE-F537-49AB-A086-747C87F06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B56323C4-9949-47AD-B107-367A799C9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1534" name="Text Box 30">
            <a:extLst>
              <a:ext uri="{FF2B5EF4-FFF2-40B4-BE49-F238E27FC236}">
                <a16:creationId xmlns:a16="http://schemas.microsoft.com/office/drawing/2014/main" id="{FD735C5B-216A-4F2B-9C64-06A3EAB69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9326AB77-8313-4968-A1B3-185F25D8E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CF022CF6-96E1-4AE2-B0D8-0D2C6BC6F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1537" name="Text Box 33">
            <a:extLst>
              <a:ext uri="{FF2B5EF4-FFF2-40B4-BE49-F238E27FC236}">
                <a16:creationId xmlns:a16="http://schemas.microsoft.com/office/drawing/2014/main" id="{F4E47762-85C9-44AA-90D6-0FCE3CE22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1538" name="Text Box 34">
            <a:extLst>
              <a:ext uri="{FF2B5EF4-FFF2-40B4-BE49-F238E27FC236}">
                <a16:creationId xmlns:a16="http://schemas.microsoft.com/office/drawing/2014/main" id="{BECB2FEE-251D-460F-9442-F84CD4408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1539" name="Text Box 35">
            <a:extLst>
              <a:ext uri="{FF2B5EF4-FFF2-40B4-BE49-F238E27FC236}">
                <a16:creationId xmlns:a16="http://schemas.microsoft.com/office/drawing/2014/main" id="{DE74A7E8-A3B6-4CAC-89A0-6C190DAE7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1540" name="Text Box 36">
            <a:extLst>
              <a:ext uri="{FF2B5EF4-FFF2-40B4-BE49-F238E27FC236}">
                <a16:creationId xmlns:a16="http://schemas.microsoft.com/office/drawing/2014/main" id="{FFF943D6-C10A-4D19-8145-80F340DB3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1541" name="Text Box 37">
            <a:extLst>
              <a:ext uri="{FF2B5EF4-FFF2-40B4-BE49-F238E27FC236}">
                <a16:creationId xmlns:a16="http://schemas.microsoft.com/office/drawing/2014/main" id="{8C748B16-056F-4215-BCB3-BD234ED90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4C1467AE-84D7-4504-A92C-16E45ED19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21543" name="Line 39">
            <a:extLst>
              <a:ext uri="{FF2B5EF4-FFF2-40B4-BE49-F238E27FC236}">
                <a16:creationId xmlns:a16="http://schemas.microsoft.com/office/drawing/2014/main" id="{4238D617-2CE7-4CAA-9B46-14A807B5A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44" name="Text Box 40">
            <a:extLst>
              <a:ext uri="{FF2B5EF4-FFF2-40B4-BE49-F238E27FC236}">
                <a16:creationId xmlns:a16="http://schemas.microsoft.com/office/drawing/2014/main" id="{8ACF4511-AC5E-4CFB-BF73-9719A28EF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1545" name="Text Box 41">
            <a:extLst>
              <a:ext uri="{FF2B5EF4-FFF2-40B4-BE49-F238E27FC236}">
                <a16:creationId xmlns:a16="http://schemas.microsoft.com/office/drawing/2014/main" id="{AAF7E96A-EFB5-47A0-85A4-CFC3D813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21546" name="Group 42">
            <a:extLst>
              <a:ext uri="{FF2B5EF4-FFF2-40B4-BE49-F238E27FC236}">
                <a16:creationId xmlns:a16="http://schemas.microsoft.com/office/drawing/2014/main" id="{48368DF5-58D6-4D96-8067-63BF4E6C3B65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21562" name="Line 43">
              <a:extLst>
                <a:ext uri="{FF2B5EF4-FFF2-40B4-BE49-F238E27FC236}">
                  <a16:creationId xmlns:a16="http://schemas.microsoft.com/office/drawing/2014/main" id="{9D84AC30-D001-49BC-AAE4-EA4D35B677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3" name="Line 44">
              <a:extLst>
                <a:ext uri="{FF2B5EF4-FFF2-40B4-BE49-F238E27FC236}">
                  <a16:creationId xmlns:a16="http://schemas.microsoft.com/office/drawing/2014/main" id="{BA8732EB-0AE8-4142-857A-73D401D705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4" name="Line 45">
              <a:extLst>
                <a:ext uri="{FF2B5EF4-FFF2-40B4-BE49-F238E27FC236}">
                  <a16:creationId xmlns:a16="http://schemas.microsoft.com/office/drawing/2014/main" id="{EC5C5179-02BF-449A-98D9-888E8C065B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5" name="Line 46">
              <a:extLst>
                <a:ext uri="{FF2B5EF4-FFF2-40B4-BE49-F238E27FC236}">
                  <a16:creationId xmlns:a16="http://schemas.microsoft.com/office/drawing/2014/main" id="{09182EF7-CE76-4E41-AF00-316F21CAB9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6" name="Line 47">
              <a:extLst>
                <a:ext uri="{FF2B5EF4-FFF2-40B4-BE49-F238E27FC236}">
                  <a16:creationId xmlns:a16="http://schemas.microsoft.com/office/drawing/2014/main" id="{5F7559EE-FCC0-4A0B-BA47-1FE32C1D8E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7" name="Line 48">
              <a:extLst>
                <a:ext uri="{FF2B5EF4-FFF2-40B4-BE49-F238E27FC236}">
                  <a16:creationId xmlns:a16="http://schemas.microsoft.com/office/drawing/2014/main" id="{EBE2DB1B-90E4-45E3-B4A8-5495C36A47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8" name="Line 49">
              <a:extLst>
                <a:ext uri="{FF2B5EF4-FFF2-40B4-BE49-F238E27FC236}">
                  <a16:creationId xmlns:a16="http://schemas.microsoft.com/office/drawing/2014/main" id="{58D0FD57-8554-4413-B20E-D42FF4F45E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69" name="Line 50">
              <a:extLst>
                <a:ext uri="{FF2B5EF4-FFF2-40B4-BE49-F238E27FC236}">
                  <a16:creationId xmlns:a16="http://schemas.microsoft.com/office/drawing/2014/main" id="{813865BB-1256-4F54-87FA-2249374400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70" name="Line 51">
              <a:extLst>
                <a:ext uri="{FF2B5EF4-FFF2-40B4-BE49-F238E27FC236}">
                  <a16:creationId xmlns:a16="http://schemas.microsoft.com/office/drawing/2014/main" id="{445C2E13-A994-4974-917A-06C2E34B84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71" name="Line 52">
              <a:extLst>
                <a:ext uri="{FF2B5EF4-FFF2-40B4-BE49-F238E27FC236}">
                  <a16:creationId xmlns:a16="http://schemas.microsoft.com/office/drawing/2014/main" id="{DA6F7A37-5A1C-488F-9B73-95080D598C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DE56314E-B037-4712-92F4-981FDB477C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1573" name="Line 54">
              <a:extLst>
                <a:ext uri="{FF2B5EF4-FFF2-40B4-BE49-F238E27FC236}">
                  <a16:creationId xmlns:a16="http://schemas.microsoft.com/office/drawing/2014/main" id="{57C0C76A-CF04-4FA4-88C9-1F60EB3022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1547" name="Text Box 55">
            <a:extLst>
              <a:ext uri="{FF2B5EF4-FFF2-40B4-BE49-F238E27FC236}">
                <a16:creationId xmlns:a16="http://schemas.microsoft.com/office/drawing/2014/main" id="{475F187C-4244-45B1-8912-B5BBF5E90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1548" name="Text Box 56">
            <a:extLst>
              <a:ext uri="{FF2B5EF4-FFF2-40B4-BE49-F238E27FC236}">
                <a16:creationId xmlns:a16="http://schemas.microsoft.com/office/drawing/2014/main" id="{80792D33-A66A-43A1-9F23-D368C0E06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1549" name="Text Box 57">
            <a:extLst>
              <a:ext uri="{FF2B5EF4-FFF2-40B4-BE49-F238E27FC236}">
                <a16:creationId xmlns:a16="http://schemas.microsoft.com/office/drawing/2014/main" id="{9502EB7A-8877-4A64-AB9A-A4B30B0CB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1550" name="Text Box 58">
            <a:extLst>
              <a:ext uri="{FF2B5EF4-FFF2-40B4-BE49-F238E27FC236}">
                <a16:creationId xmlns:a16="http://schemas.microsoft.com/office/drawing/2014/main" id="{8BB17AD0-0452-4489-ACAD-CC418BCE9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1551" name="Text Box 59">
            <a:extLst>
              <a:ext uri="{FF2B5EF4-FFF2-40B4-BE49-F238E27FC236}">
                <a16:creationId xmlns:a16="http://schemas.microsoft.com/office/drawing/2014/main" id="{9BCA8BD6-BD7F-4AE5-AE1B-DBE860C8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1552" name="Text Box 60">
            <a:extLst>
              <a:ext uri="{FF2B5EF4-FFF2-40B4-BE49-F238E27FC236}">
                <a16:creationId xmlns:a16="http://schemas.microsoft.com/office/drawing/2014/main" id="{8D36BA50-02B7-466E-A81D-23F320B4B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1553" name="Text Box 61">
            <a:extLst>
              <a:ext uri="{FF2B5EF4-FFF2-40B4-BE49-F238E27FC236}">
                <a16:creationId xmlns:a16="http://schemas.microsoft.com/office/drawing/2014/main" id="{7D5D02AA-1A29-4704-A1B6-B746B4F17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1554" name="Text Box 62">
            <a:extLst>
              <a:ext uri="{FF2B5EF4-FFF2-40B4-BE49-F238E27FC236}">
                <a16:creationId xmlns:a16="http://schemas.microsoft.com/office/drawing/2014/main" id="{8B8E3740-9134-40B5-B5A4-4C5E65AC9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1555" name="Text Box 63">
            <a:extLst>
              <a:ext uri="{FF2B5EF4-FFF2-40B4-BE49-F238E27FC236}">
                <a16:creationId xmlns:a16="http://schemas.microsoft.com/office/drawing/2014/main" id="{CDD7A66D-4D2B-439E-B7AA-49DCF945B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1556" name="Text Box 64">
            <a:extLst>
              <a:ext uri="{FF2B5EF4-FFF2-40B4-BE49-F238E27FC236}">
                <a16:creationId xmlns:a16="http://schemas.microsoft.com/office/drawing/2014/main" id="{96B74922-F887-4EB9-93CD-91964736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1557" name="Text Box 65">
            <a:extLst>
              <a:ext uri="{FF2B5EF4-FFF2-40B4-BE49-F238E27FC236}">
                <a16:creationId xmlns:a16="http://schemas.microsoft.com/office/drawing/2014/main" id="{AD18D744-5257-4486-9C20-8FED9971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1558" name="Line 66">
            <a:extLst>
              <a:ext uri="{FF2B5EF4-FFF2-40B4-BE49-F238E27FC236}">
                <a16:creationId xmlns:a16="http://schemas.microsoft.com/office/drawing/2014/main" id="{4FE01CA1-563A-4300-8C32-FAA60B33C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1559" name="AutoShape 67">
            <a:extLst>
              <a:ext uri="{FF2B5EF4-FFF2-40B4-BE49-F238E27FC236}">
                <a16:creationId xmlns:a16="http://schemas.microsoft.com/office/drawing/2014/main" id="{BD83B9FB-F90B-4411-AA70-CC9312049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144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C1B8A335-639B-4214-9047-C2D2DA2E6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21561" name="Rectangle 69">
            <a:extLst>
              <a:ext uri="{FF2B5EF4-FFF2-40B4-BE49-F238E27FC236}">
                <a16:creationId xmlns:a16="http://schemas.microsoft.com/office/drawing/2014/main" id="{CDC6F71A-D616-4511-9AC5-1EA766280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72D1D045-CDA7-4749-BBCE-94142DDD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506BB2C-86C8-42C5-A746-DFF3B0DD9E8D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03D90724-7CA3-42AD-9F5C-A77D52FA9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272E18E7-EC31-4CE3-A3A8-E299CE9D2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EA2B950A-2D22-4B04-A616-E90020B6A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23558" name="Line 6">
            <a:extLst>
              <a:ext uri="{FF2B5EF4-FFF2-40B4-BE49-F238E27FC236}">
                <a16:creationId xmlns:a16="http://schemas.microsoft.com/office/drawing/2014/main" id="{AC9DFF1F-FF7E-4C9A-AD80-FAD3C8E64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7383F9B8-CBD9-4799-BB81-693C24392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CA4058C9-4394-4450-BA5F-1510F0888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5DFCC25E-1152-4977-A869-1BBEC3BD4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DB940F6B-9F13-4E18-8287-93F2C9A2F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ADEADFF8-925D-4DAF-8D8C-211BE1A1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99E73DDF-E446-4ED2-BD20-75C1516E0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3E93BEE1-DC71-4A80-9EBD-F690FA4D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4D54E7F5-6A35-49EA-BAA5-2631FA16F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23567" name="Line 15">
            <a:extLst>
              <a:ext uri="{FF2B5EF4-FFF2-40B4-BE49-F238E27FC236}">
                <a16:creationId xmlns:a16="http://schemas.microsoft.com/office/drawing/2014/main" id="{496164C7-4D69-4D21-8F86-C88A57775D9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68" name="Line 16">
            <a:extLst>
              <a:ext uri="{FF2B5EF4-FFF2-40B4-BE49-F238E27FC236}">
                <a16:creationId xmlns:a16="http://schemas.microsoft.com/office/drawing/2014/main" id="{231058DA-E5E4-488D-8D36-5A8DEDB42EB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1C85B807-3A84-48CC-9954-6D23FD4202A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0" name="Line 18">
            <a:extLst>
              <a:ext uri="{FF2B5EF4-FFF2-40B4-BE49-F238E27FC236}">
                <a16:creationId xmlns:a16="http://schemas.microsoft.com/office/drawing/2014/main" id="{98E70EA2-09D2-4FB3-85FF-DE835C9682D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801DCCF3-C2F8-471A-A55C-148C8A10424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60C08A0B-4354-44F0-8B17-90CB5D7C334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3" name="Line 21">
            <a:extLst>
              <a:ext uri="{FF2B5EF4-FFF2-40B4-BE49-F238E27FC236}">
                <a16:creationId xmlns:a16="http://schemas.microsoft.com/office/drawing/2014/main" id="{8F8D31D0-9439-481E-ADE4-2DA5E696939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4" name="Line 22">
            <a:extLst>
              <a:ext uri="{FF2B5EF4-FFF2-40B4-BE49-F238E27FC236}">
                <a16:creationId xmlns:a16="http://schemas.microsoft.com/office/drawing/2014/main" id="{CEF3DBBC-9508-4239-894B-56A093920C1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D3647DC7-3D97-4766-AE29-991C7E1B2DF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6" name="Line 24">
            <a:extLst>
              <a:ext uri="{FF2B5EF4-FFF2-40B4-BE49-F238E27FC236}">
                <a16:creationId xmlns:a16="http://schemas.microsoft.com/office/drawing/2014/main" id="{0401B6C0-F3A4-4F2B-A196-754461DE412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7" name="Line 25">
            <a:extLst>
              <a:ext uri="{FF2B5EF4-FFF2-40B4-BE49-F238E27FC236}">
                <a16:creationId xmlns:a16="http://schemas.microsoft.com/office/drawing/2014/main" id="{5C0EAA5B-5B15-4A49-9C43-3C014CBC4C7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8" name="Line 26">
            <a:extLst>
              <a:ext uri="{FF2B5EF4-FFF2-40B4-BE49-F238E27FC236}">
                <a16:creationId xmlns:a16="http://schemas.microsoft.com/office/drawing/2014/main" id="{E1F45956-D5F5-4DBD-BAC0-1FC3360753B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79" name="Text Box 27">
            <a:extLst>
              <a:ext uri="{FF2B5EF4-FFF2-40B4-BE49-F238E27FC236}">
                <a16:creationId xmlns:a16="http://schemas.microsoft.com/office/drawing/2014/main" id="{38D7F9E3-9E17-4A2B-8EF7-4DB4E135E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3580" name="Text Box 28">
            <a:extLst>
              <a:ext uri="{FF2B5EF4-FFF2-40B4-BE49-F238E27FC236}">
                <a16:creationId xmlns:a16="http://schemas.microsoft.com/office/drawing/2014/main" id="{7EE236E1-974E-4A41-8319-BB2E136AF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3581" name="Text Box 29">
            <a:extLst>
              <a:ext uri="{FF2B5EF4-FFF2-40B4-BE49-F238E27FC236}">
                <a16:creationId xmlns:a16="http://schemas.microsoft.com/office/drawing/2014/main" id="{580CD67F-9BE4-4D2A-B33E-C83820631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1FB366C8-BDC9-4390-8DEC-D230182BE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3583" name="Text Box 31">
            <a:extLst>
              <a:ext uri="{FF2B5EF4-FFF2-40B4-BE49-F238E27FC236}">
                <a16:creationId xmlns:a16="http://schemas.microsoft.com/office/drawing/2014/main" id="{E573A191-97DB-4DB0-8C21-3A19797F8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3584" name="Text Box 32">
            <a:extLst>
              <a:ext uri="{FF2B5EF4-FFF2-40B4-BE49-F238E27FC236}">
                <a16:creationId xmlns:a16="http://schemas.microsoft.com/office/drawing/2014/main" id="{92C86133-1B56-409F-B338-3FAAA93ED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3585" name="Text Box 33">
            <a:extLst>
              <a:ext uri="{FF2B5EF4-FFF2-40B4-BE49-F238E27FC236}">
                <a16:creationId xmlns:a16="http://schemas.microsoft.com/office/drawing/2014/main" id="{5E5B3352-6357-4F80-95F9-8F6DAFBEF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3586" name="Text Box 34">
            <a:extLst>
              <a:ext uri="{FF2B5EF4-FFF2-40B4-BE49-F238E27FC236}">
                <a16:creationId xmlns:a16="http://schemas.microsoft.com/office/drawing/2014/main" id="{39EA7311-DD30-4E99-B307-283924377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3587" name="Text Box 35">
            <a:extLst>
              <a:ext uri="{FF2B5EF4-FFF2-40B4-BE49-F238E27FC236}">
                <a16:creationId xmlns:a16="http://schemas.microsoft.com/office/drawing/2014/main" id="{FFF33B78-A77E-4824-B0BB-E607CEFF9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3588" name="Text Box 36">
            <a:extLst>
              <a:ext uri="{FF2B5EF4-FFF2-40B4-BE49-F238E27FC236}">
                <a16:creationId xmlns:a16="http://schemas.microsoft.com/office/drawing/2014/main" id="{38518DA7-7167-476C-8F0C-65E1DB5D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3589" name="Text Box 37">
            <a:extLst>
              <a:ext uri="{FF2B5EF4-FFF2-40B4-BE49-F238E27FC236}">
                <a16:creationId xmlns:a16="http://schemas.microsoft.com/office/drawing/2014/main" id="{C69B81F6-9519-4DB1-8107-AA151BB6E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3590" name="Rectangle 38">
            <a:extLst>
              <a:ext uri="{FF2B5EF4-FFF2-40B4-BE49-F238E27FC236}">
                <a16:creationId xmlns:a16="http://schemas.microsoft.com/office/drawing/2014/main" id="{FBF2B07A-FAC8-4F49-B1F3-D34B454B4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23591" name="Line 39">
            <a:extLst>
              <a:ext uri="{FF2B5EF4-FFF2-40B4-BE49-F238E27FC236}">
                <a16:creationId xmlns:a16="http://schemas.microsoft.com/office/drawing/2014/main" id="{8F8122FD-A209-4A8C-8F42-20D7F00BF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592" name="Text Box 40">
            <a:extLst>
              <a:ext uri="{FF2B5EF4-FFF2-40B4-BE49-F238E27FC236}">
                <a16:creationId xmlns:a16="http://schemas.microsoft.com/office/drawing/2014/main" id="{BF18E982-A40B-44EB-8293-07BB8A7B2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3593" name="Text Box 41">
            <a:extLst>
              <a:ext uri="{FF2B5EF4-FFF2-40B4-BE49-F238E27FC236}">
                <a16:creationId xmlns:a16="http://schemas.microsoft.com/office/drawing/2014/main" id="{1235B78D-5107-4F83-AF0F-7D98D3012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23594" name="Group 42">
            <a:extLst>
              <a:ext uri="{FF2B5EF4-FFF2-40B4-BE49-F238E27FC236}">
                <a16:creationId xmlns:a16="http://schemas.microsoft.com/office/drawing/2014/main" id="{2FA76144-BC81-4186-A1D0-817560EDD217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23612" name="Line 43">
              <a:extLst>
                <a:ext uri="{FF2B5EF4-FFF2-40B4-BE49-F238E27FC236}">
                  <a16:creationId xmlns:a16="http://schemas.microsoft.com/office/drawing/2014/main" id="{1273A58A-057B-483C-BD0B-BA77864718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3" name="Line 44">
              <a:extLst>
                <a:ext uri="{FF2B5EF4-FFF2-40B4-BE49-F238E27FC236}">
                  <a16:creationId xmlns:a16="http://schemas.microsoft.com/office/drawing/2014/main" id="{3CCB2E23-185B-4767-810B-23507EF3A7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4" name="Line 45">
              <a:extLst>
                <a:ext uri="{FF2B5EF4-FFF2-40B4-BE49-F238E27FC236}">
                  <a16:creationId xmlns:a16="http://schemas.microsoft.com/office/drawing/2014/main" id="{C448129F-3E32-4112-8B41-F58985B850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5" name="Line 46">
              <a:extLst>
                <a:ext uri="{FF2B5EF4-FFF2-40B4-BE49-F238E27FC236}">
                  <a16:creationId xmlns:a16="http://schemas.microsoft.com/office/drawing/2014/main" id="{3FE04FCA-24CD-488D-ACCF-92CF207706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6" name="Line 47">
              <a:extLst>
                <a:ext uri="{FF2B5EF4-FFF2-40B4-BE49-F238E27FC236}">
                  <a16:creationId xmlns:a16="http://schemas.microsoft.com/office/drawing/2014/main" id="{2AA9E108-8430-40C6-9B13-E528872531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7" name="Line 48">
              <a:extLst>
                <a:ext uri="{FF2B5EF4-FFF2-40B4-BE49-F238E27FC236}">
                  <a16:creationId xmlns:a16="http://schemas.microsoft.com/office/drawing/2014/main" id="{46D0A9DE-482D-4EDD-96E7-3F10E203F1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8" name="Line 49">
              <a:extLst>
                <a:ext uri="{FF2B5EF4-FFF2-40B4-BE49-F238E27FC236}">
                  <a16:creationId xmlns:a16="http://schemas.microsoft.com/office/drawing/2014/main" id="{26F04266-7B26-4C8F-93F0-C4DD587495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19" name="Line 50">
              <a:extLst>
                <a:ext uri="{FF2B5EF4-FFF2-40B4-BE49-F238E27FC236}">
                  <a16:creationId xmlns:a16="http://schemas.microsoft.com/office/drawing/2014/main" id="{B964F68B-810B-4471-B34B-15B8C66C3C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20" name="Line 51">
              <a:extLst>
                <a:ext uri="{FF2B5EF4-FFF2-40B4-BE49-F238E27FC236}">
                  <a16:creationId xmlns:a16="http://schemas.microsoft.com/office/drawing/2014/main" id="{E74D35CB-4F83-42D3-8E1E-88F2D39A32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21" name="Line 52">
              <a:extLst>
                <a:ext uri="{FF2B5EF4-FFF2-40B4-BE49-F238E27FC236}">
                  <a16:creationId xmlns:a16="http://schemas.microsoft.com/office/drawing/2014/main" id="{3F4A4966-DFB3-40D0-8748-AB297E86D4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B022B406-0E1B-4431-AC65-9AA88E6563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3623" name="Line 54">
              <a:extLst>
                <a:ext uri="{FF2B5EF4-FFF2-40B4-BE49-F238E27FC236}">
                  <a16:creationId xmlns:a16="http://schemas.microsoft.com/office/drawing/2014/main" id="{C5973B83-1F7C-4A94-B694-578138A825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3595" name="Text Box 55">
            <a:extLst>
              <a:ext uri="{FF2B5EF4-FFF2-40B4-BE49-F238E27FC236}">
                <a16:creationId xmlns:a16="http://schemas.microsoft.com/office/drawing/2014/main" id="{644E59C3-3ACA-4717-B804-9CE26AD50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3596" name="Text Box 56">
            <a:extLst>
              <a:ext uri="{FF2B5EF4-FFF2-40B4-BE49-F238E27FC236}">
                <a16:creationId xmlns:a16="http://schemas.microsoft.com/office/drawing/2014/main" id="{2C2B6D3E-5707-4F25-B5C4-27A040507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3597" name="Text Box 57">
            <a:extLst>
              <a:ext uri="{FF2B5EF4-FFF2-40B4-BE49-F238E27FC236}">
                <a16:creationId xmlns:a16="http://schemas.microsoft.com/office/drawing/2014/main" id="{DE7B62FB-E370-4DC7-9A6D-CE9C5B413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3598" name="Text Box 58">
            <a:extLst>
              <a:ext uri="{FF2B5EF4-FFF2-40B4-BE49-F238E27FC236}">
                <a16:creationId xmlns:a16="http://schemas.microsoft.com/office/drawing/2014/main" id="{FBF49D76-DBCB-459A-B91E-59708C885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3599" name="Text Box 59">
            <a:extLst>
              <a:ext uri="{FF2B5EF4-FFF2-40B4-BE49-F238E27FC236}">
                <a16:creationId xmlns:a16="http://schemas.microsoft.com/office/drawing/2014/main" id="{0746483A-B61A-455D-9453-68A0E39A6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3600" name="Text Box 60">
            <a:extLst>
              <a:ext uri="{FF2B5EF4-FFF2-40B4-BE49-F238E27FC236}">
                <a16:creationId xmlns:a16="http://schemas.microsoft.com/office/drawing/2014/main" id="{133FB354-486D-4849-833D-407F8BAB3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3601" name="Text Box 61">
            <a:extLst>
              <a:ext uri="{FF2B5EF4-FFF2-40B4-BE49-F238E27FC236}">
                <a16:creationId xmlns:a16="http://schemas.microsoft.com/office/drawing/2014/main" id="{A7582A63-A266-4F23-8E3E-0C16A6E92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3602" name="Text Box 62">
            <a:extLst>
              <a:ext uri="{FF2B5EF4-FFF2-40B4-BE49-F238E27FC236}">
                <a16:creationId xmlns:a16="http://schemas.microsoft.com/office/drawing/2014/main" id="{CB391227-8D8F-4BD3-ACE2-5210FC32C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3603" name="Text Box 63">
            <a:extLst>
              <a:ext uri="{FF2B5EF4-FFF2-40B4-BE49-F238E27FC236}">
                <a16:creationId xmlns:a16="http://schemas.microsoft.com/office/drawing/2014/main" id="{54DDE76A-79CD-4ACF-AB62-AC7A5EBA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3604" name="Text Box 64">
            <a:extLst>
              <a:ext uri="{FF2B5EF4-FFF2-40B4-BE49-F238E27FC236}">
                <a16:creationId xmlns:a16="http://schemas.microsoft.com/office/drawing/2014/main" id="{6EE4F84C-A17F-47B3-BB40-52D8F37F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3605" name="Text Box 65">
            <a:extLst>
              <a:ext uri="{FF2B5EF4-FFF2-40B4-BE49-F238E27FC236}">
                <a16:creationId xmlns:a16="http://schemas.microsoft.com/office/drawing/2014/main" id="{67FCD5A1-6C74-486C-86CD-1BAE649AC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3606" name="Line 66">
            <a:extLst>
              <a:ext uri="{FF2B5EF4-FFF2-40B4-BE49-F238E27FC236}">
                <a16:creationId xmlns:a16="http://schemas.microsoft.com/office/drawing/2014/main" id="{A32CE604-01C7-461B-9B45-490AD42C5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3607" name="AutoShape 67">
            <a:extLst>
              <a:ext uri="{FF2B5EF4-FFF2-40B4-BE49-F238E27FC236}">
                <a16:creationId xmlns:a16="http://schemas.microsoft.com/office/drawing/2014/main" id="{4213F64D-526A-4EB9-AFAB-DFF89A3BF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608" name="Rectangle 68">
            <a:extLst>
              <a:ext uri="{FF2B5EF4-FFF2-40B4-BE49-F238E27FC236}">
                <a16:creationId xmlns:a16="http://schemas.microsoft.com/office/drawing/2014/main" id="{B3AFED9D-B8FB-47CC-BAB8-440D87CAB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23609" name="Rectangle 69">
            <a:extLst>
              <a:ext uri="{FF2B5EF4-FFF2-40B4-BE49-F238E27FC236}">
                <a16:creationId xmlns:a16="http://schemas.microsoft.com/office/drawing/2014/main" id="{E045E61C-9753-4694-8BF7-45B3BA45C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3622" name="Rectangle 70">
            <a:extLst>
              <a:ext uri="{FF2B5EF4-FFF2-40B4-BE49-F238E27FC236}">
                <a16:creationId xmlns:a16="http://schemas.microsoft.com/office/drawing/2014/main" id="{DBA141CD-3314-4765-99CD-51C693C5F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867400"/>
            <a:ext cx="1066800" cy="304800"/>
          </a:xfrm>
          <a:prstGeom prst="rect">
            <a:avLst/>
          </a:prstGeom>
          <a:solidFill>
            <a:srgbClr val="003399">
              <a:alpha val="50195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3611" name="Rectangle 71">
            <a:extLst>
              <a:ext uri="{FF2B5EF4-FFF2-40B4-BE49-F238E27FC236}">
                <a16:creationId xmlns:a16="http://schemas.microsoft.com/office/drawing/2014/main" id="{CB10F0CB-B74E-4BC1-8649-D961E1330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2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EEC0A660-A3C3-4079-806E-A5321234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AED9306-7F5A-42A9-A370-3C27F959A292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5603" name="Line 3">
            <a:extLst>
              <a:ext uri="{FF2B5EF4-FFF2-40B4-BE49-F238E27FC236}">
                <a16:creationId xmlns:a16="http://schemas.microsoft.com/office/drawing/2014/main" id="{C741AA66-6D67-4FE5-8765-F77BAE191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9FD47C29-1C32-47AE-9891-20A1656F1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0BA16EA2-92C9-4A11-B77A-3D5720039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85170BAA-931A-4708-820C-FE7F8C6C2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2C7F69CB-90DF-4D6C-A459-071392603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6BD95914-95CD-4354-9F86-2536779A4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F976CEC3-576D-4BD7-9233-96D01590F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2CBA08F1-44D2-4204-AEDE-623ED8A6E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CDCC70A1-2205-4939-8F52-456AF411F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F2525FED-F4A3-4507-A1C9-C4B0618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1D222CD3-BBD4-4320-B115-E82598530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DC73A3BA-CA84-4A0B-A7C4-C35C37D9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25615" name="Line 15">
            <a:extLst>
              <a:ext uri="{FF2B5EF4-FFF2-40B4-BE49-F238E27FC236}">
                <a16:creationId xmlns:a16="http://schemas.microsoft.com/office/drawing/2014/main" id="{8AA565DF-9A41-426A-B9D0-189A399CAC2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16" name="Line 16">
            <a:extLst>
              <a:ext uri="{FF2B5EF4-FFF2-40B4-BE49-F238E27FC236}">
                <a16:creationId xmlns:a16="http://schemas.microsoft.com/office/drawing/2014/main" id="{A3318063-5651-46A0-AB61-B8288598F1B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17" name="Line 17">
            <a:extLst>
              <a:ext uri="{FF2B5EF4-FFF2-40B4-BE49-F238E27FC236}">
                <a16:creationId xmlns:a16="http://schemas.microsoft.com/office/drawing/2014/main" id="{D3968008-92A7-4630-B9D0-CD8267420DD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18" name="Line 18">
            <a:extLst>
              <a:ext uri="{FF2B5EF4-FFF2-40B4-BE49-F238E27FC236}">
                <a16:creationId xmlns:a16="http://schemas.microsoft.com/office/drawing/2014/main" id="{009FA082-982E-4B89-B592-FA1F060F90B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19" name="Line 19">
            <a:extLst>
              <a:ext uri="{FF2B5EF4-FFF2-40B4-BE49-F238E27FC236}">
                <a16:creationId xmlns:a16="http://schemas.microsoft.com/office/drawing/2014/main" id="{F37E400E-0BBD-4634-A063-C39BADAD1BA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0" name="Line 20">
            <a:extLst>
              <a:ext uri="{FF2B5EF4-FFF2-40B4-BE49-F238E27FC236}">
                <a16:creationId xmlns:a16="http://schemas.microsoft.com/office/drawing/2014/main" id="{D4271D04-1804-4D17-AD39-2FEABA41A1B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1" name="Line 21">
            <a:extLst>
              <a:ext uri="{FF2B5EF4-FFF2-40B4-BE49-F238E27FC236}">
                <a16:creationId xmlns:a16="http://schemas.microsoft.com/office/drawing/2014/main" id="{FD79DD8D-8AC7-4011-B223-39258D7B2F4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2D819A06-4AED-4C48-B1ED-C17E2AB9297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418DDE8E-7AF1-42D3-9471-FE2ED6B1574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4" name="Line 24">
            <a:extLst>
              <a:ext uri="{FF2B5EF4-FFF2-40B4-BE49-F238E27FC236}">
                <a16:creationId xmlns:a16="http://schemas.microsoft.com/office/drawing/2014/main" id="{72A05238-DEB5-4F14-9EDD-F01F137400E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5" name="Line 25">
            <a:extLst>
              <a:ext uri="{FF2B5EF4-FFF2-40B4-BE49-F238E27FC236}">
                <a16:creationId xmlns:a16="http://schemas.microsoft.com/office/drawing/2014/main" id="{815E4565-D1BD-416A-A0EE-6B864E0C68C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6" name="Line 26">
            <a:extLst>
              <a:ext uri="{FF2B5EF4-FFF2-40B4-BE49-F238E27FC236}">
                <a16:creationId xmlns:a16="http://schemas.microsoft.com/office/drawing/2014/main" id="{D040EDE8-B095-4A6F-9595-3A5A3391262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27" name="Text Box 27">
            <a:extLst>
              <a:ext uri="{FF2B5EF4-FFF2-40B4-BE49-F238E27FC236}">
                <a16:creationId xmlns:a16="http://schemas.microsoft.com/office/drawing/2014/main" id="{E49FCAB8-8945-48D1-A94A-8132DCE4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5628" name="Text Box 28">
            <a:extLst>
              <a:ext uri="{FF2B5EF4-FFF2-40B4-BE49-F238E27FC236}">
                <a16:creationId xmlns:a16="http://schemas.microsoft.com/office/drawing/2014/main" id="{21B09385-421A-48E2-A0DE-00CF544ED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5629" name="Text Box 29">
            <a:extLst>
              <a:ext uri="{FF2B5EF4-FFF2-40B4-BE49-F238E27FC236}">
                <a16:creationId xmlns:a16="http://schemas.microsoft.com/office/drawing/2014/main" id="{3A0BB51C-9980-4E74-AB2C-19CD598AB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5630" name="Text Box 30">
            <a:extLst>
              <a:ext uri="{FF2B5EF4-FFF2-40B4-BE49-F238E27FC236}">
                <a16:creationId xmlns:a16="http://schemas.microsoft.com/office/drawing/2014/main" id="{BBA444E2-303C-4413-98C4-2CA1ED198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7D8A92EE-825C-4C4D-918B-4659083BD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5632" name="Text Box 32">
            <a:extLst>
              <a:ext uri="{FF2B5EF4-FFF2-40B4-BE49-F238E27FC236}">
                <a16:creationId xmlns:a16="http://schemas.microsoft.com/office/drawing/2014/main" id="{C3368F1F-0EC9-4F83-9664-C03793D3D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5633" name="Text Box 33">
            <a:extLst>
              <a:ext uri="{FF2B5EF4-FFF2-40B4-BE49-F238E27FC236}">
                <a16:creationId xmlns:a16="http://schemas.microsoft.com/office/drawing/2014/main" id="{6E194E4E-924A-4523-9262-96F36A9F8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5634" name="Text Box 34">
            <a:extLst>
              <a:ext uri="{FF2B5EF4-FFF2-40B4-BE49-F238E27FC236}">
                <a16:creationId xmlns:a16="http://schemas.microsoft.com/office/drawing/2014/main" id="{878B5C79-D66B-44BF-B9EA-EF3EA34FF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5635" name="Text Box 35">
            <a:extLst>
              <a:ext uri="{FF2B5EF4-FFF2-40B4-BE49-F238E27FC236}">
                <a16:creationId xmlns:a16="http://schemas.microsoft.com/office/drawing/2014/main" id="{2B8E08B4-193E-4E17-A08C-FBB1E76C0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5636" name="Text Box 36">
            <a:extLst>
              <a:ext uri="{FF2B5EF4-FFF2-40B4-BE49-F238E27FC236}">
                <a16:creationId xmlns:a16="http://schemas.microsoft.com/office/drawing/2014/main" id="{2C85FCD9-F81E-42BB-80D4-549113B61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5637" name="Text Box 37">
            <a:extLst>
              <a:ext uri="{FF2B5EF4-FFF2-40B4-BE49-F238E27FC236}">
                <a16:creationId xmlns:a16="http://schemas.microsoft.com/office/drawing/2014/main" id="{335899BE-3F06-4A1F-9034-093DD42DF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5638" name="Rectangle 38">
            <a:extLst>
              <a:ext uri="{FF2B5EF4-FFF2-40B4-BE49-F238E27FC236}">
                <a16:creationId xmlns:a16="http://schemas.microsoft.com/office/drawing/2014/main" id="{922332B5-EC34-47A5-A0F1-74005CD3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25639" name="Line 39">
            <a:extLst>
              <a:ext uri="{FF2B5EF4-FFF2-40B4-BE49-F238E27FC236}">
                <a16:creationId xmlns:a16="http://schemas.microsoft.com/office/drawing/2014/main" id="{5A4A3170-E9A2-4990-BBDE-D36CE9A0E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40" name="Text Box 40">
            <a:extLst>
              <a:ext uri="{FF2B5EF4-FFF2-40B4-BE49-F238E27FC236}">
                <a16:creationId xmlns:a16="http://schemas.microsoft.com/office/drawing/2014/main" id="{5BBA46C1-AE43-453B-A758-754294FDB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5641" name="Text Box 41">
            <a:extLst>
              <a:ext uri="{FF2B5EF4-FFF2-40B4-BE49-F238E27FC236}">
                <a16:creationId xmlns:a16="http://schemas.microsoft.com/office/drawing/2014/main" id="{C4EFD717-FFEB-4C0A-9CA7-EC759CAE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25642" name="Group 42">
            <a:extLst>
              <a:ext uri="{FF2B5EF4-FFF2-40B4-BE49-F238E27FC236}">
                <a16:creationId xmlns:a16="http://schemas.microsoft.com/office/drawing/2014/main" id="{8A812124-9877-42E9-90AC-59F2AF90B1EF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25660" name="Line 43">
              <a:extLst>
                <a:ext uri="{FF2B5EF4-FFF2-40B4-BE49-F238E27FC236}">
                  <a16:creationId xmlns:a16="http://schemas.microsoft.com/office/drawing/2014/main" id="{A87446AA-597D-41D8-8F78-1548B4C891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1" name="Line 44">
              <a:extLst>
                <a:ext uri="{FF2B5EF4-FFF2-40B4-BE49-F238E27FC236}">
                  <a16:creationId xmlns:a16="http://schemas.microsoft.com/office/drawing/2014/main" id="{4ECF1D88-45DB-4BB3-9555-E3DFF78E4F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2" name="Line 45">
              <a:extLst>
                <a:ext uri="{FF2B5EF4-FFF2-40B4-BE49-F238E27FC236}">
                  <a16:creationId xmlns:a16="http://schemas.microsoft.com/office/drawing/2014/main" id="{0A48BFB5-CCFB-4E02-B878-F4C1860738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3" name="Line 46">
              <a:extLst>
                <a:ext uri="{FF2B5EF4-FFF2-40B4-BE49-F238E27FC236}">
                  <a16:creationId xmlns:a16="http://schemas.microsoft.com/office/drawing/2014/main" id="{733410B2-BE7B-49F4-B78F-67EC29D80B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4" name="Line 47">
              <a:extLst>
                <a:ext uri="{FF2B5EF4-FFF2-40B4-BE49-F238E27FC236}">
                  <a16:creationId xmlns:a16="http://schemas.microsoft.com/office/drawing/2014/main" id="{29E46205-0740-46CF-BDA4-E03EBA4A72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5" name="Line 48">
              <a:extLst>
                <a:ext uri="{FF2B5EF4-FFF2-40B4-BE49-F238E27FC236}">
                  <a16:creationId xmlns:a16="http://schemas.microsoft.com/office/drawing/2014/main" id="{1570B9AE-8987-4F65-B348-897CF45783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6" name="Line 49">
              <a:extLst>
                <a:ext uri="{FF2B5EF4-FFF2-40B4-BE49-F238E27FC236}">
                  <a16:creationId xmlns:a16="http://schemas.microsoft.com/office/drawing/2014/main" id="{68D860BD-C511-4D62-AD75-F1E8B3008C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7" name="Line 50">
              <a:extLst>
                <a:ext uri="{FF2B5EF4-FFF2-40B4-BE49-F238E27FC236}">
                  <a16:creationId xmlns:a16="http://schemas.microsoft.com/office/drawing/2014/main" id="{1F2FC9D0-3E5F-4446-AB5D-610D2FB7D8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8" name="Line 51">
              <a:extLst>
                <a:ext uri="{FF2B5EF4-FFF2-40B4-BE49-F238E27FC236}">
                  <a16:creationId xmlns:a16="http://schemas.microsoft.com/office/drawing/2014/main" id="{059B275C-C5BE-4BBB-A7D1-B803DC5E28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69" name="Line 52">
              <a:extLst>
                <a:ext uri="{FF2B5EF4-FFF2-40B4-BE49-F238E27FC236}">
                  <a16:creationId xmlns:a16="http://schemas.microsoft.com/office/drawing/2014/main" id="{5B9EA662-9C0E-437C-819D-47D97343C4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5CCB2583-7600-4367-AFCE-FB7D40BEC0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5671" name="Line 54">
              <a:extLst>
                <a:ext uri="{FF2B5EF4-FFF2-40B4-BE49-F238E27FC236}">
                  <a16:creationId xmlns:a16="http://schemas.microsoft.com/office/drawing/2014/main" id="{C104604F-F2F3-480B-84E4-BC61EE9E11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5643" name="Text Box 55">
            <a:extLst>
              <a:ext uri="{FF2B5EF4-FFF2-40B4-BE49-F238E27FC236}">
                <a16:creationId xmlns:a16="http://schemas.microsoft.com/office/drawing/2014/main" id="{EB43FC53-EF37-403B-9B25-F991CC11F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5644" name="Text Box 56">
            <a:extLst>
              <a:ext uri="{FF2B5EF4-FFF2-40B4-BE49-F238E27FC236}">
                <a16:creationId xmlns:a16="http://schemas.microsoft.com/office/drawing/2014/main" id="{DFAAE022-0176-4DF7-A475-855DB087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5645" name="Text Box 57">
            <a:extLst>
              <a:ext uri="{FF2B5EF4-FFF2-40B4-BE49-F238E27FC236}">
                <a16:creationId xmlns:a16="http://schemas.microsoft.com/office/drawing/2014/main" id="{BEC58DB5-90F6-4C0F-B122-6174D918A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5646" name="Text Box 58">
            <a:extLst>
              <a:ext uri="{FF2B5EF4-FFF2-40B4-BE49-F238E27FC236}">
                <a16:creationId xmlns:a16="http://schemas.microsoft.com/office/drawing/2014/main" id="{BF51A024-D6C5-402A-9598-F4A9FBB3F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5647" name="Text Box 59">
            <a:extLst>
              <a:ext uri="{FF2B5EF4-FFF2-40B4-BE49-F238E27FC236}">
                <a16:creationId xmlns:a16="http://schemas.microsoft.com/office/drawing/2014/main" id="{2EDCC2FB-5693-4D3B-9653-D978E2442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5648" name="Text Box 60">
            <a:extLst>
              <a:ext uri="{FF2B5EF4-FFF2-40B4-BE49-F238E27FC236}">
                <a16:creationId xmlns:a16="http://schemas.microsoft.com/office/drawing/2014/main" id="{60E29FAC-4973-4FEA-A66D-772DCE3BB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5649" name="Text Box 61">
            <a:extLst>
              <a:ext uri="{FF2B5EF4-FFF2-40B4-BE49-F238E27FC236}">
                <a16:creationId xmlns:a16="http://schemas.microsoft.com/office/drawing/2014/main" id="{F1544BD8-0448-46CB-81A6-A9538D139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5650" name="Text Box 62">
            <a:extLst>
              <a:ext uri="{FF2B5EF4-FFF2-40B4-BE49-F238E27FC236}">
                <a16:creationId xmlns:a16="http://schemas.microsoft.com/office/drawing/2014/main" id="{BE916D38-F181-4228-8E5C-54F7CBBB7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5651" name="Text Box 63">
            <a:extLst>
              <a:ext uri="{FF2B5EF4-FFF2-40B4-BE49-F238E27FC236}">
                <a16:creationId xmlns:a16="http://schemas.microsoft.com/office/drawing/2014/main" id="{A6E5DB74-9111-4F33-A5CC-21C4CA4B6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5652" name="Text Box 64">
            <a:extLst>
              <a:ext uri="{FF2B5EF4-FFF2-40B4-BE49-F238E27FC236}">
                <a16:creationId xmlns:a16="http://schemas.microsoft.com/office/drawing/2014/main" id="{A33837CD-E0F1-4319-BE94-6F79E155A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5653" name="Text Box 65">
            <a:extLst>
              <a:ext uri="{FF2B5EF4-FFF2-40B4-BE49-F238E27FC236}">
                <a16:creationId xmlns:a16="http://schemas.microsoft.com/office/drawing/2014/main" id="{E2DE29FD-AA0B-4A05-A128-C1CA478B8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5654" name="Line 66">
            <a:extLst>
              <a:ext uri="{FF2B5EF4-FFF2-40B4-BE49-F238E27FC236}">
                <a16:creationId xmlns:a16="http://schemas.microsoft.com/office/drawing/2014/main" id="{8A90C767-3411-44B2-AC6C-90F370B74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5655" name="AutoShape 67">
            <a:extLst>
              <a:ext uri="{FF2B5EF4-FFF2-40B4-BE49-F238E27FC236}">
                <a16:creationId xmlns:a16="http://schemas.microsoft.com/office/drawing/2014/main" id="{BA7E1E7E-687B-4073-9E1B-ECC704FD4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288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56" name="Rectangle 68">
            <a:extLst>
              <a:ext uri="{FF2B5EF4-FFF2-40B4-BE49-F238E27FC236}">
                <a16:creationId xmlns:a16="http://schemas.microsoft.com/office/drawing/2014/main" id="{885A945F-66C7-49FE-B5A4-792B0DE90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25657" name="Rectangle 69">
            <a:extLst>
              <a:ext uri="{FF2B5EF4-FFF2-40B4-BE49-F238E27FC236}">
                <a16:creationId xmlns:a16="http://schemas.microsoft.com/office/drawing/2014/main" id="{938917EE-2672-4E82-B786-7704258B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5670" name="Rectangle 70">
            <a:extLst>
              <a:ext uri="{FF2B5EF4-FFF2-40B4-BE49-F238E27FC236}">
                <a16:creationId xmlns:a16="http://schemas.microsoft.com/office/drawing/2014/main" id="{0CB78C32-3E8A-4BE2-B3D1-FBDD097E0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867400"/>
            <a:ext cx="32004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5659" name="Rectangle 71">
            <a:extLst>
              <a:ext uri="{FF2B5EF4-FFF2-40B4-BE49-F238E27FC236}">
                <a16:creationId xmlns:a16="http://schemas.microsoft.com/office/drawing/2014/main" id="{26EE7031-0F95-405E-A1C3-6387A3E17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7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C3B00202-1BF7-4A3C-95AA-883BEA7E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86AA45B-E155-41FA-A629-8C9D3D61B7DA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7651" name="Line 3">
            <a:extLst>
              <a:ext uri="{FF2B5EF4-FFF2-40B4-BE49-F238E27FC236}">
                <a16:creationId xmlns:a16="http://schemas.microsoft.com/office/drawing/2014/main" id="{DE6A77B7-544F-4ABB-99A6-465C1D1A2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A169ECE1-3B36-4ED0-895B-F181A89DA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4CB3EDE8-7BD7-4350-B8EA-B0252FE68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39BBBDDB-ED00-470C-8ED9-92ECF970C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B0C2AEB2-F280-4D3C-803E-ABCBBD112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50891291-5635-4B0A-B15D-54CE795E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FC275CE2-DF8C-4F4F-B74F-A6B9D4904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9CCA17BA-1D01-4A93-B97C-DE3D525AB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D6167468-4EFE-44AC-9E2D-21B9A29C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2BE4C04A-C37E-44B8-B821-A1FE78723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47040F10-49D2-4C21-AAD6-FF85ABA63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A9E4A822-7861-4343-A814-C75369115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27663" name="Line 15">
            <a:extLst>
              <a:ext uri="{FF2B5EF4-FFF2-40B4-BE49-F238E27FC236}">
                <a16:creationId xmlns:a16="http://schemas.microsoft.com/office/drawing/2014/main" id="{BE826691-FAFB-42F1-AFDB-6D82B2C41E0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4" name="Line 16">
            <a:extLst>
              <a:ext uri="{FF2B5EF4-FFF2-40B4-BE49-F238E27FC236}">
                <a16:creationId xmlns:a16="http://schemas.microsoft.com/office/drawing/2014/main" id="{6BC4DECA-FBFE-465F-B070-9746701A1C5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5" name="Line 17">
            <a:extLst>
              <a:ext uri="{FF2B5EF4-FFF2-40B4-BE49-F238E27FC236}">
                <a16:creationId xmlns:a16="http://schemas.microsoft.com/office/drawing/2014/main" id="{3962634E-871E-48E1-AD4D-9AD90A18527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6" name="Line 18">
            <a:extLst>
              <a:ext uri="{FF2B5EF4-FFF2-40B4-BE49-F238E27FC236}">
                <a16:creationId xmlns:a16="http://schemas.microsoft.com/office/drawing/2014/main" id="{4D407F99-BAD1-45E8-9EEF-C316BFBC1AD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7" name="Line 19">
            <a:extLst>
              <a:ext uri="{FF2B5EF4-FFF2-40B4-BE49-F238E27FC236}">
                <a16:creationId xmlns:a16="http://schemas.microsoft.com/office/drawing/2014/main" id="{A5AD3021-C341-471D-BF20-86B619C0783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8" name="Line 20">
            <a:extLst>
              <a:ext uri="{FF2B5EF4-FFF2-40B4-BE49-F238E27FC236}">
                <a16:creationId xmlns:a16="http://schemas.microsoft.com/office/drawing/2014/main" id="{6AA24AD2-151E-4582-8A54-A65CC1ECE85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69" name="Line 21">
            <a:extLst>
              <a:ext uri="{FF2B5EF4-FFF2-40B4-BE49-F238E27FC236}">
                <a16:creationId xmlns:a16="http://schemas.microsoft.com/office/drawing/2014/main" id="{CA1660E7-11C4-40C0-8A40-B837A5F23D8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0" name="Line 22">
            <a:extLst>
              <a:ext uri="{FF2B5EF4-FFF2-40B4-BE49-F238E27FC236}">
                <a16:creationId xmlns:a16="http://schemas.microsoft.com/office/drawing/2014/main" id="{EFA57097-6BD6-42F8-8A1E-207F7F54B83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1" name="Line 23">
            <a:extLst>
              <a:ext uri="{FF2B5EF4-FFF2-40B4-BE49-F238E27FC236}">
                <a16:creationId xmlns:a16="http://schemas.microsoft.com/office/drawing/2014/main" id="{8D09C636-81C5-4201-985B-363CE636ECE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2" name="Line 24">
            <a:extLst>
              <a:ext uri="{FF2B5EF4-FFF2-40B4-BE49-F238E27FC236}">
                <a16:creationId xmlns:a16="http://schemas.microsoft.com/office/drawing/2014/main" id="{288A8515-772D-4CEB-BBE5-A5136EEF892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3" name="Line 25">
            <a:extLst>
              <a:ext uri="{FF2B5EF4-FFF2-40B4-BE49-F238E27FC236}">
                <a16:creationId xmlns:a16="http://schemas.microsoft.com/office/drawing/2014/main" id="{425DB778-D09E-4CBA-AFAB-4BB98EB7133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4" name="Line 26">
            <a:extLst>
              <a:ext uri="{FF2B5EF4-FFF2-40B4-BE49-F238E27FC236}">
                <a16:creationId xmlns:a16="http://schemas.microsoft.com/office/drawing/2014/main" id="{DA6EF90E-4E6C-4244-B489-22B85FA947D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75" name="Text Box 27">
            <a:extLst>
              <a:ext uri="{FF2B5EF4-FFF2-40B4-BE49-F238E27FC236}">
                <a16:creationId xmlns:a16="http://schemas.microsoft.com/office/drawing/2014/main" id="{3D10D491-AFAF-4F74-BE76-B3B22100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7676" name="Text Box 28">
            <a:extLst>
              <a:ext uri="{FF2B5EF4-FFF2-40B4-BE49-F238E27FC236}">
                <a16:creationId xmlns:a16="http://schemas.microsoft.com/office/drawing/2014/main" id="{D5312105-1BE8-4A52-9A98-AAEC00E99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7677" name="Text Box 29">
            <a:extLst>
              <a:ext uri="{FF2B5EF4-FFF2-40B4-BE49-F238E27FC236}">
                <a16:creationId xmlns:a16="http://schemas.microsoft.com/office/drawing/2014/main" id="{4F49EF5C-B4B6-4D3F-B867-0C3D53BD3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7678" name="Text Box 30">
            <a:extLst>
              <a:ext uri="{FF2B5EF4-FFF2-40B4-BE49-F238E27FC236}">
                <a16:creationId xmlns:a16="http://schemas.microsoft.com/office/drawing/2014/main" id="{B8CA7809-BB99-499F-A1D6-3FDA41B60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7679" name="Text Box 31">
            <a:extLst>
              <a:ext uri="{FF2B5EF4-FFF2-40B4-BE49-F238E27FC236}">
                <a16:creationId xmlns:a16="http://schemas.microsoft.com/office/drawing/2014/main" id="{B2AAC727-C11C-47E9-89D4-E7873E9AE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7680" name="Text Box 32">
            <a:extLst>
              <a:ext uri="{FF2B5EF4-FFF2-40B4-BE49-F238E27FC236}">
                <a16:creationId xmlns:a16="http://schemas.microsoft.com/office/drawing/2014/main" id="{E259C02B-5477-4E98-B950-E8CC18485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7681" name="Text Box 33">
            <a:extLst>
              <a:ext uri="{FF2B5EF4-FFF2-40B4-BE49-F238E27FC236}">
                <a16:creationId xmlns:a16="http://schemas.microsoft.com/office/drawing/2014/main" id="{F470547B-4320-4D0A-B890-5D8AC5302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7682" name="Text Box 34">
            <a:extLst>
              <a:ext uri="{FF2B5EF4-FFF2-40B4-BE49-F238E27FC236}">
                <a16:creationId xmlns:a16="http://schemas.microsoft.com/office/drawing/2014/main" id="{188A1D96-35B3-4548-BB6B-57139CED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7683" name="Text Box 35">
            <a:extLst>
              <a:ext uri="{FF2B5EF4-FFF2-40B4-BE49-F238E27FC236}">
                <a16:creationId xmlns:a16="http://schemas.microsoft.com/office/drawing/2014/main" id="{6B535411-9B02-4D4E-A75A-646EBEB30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7684" name="Text Box 36">
            <a:extLst>
              <a:ext uri="{FF2B5EF4-FFF2-40B4-BE49-F238E27FC236}">
                <a16:creationId xmlns:a16="http://schemas.microsoft.com/office/drawing/2014/main" id="{0AF901D9-6B23-4DC1-A890-6AAF397E8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7685" name="Text Box 37">
            <a:extLst>
              <a:ext uri="{FF2B5EF4-FFF2-40B4-BE49-F238E27FC236}">
                <a16:creationId xmlns:a16="http://schemas.microsoft.com/office/drawing/2014/main" id="{9CE9E16C-E1DE-480E-A8D0-DF2F0DB8C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7686" name="Rectangle 38">
            <a:extLst>
              <a:ext uri="{FF2B5EF4-FFF2-40B4-BE49-F238E27FC236}">
                <a16:creationId xmlns:a16="http://schemas.microsoft.com/office/drawing/2014/main" id="{A5DEBE89-3FCC-48BF-AA8F-7E6CF31AE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27687" name="Line 39">
            <a:extLst>
              <a:ext uri="{FF2B5EF4-FFF2-40B4-BE49-F238E27FC236}">
                <a16:creationId xmlns:a16="http://schemas.microsoft.com/office/drawing/2014/main" id="{D1C96472-6C0C-4673-92FA-0D22D0805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688" name="Text Box 40">
            <a:extLst>
              <a:ext uri="{FF2B5EF4-FFF2-40B4-BE49-F238E27FC236}">
                <a16:creationId xmlns:a16="http://schemas.microsoft.com/office/drawing/2014/main" id="{A2771B59-EA4C-43DD-90EA-DEF71589A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7689" name="Text Box 41">
            <a:extLst>
              <a:ext uri="{FF2B5EF4-FFF2-40B4-BE49-F238E27FC236}">
                <a16:creationId xmlns:a16="http://schemas.microsoft.com/office/drawing/2014/main" id="{5473C850-6589-4C63-A260-C38B7324F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27690" name="Group 42">
            <a:extLst>
              <a:ext uri="{FF2B5EF4-FFF2-40B4-BE49-F238E27FC236}">
                <a16:creationId xmlns:a16="http://schemas.microsoft.com/office/drawing/2014/main" id="{394BF31D-A46E-42F6-A866-E0432EE637A0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27708" name="Line 43">
              <a:extLst>
                <a:ext uri="{FF2B5EF4-FFF2-40B4-BE49-F238E27FC236}">
                  <a16:creationId xmlns:a16="http://schemas.microsoft.com/office/drawing/2014/main" id="{AE4EF95A-24D2-4414-A0C7-11808C7611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09" name="Line 44">
              <a:extLst>
                <a:ext uri="{FF2B5EF4-FFF2-40B4-BE49-F238E27FC236}">
                  <a16:creationId xmlns:a16="http://schemas.microsoft.com/office/drawing/2014/main" id="{F595C174-5DFF-462D-8054-5166DF6C77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0" name="Line 45">
              <a:extLst>
                <a:ext uri="{FF2B5EF4-FFF2-40B4-BE49-F238E27FC236}">
                  <a16:creationId xmlns:a16="http://schemas.microsoft.com/office/drawing/2014/main" id="{C9EE7DA6-39E1-45B1-BDB6-A23CAC9CCA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1" name="Line 46">
              <a:extLst>
                <a:ext uri="{FF2B5EF4-FFF2-40B4-BE49-F238E27FC236}">
                  <a16:creationId xmlns:a16="http://schemas.microsoft.com/office/drawing/2014/main" id="{67EE64A6-BA66-4845-9F3B-6802EBA9E9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2" name="Line 47">
              <a:extLst>
                <a:ext uri="{FF2B5EF4-FFF2-40B4-BE49-F238E27FC236}">
                  <a16:creationId xmlns:a16="http://schemas.microsoft.com/office/drawing/2014/main" id="{D3CAF5C8-E768-4EDB-BC90-D213ABE5EA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3" name="Line 48">
              <a:extLst>
                <a:ext uri="{FF2B5EF4-FFF2-40B4-BE49-F238E27FC236}">
                  <a16:creationId xmlns:a16="http://schemas.microsoft.com/office/drawing/2014/main" id="{A53BBE3A-C7B7-4537-906E-C97E02E19F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4" name="Line 49">
              <a:extLst>
                <a:ext uri="{FF2B5EF4-FFF2-40B4-BE49-F238E27FC236}">
                  <a16:creationId xmlns:a16="http://schemas.microsoft.com/office/drawing/2014/main" id="{310D80CC-CEF1-4960-ACA3-C6DF673201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5" name="Line 50">
              <a:extLst>
                <a:ext uri="{FF2B5EF4-FFF2-40B4-BE49-F238E27FC236}">
                  <a16:creationId xmlns:a16="http://schemas.microsoft.com/office/drawing/2014/main" id="{E2680098-354A-4643-90DA-25390C189A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6" name="Line 51">
              <a:extLst>
                <a:ext uri="{FF2B5EF4-FFF2-40B4-BE49-F238E27FC236}">
                  <a16:creationId xmlns:a16="http://schemas.microsoft.com/office/drawing/2014/main" id="{09C69B63-008E-4051-9956-D5CDD71E7C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7" name="Line 52">
              <a:extLst>
                <a:ext uri="{FF2B5EF4-FFF2-40B4-BE49-F238E27FC236}">
                  <a16:creationId xmlns:a16="http://schemas.microsoft.com/office/drawing/2014/main" id="{D3FED429-8A8D-4AC7-8EBA-74CFFC5CBF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6996F77E-CD50-4A30-877D-F14E431AC7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7719" name="Line 54">
              <a:extLst>
                <a:ext uri="{FF2B5EF4-FFF2-40B4-BE49-F238E27FC236}">
                  <a16:creationId xmlns:a16="http://schemas.microsoft.com/office/drawing/2014/main" id="{13896840-C784-4DDA-B176-CB19EFDB4A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7691" name="Text Box 55">
            <a:extLst>
              <a:ext uri="{FF2B5EF4-FFF2-40B4-BE49-F238E27FC236}">
                <a16:creationId xmlns:a16="http://schemas.microsoft.com/office/drawing/2014/main" id="{4E97ECEE-DA62-4FB0-8868-59E6A55DC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7692" name="Text Box 56">
            <a:extLst>
              <a:ext uri="{FF2B5EF4-FFF2-40B4-BE49-F238E27FC236}">
                <a16:creationId xmlns:a16="http://schemas.microsoft.com/office/drawing/2014/main" id="{FF508D35-E406-451A-9870-B5F83AD4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7693" name="Text Box 57">
            <a:extLst>
              <a:ext uri="{FF2B5EF4-FFF2-40B4-BE49-F238E27FC236}">
                <a16:creationId xmlns:a16="http://schemas.microsoft.com/office/drawing/2014/main" id="{37C2A69C-C11A-4429-8BBF-75ABE4B7D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7694" name="Text Box 58">
            <a:extLst>
              <a:ext uri="{FF2B5EF4-FFF2-40B4-BE49-F238E27FC236}">
                <a16:creationId xmlns:a16="http://schemas.microsoft.com/office/drawing/2014/main" id="{E8E20A55-8867-4BFC-A505-4364A262D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7695" name="Text Box 59">
            <a:extLst>
              <a:ext uri="{FF2B5EF4-FFF2-40B4-BE49-F238E27FC236}">
                <a16:creationId xmlns:a16="http://schemas.microsoft.com/office/drawing/2014/main" id="{197CCC5B-E2BD-4B6F-B099-A52FA43BC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7696" name="Text Box 60">
            <a:extLst>
              <a:ext uri="{FF2B5EF4-FFF2-40B4-BE49-F238E27FC236}">
                <a16:creationId xmlns:a16="http://schemas.microsoft.com/office/drawing/2014/main" id="{39B14B6C-D2C3-4D83-AEAB-E8D6175A6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7697" name="Text Box 61">
            <a:extLst>
              <a:ext uri="{FF2B5EF4-FFF2-40B4-BE49-F238E27FC236}">
                <a16:creationId xmlns:a16="http://schemas.microsoft.com/office/drawing/2014/main" id="{90EA0FD8-4A18-44B7-9737-C07EA815D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7698" name="Text Box 62">
            <a:extLst>
              <a:ext uri="{FF2B5EF4-FFF2-40B4-BE49-F238E27FC236}">
                <a16:creationId xmlns:a16="http://schemas.microsoft.com/office/drawing/2014/main" id="{4F3F7565-6F6B-41F1-8F3D-112A0FB5F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7699" name="Text Box 63">
            <a:extLst>
              <a:ext uri="{FF2B5EF4-FFF2-40B4-BE49-F238E27FC236}">
                <a16:creationId xmlns:a16="http://schemas.microsoft.com/office/drawing/2014/main" id="{C0319F44-708C-4309-AE1D-7EF457408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7700" name="Text Box 64">
            <a:extLst>
              <a:ext uri="{FF2B5EF4-FFF2-40B4-BE49-F238E27FC236}">
                <a16:creationId xmlns:a16="http://schemas.microsoft.com/office/drawing/2014/main" id="{F6C464B3-F064-4790-BEDF-34431836A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7701" name="Text Box 65">
            <a:extLst>
              <a:ext uri="{FF2B5EF4-FFF2-40B4-BE49-F238E27FC236}">
                <a16:creationId xmlns:a16="http://schemas.microsoft.com/office/drawing/2014/main" id="{777FF405-D611-4264-BBBD-E364C05B3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7702" name="Line 66">
            <a:extLst>
              <a:ext uri="{FF2B5EF4-FFF2-40B4-BE49-F238E27FC236}">
                <a16:creationId xmlns:a16="http://schemas.microsoft.com/office/drawing/2014/main" id="{0E632E3E-9AB3-4EB4-BAAE-FAC65E953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7703" name="AutoShape 67">
            <a:extLst>
              <a:ext uri="{FF2B5EF4-FFF2-40B4-BE49-F238E27FC236}">
                <a16:creationId xmlns:a16="http://schemas.microsoft.com/office/drawing/2014/main" id="{620EC29C-2FE8-49B3-99A2-CDD5C1EF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704" name="Rectangle 68">
            <a:extLst>
              <a:ext uri="{FF2B5EF4-FFF2-40B4-BE49-F238E27FC236}">
                <a16:creationId xmlns:a16="http://schemas.microsoft.com/office/drawing/2014/main" id="{ED01C60C-78DD-4DED-B03C-69E322A80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27705" name="Rectangle 69">
            <a:extLst>
              <a:ext uri="{FF2B5EF4-FFF2-40B4-BE49-F238E27FC236}">
                <a16:creationId xmlns:a16="http://schemas.microsoft.com/office/drawing/2014/main" id="{CCD147BC-8D51-49BE-8A0F-693DCCC7A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7718" name="Rectangle 70">
            <a:extLst>
              <a:ext uri="{FF2B5EF4-FFF2-40B4-BE49-F238E27FC236}">
                <a16:creationId xmlns:a16="http://schemas.microsoft.com/office/drawing/2014/main" id="{7B7B460D-C949-4DBD-B847-91A518F98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</a:t>
            </a:r>
          </a:p>
        </p:txBody>
      </p:sp>
      <p:sp>
        <p:nvSpPr>
          <p:cNvPr id="27707" name="Rectangle 71">
            <a:extLst>
              <a:ext uri="{FF2B5EF4-FFF2-40B4-BE49-F238E27FC236}">
                <a16:creationId xmlns:a16="http://schemas.microsoft.com/office/drawing/2014/main" id="{D8EDE65E-223D-4502-898B-AB7E4AE61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7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18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0DB6E579-E160-479B-826A-8156E98A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42B3FD2-F209-4645-AE63-C7EB7515D334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9699" name="Line 3">
            <a:extLst>
              <a:ext uri="{FF2B5EF4-FFF2-40B4-BE49-F238E27FC236}">
                <a16:creationId xmlns:a16="http://schemas.microsoft.com/office/drawing/2014/main" id="{E1C37401-89DF-4C22-A1BC-BC6951C07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A32464D1-0E9E-45CA-86DF-0D9B0B5E2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6F449F1C-FF3C-4637-BE6B-43346498C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E00B4580-1C1D-4450-97FA-CF12EC3F2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E28E10E3-48CE-4D94-B917-8B5515775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D2E32909-2BCB-4204-902A-36060CB1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3FA1FFDC-44CA-4C2A-8F3A-25A8DC89F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7AE9A285-9713-4F28-A432-C1C81BBD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44031EE0-9823-4E8C-8F03-08D57AD61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3578A2EC-547A-4692-A10B-1A222B654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772CF24B-031B-462F-9946-E425180EA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430D4F3A-7311-4A1E-9254-35AC48D05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29711" name="Line 15">
            <a:extLst>
              <a:ext uri="{FF2B5EF4-FFF2-40B4-BE49-F238E27FC236}">
                <a16:creationId xmlns:a16="http://schemas.microsoft.com/office/drawing/2014/main" id="{12F0968D-AACB-4D56-8422-D0E319E15FA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2" name="Line 16">
            <a:extLst>
              <a:ext uri="{FF2B5EF4-FFF2-40B4-BE49-F238E27FC236}">
                <a16:creationId xmlns:a16="http://schemas.microsoft.com/office/drawing/2014/main" id="{4C066E75-98E8-49B7-A8B1-17B04227587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3" name="Line 17">
            <a:extLst>
              <a:ext uri="{FF2B5EF4-FFF2-40B4-BE49-F238E27FC236}">
                <a16:creationId xmlns:a16="http://schemas.microsoft.com/office/drawing/2014/main" id="{3C109D7F-03C3-4AE8-893E-760C6EE6F5D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4" name="Line 18">
            <a:extLst>
              <a:ext uri="{FF2B5EF4-FFF2-40B4-BE49-F238E27FC236}">
                <a16:creationId xmlns:a16="http://schemas.microsoft.com/office/drawing/2014/main" id="{6A8A3828-6A8B-487D-9222-BB7254F8592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5" name="Line 19">
            <a:extLst>
              <a:ext uri="{FF2B5EF4-FFF2-40B4-BE49-F238E27FC236}">
                <a16:creationId xmlns:a16="http://schemas.microsoft.com/office/drawing/2014/main" id="{07A4B9AD-489D-44A7-8299-B478EF7AD0F3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6" name="Line 20">
            <a:extLst>
              <a:ext uri="{FF2B5EF4-FFF2-40B4-BE49-F238E27FC236}">
                <a16:creationId xmlns:a16="http://schemas.microsoft.com/office/drawing/2014/main" id="{B5D1BAA9-014E-4478-806D-87B084C26E3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7" name="Line 21">
            <a:extLst>
              <a:ext uri="{FF2B5EF4-FFF2-40B4-BE49-F238E27FC236}">
                <a16:creationId xmlns:a16="http://schemas.microsoft.com/office/drawing/2014/main" id="{50E865D8-74B1-4747-B2D2-00A12561BF3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8" name="Line 22">
            <a:extLst>
              <a:ext uri="{FF2B5EF4-FFF2-40B4-BE49-F238E27FC236}">
                <a16:creationId xmlns:a16="http://schemas.microsoft.com/office/drawing/2014/main" id="{F3526423-6F8E-45D7-BCB8-07701D3C76D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19" name="Line 23">
            <a:extLst>
              <a:ext uri="{FF2B5EF4-FFF2-40B4-BE49-F238E27FC236}">
                <a16:creationId xmlns:a16="http://schemas.microsoft.com/office/drawing/2014/main" id="{F7BDFA9D-5AEE-4EF2-ADFB-13AB6548668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20" name="Line 24">
            <a:extLst>
              <a:ext uri="{FF2B5EF4-FFF2-40B4-BE49-F238E27FC236}">
                <a16:creationId xmlns:a16="http://schemas.microsoft.com/office/drawing/2014/main" id="{F295E7A4-A58E-48F7-AC1D-4B6C8A36825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21" name="Line 25">
            <a:extLst>
              <a:ext uri="{FF2B5EF4-FFF2-40B4-BE49-F238E27FC236}">
                <a16:creationId xmlns:a16="http://schemas.microsoft.com/office/drawing/2014/main" id="{987D9C2F-9F95-4B2C-8191-9798AC3C915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22" name="Line 26">
            <a:extLst>
              <a:ext uri="{FF2B5EF4-FFF2-40B4-BE49-F238E27FC236}">
                <a16:creationId xmlns:a16="http://schemas.microsoft.com/office/drawing/2014/main" id="{70457B09-14BA-4645-8B2D-CFB0B600B8A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23" name="Text Box 27">
            <a:extLst>
              <a:ext uri="{FF2B5EF4-FFF2-40B4-BE49-F238E27FC236}">
                <a16:creationId xmlns:a16="http://schemas.microsoft.com/office/drawing/2014/main" id="{775B87C3-99E8-40A7-AFE8-2FA26D542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9724" name="Text Box 28">
            <a:extLst>
              <a:ext uri="{FF2B5EF4-FFF2-40B4-BE49-F238E27FC236}">
                <a16:creationId xmlns:a16="http://schemas.microsoft.com/office/drawing/2014/main" id="{B3845120-72F3-466B-8DDB-F05B5389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9725" name="Text Box 29">
            <a:extLst>
              <a:ext uri="{FF2B5EF4-FFF2-40B4-BE49-F238E27FC236}">
                <a16:creationId xmlns:a16="http://schemas.microsoft.com/office/drawing/2014/main" id="{CF8200ED-866F-41CE-9BD6-94B143C2D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9726" name="Text Box 30">
            <a:extLst>
              <a:ext uri="{FF2B5EF4-FFF2-40B4-BE49-F238E27FC236}">
                <a16:creationId xmlns:a16="http://schemas.microsoft.com/office/drawing/2014/main" id="{97743485-FAB2-4F53-8CCC-2329BA3D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9727" name="Text Box 31">
            <a:extLst>
              <a:ext uri="{FF2B5EF4-FFF2-40B4-BE49-F238E27FC236}">
                <a16:creationId xmlns:a16="http://schemas.microsoft.com/office/drawing/2014/main" id="{F251A3B6-06BA-4E5D-A51A-D26A9E967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9728" name="Text Box 32">
            <a:extLst>
              <a:ext uri="{FF2B5EF4-FFF2-40B4-BE49-F238E27FC236}">
                <a16:creationId xmlns:a16="http://schemas.microsoft.com/office/drawing/2014/main" id="{9B18C495-A748-426E-81FF-30EC9E85E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9729" name="Text Box 33">
            <a:extLst>
              <a:ext uri="{FF2B5EF4-FFF2-40B4-BE49-F238E27FC236}">
                <a16:creationId xmlns:a16="http://schemas.microsoft.com/office/drawing/2014/main" id="{E02BEAD3-1EE7-44B2-B655-19940FD05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9730" name="Text Box 34">
            <a:extLst>
              <a:ext uri="{FF2B5EF4-FFF2-40B4-BE49-F238E27FC236}">
                <a16:creationId xmlns:a16="http://schemas.microsoft.com/office/drawing/2014/main" id="{0FEE013A-CFE8-4582-B0B4-844887616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9731" name="Text Box 35">
            <a:extLst>
              <a:ext uri="{FF2B5EF4-FFF2-40B4-BE49-F238E27FC236}">
                <a16:creationId xmlns:a16="http://schemas.microsoft.com/office/drawing/2014/main" id="{EF992A99-BED3-447E-B3F9-599232971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9732" name="Text Box 36">
            <a:extLst>
              <a:ext uri="{FF2B5EF4-FFF2-40B4-BE49-F238E27FC236}">
                <a16:creationId xmlns:a16="http://schemas.microsoft.com/office/drawing/2014/main" id="{E2CA48F1-1E76-4C76-87DF-8E34269D7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9733" name="Text Box 37">
            <a:extLst>
              <a:ext uri="{FF2B5EF4-FFF2-40B4-BE49-F238E27FC236}">
                <a16:creationId xmlns:a16="http://schemas.microsoft.com/office/drawing/2014/main" id="{8B4BF2CF-F9C3-4E8E-8DC1-6623041DC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9734" name="Rectangle 38">
            <a:extLst>
              <a:ext uri="{FF2B5EF4-FFF2-40B4-BE49-F238E27FC236}">
                <a16:creationId xmlns:a16="http://schemas.microsoft.com/office/drawing/2014/main" id="{3E4801F2-904D-4C55-B939-DA11D914A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29735" name="Line 39">
            <a:extLst>
              <a:ext uri="{FF2B5EF4-FFF2-40B4-BE49-F238E27FC236}">
                <a16:creationId xmlns:a16="http://schemas.microsoft.com/office/drawing/2014/main" id="{EF6B1457-CC62-4487-A7F9-A8446648B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36" name="Text Box 40">
            <a:extLst>
              <a:ext uri="{FF2B5EF4-FFF2-40B4-BE49-F238E27FC236}">
                <a16:creationId xmlns:a16="http://schemas.microsoft.com/office/drawing/2014/main" id="{77E664AF-BCAF-4266-8944-64924A965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29737" name="Text Box 41">
            <a:extLst>
              <a:ext uri="{FF2B5EF4-FFF2-40B4-BE49-F238E27FC236}">
                <a16:creationId xmlns:a16="http://schemas.microsoft.com/office/drawing/2014/main" id="{7DFCFBC8-79DA-498A-AA72-3152D4808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29738" name="Group 42">
            <a:extLst>
              <a:ext uri="{FF2B5EF4-FFF2-40B4-BE49-F238E27FC236}">
                <a16:creationId xmlns:a16="http://schemas.microsoft.com/office/drawing/2014/main" id="{6ED221B3-3CDC-46BF-922F-C5669E1C0F0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29757" name="Line 43">
              <a:extLst>
                <a:ext uri="{FF2B5EF4-FFF2-40B4-BE49-F238E27FC236}">
                  <a16:creationId xmlns:a16="http://schemas.microsoft.com/office/drawing/2014/main" id="{15A358E7-9A77-4ED8-AD13-7859780877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58" name="Line 44">
              <a:extLst>
                <a:ext uri="{FF2B5EF4-FFF2-40B4-BE49-F238E27FC236}">
                  <a16:creationId xmlns:a16="http://schemas.microsoft.com/office/drawing/2014/main" id="{E30A2CFB-5C21-4133-A161-C32FDD3F77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59" name="Line 45">
              <a:extLst>
                <a:ext uri="{FF2B5EF4-FFF2-40B4-BE49-F238E27FC236}">
                  <a16:creationId xmlns:a16="http://schemas.microsoft.com/office/drawing/2014/main" id="{D4914EDD-06CC-47AA-B489-FF63DD06C4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0" name="Line 46">
              <a:extLst>
                <a:ext uri="{FF2B5EF4-FFF2-40B4-BE49-F238E27FC236}">
                  <a16:creationId xmlns:a16="http://schemas.microsoft.com/office/drawing/2014/main" id="{8C9A130C-468B-455B-ADC2-0727E4A488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1" name="Line 47">
              <a:extLst>
                <a:ext uri="{FF2B5EF4-FFF2-40B4-BE49-F238E27FC236}">
                  <a16:creationId xmlns:a16="http://schemas.microsoft.com/office/drawing/2014/main" id="{BA4A226F-D4D6-4613-A4F9-22E27228A8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2" name="Line 48">
              <a:extLst>
                <a:ext uri="{FF2B5EF4-FFF2-40B4-BE49-F238E27FC236}">
                  <a16:creationId xmlns:a16="http://schemas.microsoft.com/office/drawing/2014/main" id="{81BDEA3A-F2CE-45E2-9458-31BCBCC3A3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3" name="Line 49">
              <a:extLst>
                <a:ext uri="{FF2B5EF4-FFF2-40B4-BE49-F238E27FC236}">
                  <a16:creationId xmlns:a16="http://schemas.microsoft.com/office/drawing/2014/main" id="{95577D0A-E263-4273-9DC3-AD0BFAC9B2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4" name="Line 50">
              <a:extLst>
                <a:ext uri="{FF2B5EF4-FFF2-40B4-BE49-F238E27FC236}">
                  <a16:creationId xmlns:a16="http://schemas.microsoft.com/office/drawing/2014/main" id="{E2CE00EB-790E-49AB-899B-A95D84C403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5" name="Line 51">
              <a:extLst>
                <a:ext uri="{FF2B5EF4-FFF2-40B4-BE49-F238E27FC236}">
                  <a16:creationId xmlns:a16="http://schemas.microsoft.com/office/drawing/2014/main" id="{FE26F3DB-23DE-4979-9120-1C8C3B5A9F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6" name="Line 52">
              <a:extLst>
                <a:ext uri="{FF2B5EF4-FFF2-40B4-BE49-F238E27FC236}">
                  <a16:creationId xmlns:a16="http://schemas.microsoft.com/office/drawing/2014/main" id="{7F14D3FA-872D-4925-A8CC-1A0CD6720B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64773270-AF76-4CB8-B6EE-910E89E5B4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68" name="Line 54">
              <a:extLst>
                <a:ext uri="{FF2B5EF4-FFF2-40B4-BE49-F238E27FC236}">
                  <a16:creationId xmlns:a16="http://schemas.microsoft.com/office/drawing/2014/main" id="{90368416-2A5B-4C4C-81AE-C6B6C180FE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9739" name="Text Box 55">
            <a:extLst>
              <a:ext uri="{FF2B5EF4-FFF2-40B4-BE49-F238E27FC236}">
                <a16:creationId xmlns:a16="http://schemas.microsoft.com/office/drawing/2014/main" id="{9155220B-5486-4C76-9761-2EE2811D2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29740" name="Text Box 56">
            <a:extLst>
              <a:ext uri="{FF2B5EF4-FFF2-40B4-BE49-F238E27FC236}">
                <a16:creationId xmlns:a16="http://schemas.microsoft.com/office/drawing/2014/main" id="{C72E1DC1-FF1F-4953-BCBD-1B8418075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29741" name="Text Box 57">
            <a:extLst>
              <a:ext uri="{FF2B5EF4-FFF2-40B4-BE49-F238E27FC236}">
                <a16:creationId xmlns:a16="http://schemas.microsoft.com/office/drawing/2014/main" id="{F0398632-0BF8-4DC0-8D33-3C3C8640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29742" name="Text Box 58">
            <a:extLst>
              <a:ext uri="{FF2B5EF4-FFF2-40B4-BE49-F238E27FC236}">
                <a16:creationId xmlns:a16="http://schemas.microsoft.com/office/drawing/2014/main" id="{1DCD5D4F-C856-498C-8830-4C9D3909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29743" name="Text Box 59">
            <a:extLst>
              <a:ext uri="{FF2B5EF4-FFF2-40B4-BE49-F238E27FC236}">
                <a16:creationId xmlns:a16="http://schemas.microsoft.com/office/drawing/2014/main" id="{E45DF524-D1BA-471B-BC61-CD5C53384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29744" name="Text Box 60">
            <a:extLst>
              <a:ext uri="{FF2B5EF4-FFF2-40B4-BE49-F238E27FC236}">
                <a16:creationId xmlns:a16="http://schemas.microsoft.com/office/drawing/2014/main" id="{DCDC9B64-6551-407B-BB36-606583AE5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29745" name="Text Box 61">
            <a:extLst>
              <a:ext uri="{FF2B5EF4-FFF2-40B4-BE49-F238E27FC236}">
                <a16:creationId xmlns:a16="http://schemas.microsoft.com/office/drawing/2014/main" id="{6DAB1838-7D77-4386-AC15-770A8B247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29746" name="Text Box 62">
            <a:extLst>
              <a:ext uri="{FF2B5EF4-FFF2-40B4-BE49-F238E27FC236}">
                <a16:creationId xmlns:a16="http://schemas.microsoft.com/office/drawing/2014/main" id="{0F7195A3-0A74-499F-8EF8-1099F0EA0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29747" name="Text Box 63">
            <a:extLst>
              <a:ext uri="{FF2B5EF4-FFF2-40B4-BE49-F238E27FC236}">
                <a16:creationId xmlns:a16="http://schemas.microsoft.com/office/drawing/2014/main" id="{E05455E9-29CE-4467-8C30-70C93873A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29748" name="Text Box 64">
            <a:extLst>
              <a:ext uri="{FF2B5EF4-FFF2-40B4-BE49-F238E27FC236}">
                <a16:creationId xmlns:a16="http://schemas.microsoft.com/office/drawing/2014/main" id="{02B7ECB4-00B1-4D64-B58D-F6EC2C22C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29749" name="Text Box 65">
            <a:extLst>
              <a:ext uri="{FF2B5EF4-FFF2-40B4-BE49-F238E27FC236}">
                <a16:creationId xmlns:a16="http://schemas.microsoft.com/office/drawing/2014/main" id="{BBC874BC-9C86-435B-A4C5-01D8E895C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29750" name="Line 66">
            <a:extLst>
              <a:ext uri="{FF2B5EF4-FFF2-40B4-BE49-F238E27FC236}">
                <a16:creationId xmlns:a16="http://schemas.microsoft.com/office/drawing/2014/main" id="{62DD62B6-FAE6-4552-B9B9-0CE2A7D66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29751" name="AutoShape 67">
            <a:extLst>
              <a:ext uri="{FF2B5EF4-FFF2-40B4-BE49-F238E27FC236}">
                <a16:creationId xmlns:a16="http://schemas.microsoft.com/office/drawing/2014/main" id="{980F4FB1-A88E-4E95-9F7E-00B2CBD2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32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52" name="Rectangle 68">
            <a:extLst>
              <a:ext uri="{FF2B5EF4-FFF2-40B4-BE49-F238E27FC236}">
                <a16:creationId xmlns:a16="http://schemas.microsoft.com/office/drawing/2014/main" id="{DFFD55BC-C232-4DB4-925C-20A312A4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29753" name="Rectangle 69">
            <a:extLst>
              <a:ext uri="{FF2B5EF4-FFF2-40B4-BE49-F238E27FC236}">
                <a16:creationId xmlns:a16="http://schemas.microsoft.com/office/drawing/2014/main" id="{0FC9F655-F128-4222-AEC0-8EC955202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29754" name="Rectangle 70">
            <a:extLst>
              <a:ext uri="{FF2B5EF4-FFF2-40B4-BE49-F238E27FC236}">
                <a16:creationId xmlns:a16="http://schemas.microsoft.com/office/drawing/2014/main" id="{75A71E3A-C917-41CE-929A-88BB7A1B7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</a:t>
            </a:r>
          </a:p>
        </p:txBody>
      </p:sp>
      <p:sp>
        <p:nvSpPr>
          <p:cNvPr id="29767" name="Rectangle 71">
            <a:extLst>
              <a:ext uri="{FF2B5EF4-FFF2-40B4-BE49-F238E27FC236}">
                <a16:creationId xmlns:a16="http://schemas.microsoft.com/office/drawing/2014/main" id="{AB713194-C876-437B-BEEB-E78F77E29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867400"/>
            <a:ext cx="2667000" cy="304800"/>
          </a:xfrm>
          <a:prstGeom prst="rect">
            <a:avLst/>
          </a:prstGeom>
          <a:solidFill>
            <a:srgbClr val="006600">
              <a:alpha val="50195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9756" name="Rectangle 72">
            <a:extLst>
              <a:ext uri="{FF2B5EF4-FFF2-40B4-BE49-F238E27FC236}">
                <a16:creationId xmlns:a16="http://schemas.microsoft.com/office/drawing/2014/main" id="{2E07CF0E-C0B0-407D-B8EF-0B7EAFCE7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6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162F03BB-1AEF-49E2-AC6D-6AB6C18F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0FB0D7A-B6D8-481F-A8B6-1E1EA4353586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1747" name="Line 3">
            <a:extLst>
              <a:ext uri="{FF2B5EF4-FFF2-40B4-BE49-F238E27FC236}">
                <a16:creationId xmlns:a16="http://schemas.microsoft.com/office/drawing/2014/main" id="{3E7DBD8F-5F42-4A00-979E-4F0389145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6A61009D-9426-4DC7-84A5-9FD641499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D36BB64A-664B-4996-968F-3DA4E1729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31750" name="Line 6">
            <a:extLst>
              <a:ext uri="{FF2B5EF4-FFF2-40B4-BE49-F238E27FC236}">
                <a16:creationId xmlns:a16="http://schemas.microsoft.com/office/drawing/2014/main" id="{062FA93B-B7C4-404B-A618-D8656F416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F4E2263D-035B-4276-A146-6A7EE55FF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28B6ADB0-9F5C-424F-A28F-CC12F47F7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31753" name="Rectangle 9">
            <a:extLst>
              <a:ext uri="{FF2B5EF4-FFF2-40B4-BE49-F238E27FC236}">
                <a16:creationId xmlns:a16="http://schemas.microsoft.com/office/drawing/2014/main" id="{45779A50-C16C-4179-A806-684C29A60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69AE1B72-E29B-4F42-A06E-680BE357F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FB9A7EAF-D0B3-4C3A-BB17-C9269E21E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92229496-9C18-413D-A320-B0781356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6D3A503E-DB16-4A7A-B4D4-06E28F9B9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31758" name="Rectangle 14">
            <a:extLst>
              <a:ext uri="{FF2B5EF4-FFF2-40B4-BE49-F238E27FC236}">
                <a16:creationId xmlns:a16="http://schemas.microsoft.com/office/drawing/2014/main" id="{A897486D-DB43-49FF-9209-38D3F0E20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31759" name="Line 15">
            <a:extLst>
              <a:ext uri="{FF2B5EF4-FFF2-40B4-BE49-F238E27FC236}">
                <a16:creationId xmlns:a16="http://schemas.microsoft.com/office/drawing/2014/main" id="{6716C497-A598-4B8D-8280-6E57E1B07EC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0" name="Line 16">
            <a:extLst>
              <a:ext uri="{FF2B5EF4-FFF2-40B4-BE49-F238E27FC236}">
                <a16:creationId xmlns:a16="http://schemas.microsoft.com/office/drawing/2014/main" id="{3308BC7E-C66C-481A-91EE-DA7D42DB3B7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1" name="Line 17">
            <a:extLst>
              <a:ext uri="{FF2B5EF4-FFF2-40B4-BE49-F238E27FC236}">
                <a16:creationId xmlns:a16="http://schemas.microsoft.com/office/drawing/2014/main" id="{1E6F592D-5CB8-4F44-9103-EC595933A3F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2" name="Line 18">
            <a:extLst>
              <a:ext uri="{FF2B5EF4-FFF2-40B4-BE49-F238E27FC236}">
                <a16:creationId xmlns:a16="http://schemas.microsoft.com/office/drawing/2014/main" id="{E575D3EC-4DFC-4D0C-961B-D6A7D9A56DF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3" name="Line 19">
            <a:extLst>
              <a:ext uri="{FF2B5EF4-FFF2-40B4-BE49-F238E27FC236}">
                <a16:creationId xmlns:a16="http://schemas.microsoft.com/office/drawing/2014/main" id="{F8572F9F-BC98-4D99-82A3-D0EC985C3BC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4" name="Line 20">
            <a:extLst>
              <a:ext uri="{FF2B5EF4-FFF2-40B4-BE49-F238E27FC236}">
                <a16:creationId xmlns:a16="http://schemas.microsoft.com/office/drawing/2014/main" id="{B778D5A3-0B85-4034-AFD0-25D764AB492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5" name="Line 21">
            <a:extLst>
              <a:ext uri="{FF2B5EF4-FFF2-40B4-BE49-F238E27FC236}">
                <a16:creationId xmlns:a16="http://schemas.microsoft.com/office/drawing/2014/main" id="{C420CCD8-3753-4CB6-AC86-1EC16131F76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6" name="Line 22">
            <a:extLst>
              <a:ext uri="{FF2B5EF4-FFF2-40B4-BE49-F238E27FC236}">
                <a16:creationId xmlns:a16="http://schemas.microsoft.com/office/drawing/2014/main" id="{83CBA06B-F852-4631-95F8-409154CB38B4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7" name="Line 23">
            <a:extLst>
              <a:ext uri="{FF2B5EF4-FFF2-40B4-BE49-F238E27FC236}">
                <a16:creationId xmlns:a16="http://schemas.microsoft.com/office/drawing/2014/main" id="{3BF83884-6F72-4BD0-B653-6958C691F48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8" name="Line 24">
            <a:extLst>
              <a:ext uri="{FF2B5EF4-FFF2-40B4-BE49-F238E27FC236}">
                <a16:creationId xmlns:a16="http://schemas.microsoft.com/office/drawing/2014/main" id="{6767C8AA-201C-426A-8A39-A6DBF034C4C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69" name="Line 25">
            <a:extLst>
              <a:ext uri="{FF2B5EF4-FFF2-40B4-BE49-F238E27FC236}">
                <a16:creationId xmlns:a16="http://schemas.microsoft.com/office/drawing/2014/main" id="{E1F377CC-1FC3-411D-B0AC-495E1660B79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70" name="Line 26">
            <a:extLst>
              <a:ext uri="{FF2B5EF4-FFF2-40B4-BE49-F238E27FC236}">
                <a16:creationId xmlns:a16="http://schemas.microsoft.com/office/drawing/2014/main" id="{CA04194F-1390-4C05-A271-8DE42697552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71" name="Text Box 27">
            <a:extLst>
              <a:ext uri="{FF2B5EF4-FFF2-40B4-BE49-F238E27FC236}">
                <a16:creationId xmlns:a16="http://schemas.microsoft.com/office/drawing/2014/main" id="{014329E7-D8DE-4880-99EB-5E77D860E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1772" name="Text Box 28">
            <a:extLst>
              <a:ext uri="{FF2B5EF4-FFF2-40B4-BE49-F238E27FC236}">
                <a16:creationId xmlns:a16="http://schemas.microsoft.com/office/drawing/2014/main" id="{A36958FD-08F6-45E4-B300-D0F7C0DB1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1773" name="Text Box 29">
            <a:extLst>
              <a:ext uri="{FF2B5EF4-FFF2-40B4-BE49-F238E27FC236}">
                <a16:creationId xmlns:a16="http://schemas.microsoft.com/office/drawing/2014/main" id="{8AEE10E3-81F4-4B6C-94E4-7816B5EB5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1774" name="Text Box 30">
            <a:extLst>
              <a:ext uri="{FF2B5EF4-FFF2-40B4-BE49-F238E27FC236}">
                <a16:creationId xmlns:a16="http://schemas.microsoft.com/office/drawing/2014/main" id="{C982FCCC-5915-4128-8ADF-9D8F7E01E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1775" name="Text Box 31">
            <a:extLst>
              <a:ext uri="{FF2B5EF4-FFF2-40B4-BE49-F238E27FC236}">
                <a16:creationId xmlns:a16="http://schemas.microsoft.com/office/drawing/2014/main" id="{2C316E7D-9671-4F92-AED6-40887FB59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1776" name="Text Box 32">
            <a:extLst>
              <a:ext uri="{FF2B5EF4-FFF2-40B4-BE49-F238E27FC236}">
                <a16:creationId xmlns:a16="http://schemas.microsoft.com/office/drawing/2014/main" id="{8D6FA82E-01C8-43BE-9FC4-26780F9CC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1777" name="Text Box 33">
            <a:extLst>
              <a:ext uri="{FF2B5EF4-FFF2-40B4-BE49-F238E27FC236}">
                <a16:creationId xmlns:a16="http://schemas.microsoft.com/office/drawing/2014/main" id="{707A3B05-D639-4F90-AB07-5F51104B0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1778" name="Text Box 34">
            <a:extLst>
              <a:ext uri="{FF2B5EF4-FFF2-40B4-BE49-F238E27FC236}">
                <a16:creationId xmlns:a16="http://schemas.microsoft.com/office/drawing/2014/main" id="{55C93EC5-BEBC-4CB6-87BC-F1F0B7D4B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1779" name="Text Box 35">
            <a:extLst>
              <a:ext uri="{FF2B5EF4-FFF2-40B4-BE49-F238E27FC236}">
                <a16:creationId xmlns:a16="http://schemas.microsoft.com/office/drawing/2014/main" id="{A6C551AD-50C7-40C4-A8A2-81E67CF7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1780" name="Text Box 36">
            <a:extLst>
              <a:ext uri="{FF2B5EF4-FFF2-40B4-BE49-F238E27FC236}">
                <a16:creationId xmlns:a16="http://schemas.microsoft.com/office/drawing/2014/main" id="{CA5A4C24-359F-41B2-9906-13C72F938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1781" name="Text Box 37">
            <a:extLst>
              <a:ext uri="{FF2B5EF4-FFF2-40B4-BE49-F238E27FC236}">
                <a16:creationId xmlns:a16="http://schemas.microsoft.com/office/drawing/2014/main" id="{ED342601-C177-44F0-8AC3-6ECA112BF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1782" name="Rectangle 38">
            <a:extLst>
              <a:ext uri="{FF2B5EF4-FFF2-40B4-BE49-F238E27FC236}">
                <a16:creationId xmlns:a16="http://schemas.microsoft.com/office/drawing/2014/main" id="{4D6482EE-3489-4AEB-99CF-C31C8EC3C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31783" name="Line 39">
            <a:extLst>
              <a:ext uri="{FF2B5EF4-FFF2-40B4-BE49-F238E27FC236}">
                <a16:creationId xmlns:a16="http://schemas.microsoft.com/office/drawing/2014/main" id="{15B1D374-81C3-4B45-AA9A-55BA1DA9C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84" name="Text Box 40">
            <a:extLst>
              <a:ext uri="{FF2B5EF4-FFF2-40B4-BE49-F238E27FC236}">
                <a16:creationId xmlns:a16="http://schemas.microsoft.com/office/drawing/2014/main" id="{9EF9B867-C5EA-4AFF-9809-221092D40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1785" name="Text Box 41">
            <a:extLst>
              <a:ext uri="{FF2B5EF4-FFF2-40B4-BE49-F238E27FC236}">
                <a16:creationId xmlns:a16="http://schemas.microsoft.com/office/drawing/2014/main" id="{9720202F-B206-4371-9D19-4C087DBCA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31786" name="Group 42">
            <a:extLst>
              <a:ext uri="{FF2B5EF4-FFF2-40B4-BE49-F238E27FC236}">
                <a16:creationId xmlns:a16="http://schemas.microsoft.com/office/drawing/2014/main" id="{8645F1E4-6379-46F0-AE77-3634E1370BBB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31805" name="Line 43">
              <a:extLst>
                <a:ext uri="{FF2B5EF4-FFF2-40B4-BE49-F238E27FC236}">
                  <a16:creationId xmlns:a16="http://schemas.microsoft.com/office/drawing/2014/main" id="{F92D5854-ABF1-4249-8762-E12DEA7F2B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06" name="Line 44">
              <a:extLst>
                <a:ext uri="{FF2B5EF4-FFF2-40B4-BE49-F238E27FC236}">
                  <a16:creationId xmlns:a16="http://schemas.microsoft.com/office/drawing/2014/main" id="{15B09F9B-A924-426D-8EFD-C5A66EC5BF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07" name="Line 45">
              <a:extLst>
                <a:ext uri="{FF2B5EF4-FFF2-40B4-BE49-F238E27FC236}">
                  <a16:creationId xmlns:a16="http://schemas.microsoft.com/office/drawing/2014/main" id="{352649EE-DA57-4A43-B437-BC4574DEAB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08" name="Line 46">
              <a:extLst>
                <a:ext uri="{FF2B5EF4-FFF2-40B4-BE49-F238E27FC236}">
                  <a16:creationId xmlns:a16="http://schemas.microsoft.com/office/drawing/2014/main" id="{2F64374A-150E-43AF-A4AB-701F5B47B9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09" name="Line 47">
              <a:extLst>
                <a:ext uri="{FF2B5EF4-FFF2-40B4-BE49-F238E27FC236}">
                  <a16:creationId xmlns:a16="http://schemas.microsoft.com/office/drawing/2014/main" id="{2ECC38BB-AB57-40BA-A8D3-49C7BA600D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0" name="Line 48">
              <a:extLst>
                <a:ext uri="{FF2B5EF4-FFF2-40B4-BE49-F238E27FC236}">
                  <a16:creationId xmlns:a16="http://schemas.microsoft.com/office/drawing/2014/main" id="{C0E5795C-2BE0-4FC2-9CBA-71059E0D37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1" name="Line 49">
              <a:extLst>
                <a:ext uri="{FF2B5EF4-FFF2-40B4-BE49-F238E27FC236}">
                  <a16:creationId xmlns:a16="http://schemas.microsoft.com/office/drawing/2014/main" id="{4702A36B-3CA8-4028-99DA-8889EB443D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2" name="Line 50">
              <a:extLst>
                <a:ext uri="{FF2B5EF4-FFF2-40B4-BE49-F238E27FC236}">
                  <a16:creationId xmlns:a16="http://schemas.microsoft.com/office/drawing/2014/main" id="{F0F62FC4-61D2-4986-89FD-776B5C6CA9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3" name="Line 51">
              <a:extLst>
                <a:ext uri="{FF2B5EF4-FFF2-40B4-BE49-F238E27FC236}">
                  <a16:creationId xmlns:a16="http://schemas.microsoft.com/office/drawing/2014/main" id="{D82C4499-8C0A-440C-9DBB-779A1DF674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4" name="Line 52">
              <a:extLst>
                <a:ext uri="{FF2B5EF4-FFF2-40B4-BE49-F238E27FC236}">
                  <a16:creationId xmlns:a16="http://schemas.microsoft.com/office/drawing/2014/main" id="{1B09D6B1-21CC-4638-9D20-FC5F9C22B4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A776A9A3-9B5B-4971-86FF-10E1545BF2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1816" name="Line 54">
              <a:extLst>
                <a:ext uri="{FF2B5EF4-FFF2-40B4-BE49-F238E27FC236}">
                  <a16:creationId xmlns:a16="http://schemas.microsoft.com/office/drawing/2014/main" id="{C923D6E9-AF00-49E5-B400-4B9519647A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31787" name="Text Box 55">
            <a:extLst>
              <a:ext uri="{FF2B5EF4-FFF2-40B4-BE49-F238E27FC236}">
                <a16:creationId xmlns:a16="http://schemas.microsoft.com/office/drawing/2014/main" id="{976800AC-640D-4D5C-BBBC-AE4CAEB2C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1788" name="Text Box 56">
            <a:extLst>
              <a:ext uri="{FF2B5EF4-FFF2-40B4-BE49-F238E27FC236}">
                <a16:creationId xmlns:a16="http://schemas.microsoft.com/office/drawing/2014/main" id="{F200927B-0C57-4815-9018-165049C12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1789" name="Text Box 57">
            <a:extLst>
              <a:ext uri="{FF2B5EF4-FFF2-40B4-BE49-F238E27FC236}">
                <a16:creationId xmlns:a16="http://schemas.microsoft.com/office/drawing/2014/main" id="{CC4467F5-4F45-4B23-A060-074CC46E5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1790" name="Text Box 58">
            <a:extLst>
              <a:ext uri="{FF2B5EF4-FFF2-40B4-BE49-F238E27FC236}">
                <a16:creationId xmlns:a16="http://schemas.microsoft.com/office/drawing/2014/main" id="{21EA3CFD-FBBD-40EC-85C7-8FBFB4AF8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1791" name="Text Box 59">
            <a:extLst>
              <a:ext uri="{FF2B5EF4-FFF2-40B4-BE49-F238E27FC236}">
                <a16:creationId xmlns:a16="http://schemas.microsoft.com/office/drawing/2014/main" id="{F77DC35F-8B62-4924-A041-721716068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1792" name="Text Box 60">
            <a:extLst>
              <a:ext uri="{FF2B5EF4-FFF2-40B4-BE49-F238E27FC236}">
                <a16:creationId xmlns:a16="http://schemas.microsoft.com/office/drawing/2014/main" id="{B5160325-CC0D-49CE-BC71-87E560414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1793" name="Text Box 61">
            <a:extLst>
              <a:ext uri="{FF2B5EF4-FFF2-40B4-BE49-F238E27FC236}">
                <a16:creationId xmlns:a16="http://schemas.microsoft.com/office/drawing/2014/main" id="{E14BD306-E0E9-413B-8EC0-3DBB4FA6E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1794" name="Text Box 62">
            <a:extLst>
              <a:ext uri="{FF2B5EF4-FFF2-40B4-BE49-F238E27FC236}">
                <a16:creationId xmlns:a16="http://schemas.microsoft.com/office/drawing/2014/main" id="{019706EA-2A05-40B1-9A62-9B130138D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1795" name="Text Box 63">
            <a:extLst>
              <a:ext uri="{FF2B5EF4-FFF2-40B4-BE49-F238E27FC236}">
                <a16:creationId xmlns:a16="http://schemas.microsoft.com/office/drawing/2014/main" id="{01141027-21E0-4042-8D7F-E838F1F81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1796" name="Text Box 64">
            <a:extLst>
              <a:ext uri="{FF2B5EF4-FFF2-40B4-BE49-F238E27FC236}">
                <a16:creationId xmlns:a16="http://schemas.microsoft.com/office/drawing/2014/main" id="{63F2B1B3-7A52-48FC-8CAC-22C759B32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1797" name="Text Box 65">
            <a:extLst>
              <a:ext uri="{FF2B5EF4-FFF2-40B4-BE49-F238E27FC236}">
                <a16:creationId xmlns:a16="http://schemas.microsoft.com/office/drawing/2014/main" id="{A52C37B5-5572-493B-AF6A-9773A8F0F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1798" name="Line 66">
            <a:extLst>
              <a:ext uri="{FF2B5EF4-FFF2-40B4-BE49-F238E27FC236}">
                <a16:creationId xmlns:a16="http://schemas.microsoft.com/office/drawing/2014/main" id="{A9921C2F-FEC4-40AA-BCCB-635518FE3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1799" name="AutoShape 67">
            <a:extLst>
              <a:ext uri="{FF2B5EF4-FFF2-40B4-BE49-F238E27FC236}">
                <a16:creationId xmlns:a16="http://schemas.microsoft.com/office/drawing/2014/main" id="{888E5A9E-71C9-4FDA-9973-9633DFF5B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00" name="Rectangle 68">
            <a:extLst>
              <a:ext uri="{FF2B5EF4-FFF2-40B4-BE49-F238E27FC236}">
                <a16:creationId xmlns:a16="http://schemas.microsoft.com/office/drawing/2014/main" id="{62EFDCBE-1ED3-489A-8422-42971889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31801" name="Rectangle 69">
            <a:extLst>
              <a:ext uri="{FF2B5EF4-FFF2-40B4-BE49-F238E27FC236}">
                <a16:creationId xmlns:a16="http://schemas.microsoft.com/office/drawing/2014/main" id="{72056341-AD2A-4057-809E-73AF53369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1802" name="Rectangle 70">
            <a:extLst>
              <a:ext uri="{FF2B5EF4-FFF2-40B4-BE49-F238E27FC236}">
                <a16:creationId xmlns:a16="http://schemas.microsoft.com/office/drawing/2014/main" id="{EF844B64-464D-40E4-89B5-3654D4A6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</a:t>
            </a:r>
          </a:p>
        </p:txBody>
      </p:sp>
      <p:sp>
        <p:nvSpPr>
          <p:cNvPr id="31815" name="Rectangle 71">
            <a:extLst>
              <a:ext uri="{FF2B5EF4-FFF2-40B4-BE49-F238E27FC236}">
                <a16:creationId xmlns:a16="http://schemas.microsoft.com/office/drawing/2014/main" id="{A78F4541-762D-45E7-AB77-80B640F07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867400"/>
            <a:ext cx="2133600" cy="304800"/>
          </a:xfrm>
          <a:prstGeom prst="rect">
            <a:avLst/>
          </a:prstGeom>
          <a:solidFill>
            <a:srgbClr val="FF00FF">
              <a:alpha val="50195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1804" name="Rectangle 72">
            <a:extLst>
              <a:ext uri="{FF2B5EF4-FFF2-40B4-BE49-F238E27FC236}">
                <a16:creationId xmlns:a16="http://schemas.microsoft.com/office/drawing/2014/main" id="{A6076DAB-AB47-48FF-9C0D-FAB0F41F5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1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9CEF510E-A572-43B2-8557-D5467B0F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7237A04-FE02-44D9-943E-5ABB6CEE6168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3795" name="Line 3">
            <a:extLst>
              <a:ext uri="{FF2B5EF4-FFF2-40B4-BE49-F238E27FC236}">
                <a16:creationId xmlns:a16="http://schemas.microsoft.com/office/drawing/2014/main" id="{CE6CC375-1314-4330-B887-83CD647F2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5FA04941-B0E4-4CA4-9EA3-D06022B46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73FE3EE6-461B-41BC-A7E6-FDB929D47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CADC24F0-0E37-434E-9E8F-A7FCC2B3C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1650FBE1-2137-4894-B5F6-7B699ADD4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023243B5-8D4B-4D84-8CC9-01004DF77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33801" name="Rectangle 9">
            <a:extLst>
              <a:ext uri="{FF2B5EF4-FFF2-40B4-BE49-F238E27FC236}">
                <a16:creationId xmlns:a16="http://schemas.microsoft.com/office/drawing/2014/main" id="{F27493DA-FB39-461A-B770-3CC9C3BA2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5F20142A-879F-411D-8537-418A4DE1F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34398F85-9BC3-472E-A1BD-5FA3EEB36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33804" name="Rectangle 12">
            <a:extLst>
              <a:ext uri="{FF2B5EF4-FFF2-40B4-BE49-F238E27FC236}">
                <a16:creationId xmlns:a16="http://schemas.microsoft.com/office/drawing/2014/main" id="{4CF11817-759B-43F6-B3FE-D79AAE012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33805" name="Rectangle 13">
            <a:extLst>
              <a:ext uri="{FF2B5EF4-FFF2-40B4-BE49-F238E27FC236}">
                <a16:creationId xmlns:a16="http://schemas.microsoft.com/office/drawing/2014/main" id="{7DC79C00-8FBD-4D0A-B849-153606931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6A8F0226-A61A-491E-B56A-A4AA0430E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33807" name="Line 15">
            <a:extLst>
              <a:ext uri="{FF2B5EF4-FFF2-40B4-BE49-F238E27FC236}">
                <a16:creationId xmlns:a16="http://schemas.microsoft.com/office/drawing/2014/main" id="{9753FD4A-EB91-4753-8231-92E4764A83D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08" name="Line 16">
            <a:extLst>
              <a:ext uri="{FF2B5EF4-FFF2-40B4-BE49-F238E27FC236}">
                <a16:creationId xmlns:a16="http://schemas.microsoft.com/office/drawing/2014/main" id="{8C2B5062-B187-499A-A558-3DA03737B42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09" name="Line 17">
            <a:extLst>
              <a:ext uri="{FF2B5EF4-FFF2-40B4-BE49-F238E27FC236}">
                <a16:creationId xmlns:a16="http://schemas.microsoft.com/office/drawing/2014/main" id="{86151C46-2DD6-4BC3-AB35-F55FB28E4FF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0" name="Line 18">
            <a:extLst>
              <a:ext uri="{FF2B5EF4-FFF2-40B4-BE49-F238E27FC236}">
                <a16:creationId xmlns:a16="http://schemas.microsoft.com/office/drawing/2014/main" id="{43D2F56F-EA6C-44F3-BAA8-17E0242BF3B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1" name="Line 19">
            <a:extLst>
              <a:ext uri="{FF2B5EF4-FFF2-40B4-BE49-F238E27FC236}">
                <a16:creationId xmlns:a16="http://schemas.microsoft.com/office/drawing/2014/main" id="{B22D11DD-0C57-4150-A44F-33E9537516B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2" name="Line 20">
            <a:extLst>
              <a:ext uri="{FF2B5EF4-FFF2-40B4-BE49-F238E27FC236}">
                <a16:creationId xmlns:a16="http://schemas.microsoft.com/office/drawing/2014/main" id="{8B76E7DE-DF61-4BA5-8756-CA58DD34DDA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3" name="Line 21">
            <a:extLst>
              <a:ext uri="{FF2B5EF4-FFF2-40B4-BE49-F238E27FC236}">
                <a16:creationId xmlns:a16="http://schemas.microsoft.com/office/drawing/2014/main" id="{AD5BD3E7-218F-4876-A718-068234F40FD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4" name="Line 22">
            <a:extLst>
              <a:ext uri="{FF2B5EF4-FFF2-40B4-BE49-F238E27FC236}">
                <a16:creationId xmlns:a16="http://schemas.microsoft.com/office/drawing/2014/main" id="{3D47ED86-6BC6-4AC8-8553-AE6C152DE3D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5" name="Line 23">
            <a:extLst>
              <a:ext uri="{FF2B5EF4-FFF2-40B4-BE49-F238E27FC236}">
                <a16:creationId xmlns:a16="http://schemas.microsoft.com/office/drawing/2014/main" id="{B0423F16-9D3E-443A-9C64-5A82AA1E5C9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6" name="Line 24">
            <a:extLst>
              <a:ext uri="{FF2B5EF4-FFF2-40B4-BE49-F238E27FC236}">
                <a16:creationId xmlns:a16="http://schemas.microsoft.com/office/drawing/2014/main" id="{E04D0C6B-03FA-4DB4-A675-93D03B3E6CC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7" name="Line 25">
            <a:extLst>
              <a:ext uri="{FF2B5EF4-FFF2-40B4-BE49-F238E27FC236}">
                <a16:creationId xmlns:a16="http://schemas.microsoft.com/office/drawing/2014/main" id="{6C6A3121-C9D8-47AA-B8C1-B42D9C8A079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8" name="Line 26">
            <a:extLst>
              <a:ext uri="{FF2B5EF4-FFF2-40B4-BE49-F238E27FC236}">
                <a16:creationId xmlns:a16="http://schemas.microsoft.com/office/drawing/2014/main" id="{BA3CD550-CF11-41FF-B8E6-7B3AC2477BF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19" name="Text Box 27">
            <a:extLst>
              <a:ext uri="{FF2B5EF4-FFF2-40B4-BE49-F238E27FC236}">
                <a16:creationId xmlns:a16="http://schemas.microsoft.com/office/drawing/2014/main" id="{D28ACF70-688C-4894-BF49-3F84720A5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3820" name="Text Box 28">
            <a:extLst>
              <a:ext uri="{FF2B5EF4-FFF2-40B4-BE49-F238E27FC236}">
                <a16:creationId xmlns:a16="http://schemas.microsoft.com/office/drawing/2014/main" id="{64F19A3D-7514-4A3A-9869-E8604D2EE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3821" name="Text Box 29">
            <a:extLst>
              <a:ext uri="{FF2B5EF4-FFF2-40B4-BE49-F238E27FC236}">
                <a16:creationId xmlns:a16="http://schemas.microsoft.com/office/drawing/2014/main" id="{D31AD835-B032-4FD7-9177-943DE5B0B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3822" name="Text Box 30">
            <a:extLst>
              <a:ext uri="{FF2B5EF4-FFF2-40B4-BE49-F238E27FC236}">
                <a16:creationId xmlns:a16="http://schemas.microsoft.com/office/drawing/2014/main" id="{71BAEF29-B5E6-41F6-8B2B-383015FD0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3823" name="Text Box 31">
            <a:extLst>
              <a:ext uri="{FF2B5EF4-FFF2-40B4-BE49-F238E27FC236}">
                <a16:creationId xmlns:a16="http://schemas.microsoft.com/office/drawing/2014/main" id="{CB346090-1097-416A-8D38-AD644D4E6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3824" name="Text Box 32">
            <a:extLst>
              <a:ext uri="{FF2B5EF4-FFF2-40B4-BE49-F238E27FC236}">
                <a16:creationId xmlns:a16="http://schemas.microsoft.com/office/drawing/2014/main" id="{CABC8D73-F24B-4FEE-8637-C6A81F757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3825" name="Text Box 33">
            <a:extLst>
              <a:ext uri="{FF2B5EF4-FFF2-40B4-BE49-F238E27FC236}">
                <a16:creationId xmlns:a16="http://schemas.microsoft.com/office/drawing/2014/main" id="{D1ABCA56-49C4-49B7-A57D-20BBBDDB3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3826" name="Text Box 34">
            <a:extLst>
              <a:ext uri="{FF2B5EF4-FFF2-40B4-BE49-F238E27FC236}">
                <a16:creationId xmlns:a16="http://schemas.microsoft.com/office/drawing/2014/main" id="{E629A59C-22FF-46F8-AFC4-B68377683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3827" name="Text Box 35">
            <a:extLst>
              <a:ext uri="{FF2B5EF4-FFF2-40B4-BE49-F238E27FC236}">
                <a16:creationId xmlns:a16="http://schemas.microsoft.com/office/drawing/2014/main" id="{719DA304-DDCF-4D1F-9FC7-EA2E75FF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3828" name="Text Box 36">
            <a:extLst>
              <a:ext uri="{FF2B5EF4-FFF2-40B4-BE49-F238E27FC236}">
                <a16:creationId xmlns:a16="http://schemas.microsoft.com/office/drawing/2014/main" id="{B4EF5600-1450-4F03-86A6-34F0B9AA6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3829" name="Text Box 37">
            <a:extLst>
              <a:ext uri="{FF2B5EF4-FFF2-40B4-BE49-F238E27FC236}">
                <a16:creationId xmlns:a16="http://schemas.microsoft.com/office/drawing/2014/main" id="{56C4F9F3-37C7-42A1-9189-12044390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3830" name="Rectangle 38">
            <a:extLst>
              <a:ext uri="{FF2B5EF4-FFF2-40B4-BE49-F238E27FC236}">
                <a16:creationId xmlns:a16="http://schemas.microsoft.com/office/drawing/2014/main" id="{06084A65-84BB-4BDB-B240-88A56C68A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33831" name="Line 39">
            <a:extLst>
              <a:ext uri="{FF2B5EF4-FFF2-40B4-BE49-F238E27FC236}">
                <a16:creationId xmlns:a16="http://schemas.microsoft.com/office/drawing/2014/main" id="{31D80247-2262-4EFF-A4C1-C14F0FB37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32" name="Text Box 40">
            <a:extLst>
              <a:ext uri="{FF2B5EF4-FFF2-40B4-BE49-F238E27FC236}">
                <a16:creationId xmlns:a16="http://schemas.microsoft.com/office/drawing/2014/main" id="{B2753768-4627-4052-A43B-DF32E3232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3833" name="Text Box 41">
            <a:extLst>
              <a:ext uri="{FF2B5EF4-FFF2-40B4-BE49-F238E27FC236}">
                <a16:creationId xmlns:a16="http://schemas.microsoft.com/office/drawing/2014/main" id="{8D0AE4F7-FB90-443B-8051-E3A9EEB03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33834" name="Group 42">
            <a:extLst>
              <a:ext uri="{FF2B5EF4-FFF2-40B4-BE49-F238E27FC236}">
                <a16:creationId xmlns:a16="http://schemas.microsoft.com/office/drawing/2014/main" id="{B9BD7E80-FAA9-4A76-9BB0-719B077F0C1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33853" name="Line 43">
              <a:extLst>
                <a:ext uri="{FF2B5EF4-FFF2-40B4-BE49-F238E27FC236}">
                  <a16:creationId xmlns:a16="http://schemas.microsoft.com/office/drawing/2014/main" id="{6E10A5EA-C8DE-487D-81AF-3018BD1814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4" name="Line 44">
              <a:extLst>
                <a:ext uri="{FF2B5EF4-FFF2-40B4-BE49-F238E27FC236}">
                  <a16:creationId xmlns:a16="http://schemas.microsoft.com/office/drawing/2014/main" id="{02100D40-A8E4-4DC8-9D06-61FE0B94E1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5" name="Line 45">
              <a:extLst>
                <a:ext uri="{FF2B5EF4-FFF2-40B4-BE49-F238E27FC236}">
                  <a16:creationId xmlns:a16="http://schemas.microsoft.com/office/drawing/2014/main" id="{BE342A22-1A16-4B6E-88C5-7721845C9C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6" name="Line 46">
              <a:extLst>
                <a:ext uri="{FF2B5EF4-FFF2-40B4-BE49-F238E27FC236}">
                  <a16:creationId xmlns:a16="http://schemas.microsoft.com/office/drawing/2014/main" id="{A66EAFD3-D325-43EA-9312-E2FADAB364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7" name="Line 47">
              <a:extLst>
                <a:ext uri="{FF2B5EF4-FFF2-40B4-BE49-F238E27FC236}">
                  <a16:creationId xmlns:a16="http://schemas.microsoft.com/office/drawing/2014/main" id="{41536EB4-A2FF-46AA-945D-570F780AFE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8" name="Line 48">
              <a:extLst>
                <a:ext uri="{FF2B5EF4-FFF2-40B4-BE49-F238E27FC236}">
                  <a16:creationId xmlns:a16="http://schemas.microsoft.com/office/drawing/2014/main" id="{DD0CD7DB-D16D-4E92-AD7C-5AA2839008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59" name="Line 49">
              <a:extLst>
                <a:ext uri="{FF2B5EF4-FFF2-40B4-BE49-F238E27FC236}">
                  <a16:creationId xmlns:a16="http://schemas.microsoft.com/office/drawing/2014/main" id="{9C79BFB8-FAE4-4D21-944F-8B68644770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60" name="Line 50">
              <a:extLst>
                <a:ext uri="{FF2B5EF4-FFF2-40B4-BE49-F238E27FC236}">
                  <a16:creationId xmlns:a16="http://schemas.microsoft.com/office/drawing/2014/main" id="{B8878E19-2AD6-44EA-9C61-5DBEC1A56E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61" name="Line 51">
              <a:extLst>
                <a:ext uri="{FF2B5EF4-FFF2-40B4-BE49-F238E27FC236}">
                  <a16:creationId xmlns:a16="http://schemas.microsoft.com/office/drawing/2014/main" id="{C13BF289-A83C-41C5-ACBB-212875601A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62" name="Line 52">
              <a:extLst>
                <a:ext uri="{FF2B5EF4-FFF2-40B4-BE49-F238E27FC236}">
                  <a16:creationId xmlns:a16="http://schemas.microsoft.com/office/drawing/2014/main" id="{B75C9AF2-8350-477B-9219-D9B8198F17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D52A75EB-DB0E-4F75-B561-A82B81AB61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3864" name="Line 54">
              <a:extLst>
                <a:ext uri="{FF2B5EF4-FFF2-40B4-BE49-F238E27FC236}">
                  <a16:creationId xmlns:a16="http://schemas.microsoft.com/office/drawing/2014/main" id="{2D667C35-70E3-48C5-B18C-94084EC715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33835" name="Text Box 55">
            <a:extLst>
              <a:ext uri="{FF2B5EF4-FFF2-40B4-BE49-F238E27FC236}">
                <a16:creationId xmlns:a16="http://schemas.microsoft.com/office/drawing/2014/main" id="{BF66E02E-75CC-41E2-A654-74444E578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3836" name="Text Box 56">
            <a:extLst>
              <a:ext uri="{FF2B5EF4-FFF2-40B4-BE49-F238E27FC236}">
                <a16:creationId xmlns:a16="http://schemas.microsoft.com/office/drawing/2014/main" id="{1DA07AB7-82DE-40BD-8702-71124842B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3837" name="Text Box 57">
            <a:extLst>
              <a:ext uri="{FF2B5EF4-FFF2-40B4-BE49-F238E27FC236}">
                <a16:creationId xmlns:a16="http://schemas.microsoft.com/office/drawing/2014/main" id="{CD9B9B7F-DCD8-4317-BDCD-BFDE9DF95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3838" name="Text Box 58">
            <a:extLst>
              <a:ext uri="{FF2B5EF4-FFF2-40B4-BE49-F238E27FC236}">
                <a16:creationId xmlns:a16="http://schemas.microsoft.com/office/drawing/2014/main" id="{FF7A304D-D4EB-4723-A1B9-CDB80D88F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3839" name="Text Box 59">
            <a:extLst>
              <a:ext uri="{FF2B5EF4-FFF2-40B4-BE49-F238E27FC236}">
                <a16:creationId xmlns:a16="http://schemas.microsoft.com/office/drawing/2014/main" id="{4F425C83-CE17-4D7D-B26C-863901875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3840" name="Text Box 60">
            <a:extLst>
              <a:ext uri="{FF2B5EF4-FFF2-40B4-BE49-F238E27FC236}">
                <a16:creationId xmlns:a16="http://schemas.microsoft.com/office/drawing/2014/main" id="{25AD53E7-6381-43ED-948B-CFC1EB660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3841" name="Text Box 61">
            <a:extLst>
              <a:ext uri="{FF2B5EF4-FFF2-40B4-BE49-F238E27FC236}">
                <a16:creationId xmlns:a16="http://schemas.microsoft.com/office/drawing/2014/main" id="{A94F3C90-80A6-4AD2-8B91-8CBE422A2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3842" name="Text Box 62">
            <a:extLst>
              <a:ext uri="{FF2B5EF4-FFF2-40B4-BE49-F238E27FC236}">
                <a16:creationId xmlns:a16="http://schemas.microsoft.com/office/drawing/2014/main" id="{F57CC7E2-709B-4A05-9CD2-F0BD13F42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3843" name="Text Box 63">
            <a:extLst>
              <a:ext uri="{FF2B5EF4-FFF2-40B4-BE49-F238E27FC236}">
                <a16:creationId xmlns:a16="http://schemas.microsoft.com/office/drawing/2014/main" id="{131FFFD5-7775-4EC0-9333-4CF7E0613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3844" name="Text Box 64">
            <a:extLst>
              <a:ext uri="{FF2B5EF4-FFF2-40B4-BE49-F238E27FC236}">
                <a16:creationId xmlns:a16="http://schemas.microsoft.com/office/drawing/2014/main" id="{23701F93-D683-4D6D-A138-C040A02F5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3845" name="Text Box 65">
            <a:extLst>
              <a:ext uri="{FF2B5EF4-FFF2-40B4-BE49-F238E27FC236}">
                <a16:creationId xmlns:a16="http://schemas.microsoft.com/office/drawing/2014/main" id="{B0C8184A-3109-4682-B7AF-643849463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3846" name="Line 66">
            <a:extLst>
              <a:ext uri="{FF2B5EF4-FFF2-40B4-BE49-F238E27FC236}">
                <a16:creationId xmlns:a16="http://schemas.microsoft.com/office/drawing/2014/main" id="{21EC30B5-A083-4000-9F20-9B3241179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3847" name="AutoShape 67">
            <a:extLst>
              <a:ext uri="{FF2B5EF4-FFF2-40B4-BE49-F238E27FC236}">
                <a16:creationId xmlns:a16="http://schemas.microsoft.com/office/drawing/2014/main" id="{D4F0B23D-3649-4290-B84F-73DE9C9F7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76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848" name="Rectangle 68">
            <a:extLst>
              <a:ext uri="{FF2B5EF4-FFF2-40B4-BE49-F238E27FC236}">
                <a16:creationId xmlns:a16="http://schemas.microsoft.com/office/drawing/2014/main" id="{C32D3724-F30B-475E-9E78-0C757EEC5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33849" name="Rectangle 69">
            <a:extLst>
              <a:ext uri="{FF2B5EF4-FFF2-40B4-BE49-F238E27FC236}">
                <a16:creationId xmlns:a16="http://schemas.microsoft.com/office/drawing/2014/main" id="{52902A8A-263C-4571-80A5-407367566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3850" name="Rectangle 70">
            <a:extLst>
              <a:ext uri="{FF2B5EF4-FFF2-40B4-BE49-F238E27FC236}">
                <a16:creationId xmlns:a16="http://schemas.microsoft.com/office/drawing/2014/main" id="{BB883CAA-EA40-4002-8C84-E5F7CDAB8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</a:t>
            </a:r>
          </a:p>
        </p:txBody>
      </p:sp>
      <p:sp>
        <p:nvSpPr>
          <p:cNvPr id="33863" name="Rectangle 71">
            <a:extLst>
              <a:ext uri="{FF2B5EF4-FFF2-40B4-BE49-F238E27FC236}">
                <a16:creationId xmlns:a16="http://schemas.microsoft.com/office/drawing/2014/main" id="{DB93CAFD-C528-4457-8FB3-D9919D174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867400"/>
            <a:ext cx="2133600" cy="304800"/>
          </a:xfrm>
          <a:prstGeom prst="rect">
            <a:avLst/>
          </a:prstGeom>
          <a:solidFill>
            <a:srgbClr val="99CCFF">
              <a:alpha val="50195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</a:t>
            </a:r>
          </a:p>
        </p:txBody>
      </p:sp>
      <p:sp>
        <p:nvSpPr>
          <p:cNvPr id="33852" name="Rectangle 72">
            <a:extLst>
              <a:ext uri="{FF2B5EF4-FFF2-40B4-BE49-F238E27FC236}">
                <a16:creationId xmlns:a16="http://schemas.microsoft.com/office/drawing/2014/main" id="{B2466BE4-D2FE-4ECF-9F6E-5504068D1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63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51837545-654C-4DF0-A81C-37012B5B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ECE2515-5B02-45B9-9DEA-7629B25A86F3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5843" name="Line 3">
            <a:extLst>
              <a:ext uri="{FF2B5EF4-FFF2-40B4-BE49-F238E27FC236}">
                <a16:creationId xmlns:a16="http://schemas.microsoft.com/office/drawing/2014/main" id="{CC1AD037-438C-4280-941B-8F78035DC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B0E55412-69D7-43B7-982A-FD8293B72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62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F5E2B081-48A8-44D8-B0D2-D60614726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672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Time</a:t>
            </a:r>
          </a:p>
        </p:txBody>
      </p:sp>
      <p:sp>
        <p:nvSpPr>
          <p:cNvPr id="35846" name="Line 6">
            <a:extLst>
              <a:ext uri="{FF2B5EF4-FFF2-40B4-BE49-F238E27FC236}">
                <a16:creationId xmlns:a16="http://schemas.microsoft.com/office/drawing/2014/main" id="{E64672F8-79E7-4CD1-8C0E-E91C8CCA1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1581DFD-35E6-4466-BE2B-59287CCB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2E01CB4E-AC85-4AE3-A6EC-BE0E36F8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A (3)</a:t>
            </a:r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9C6B7CD9-5CF4-4536-974E-0E66293F1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B6C8EC81-98D6-4E5F-851F-6AFE7101D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F (6)</a:t>
            </a:r>
          </a:p>
        </p:txBody>
      </p:sp>
      <p:sp>
        <p:nvSpPr>
          <p:cNvPr id="35851" name="Rectangle 11">
            <a:extLst>
              <a:ext uri="{FF2B5EF4-FFF2-40B4-BE49-F238E27FC236}">
                <a16:creationId xmlns:a16="http://schemas.microsoft.com/office/drawing/2014/main" id="{01356C19-521F-4EA8-A90C-0AC7AC885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 (1)</a:t>
            </a:r>
          </a:p>
        </p:txBody>
      </p:sp>
      <p:sp>
        <p:nvSpPr>
          <p:cNvPr id="35852" name="Rectangle 12">
            <a:extLst>
              <a:ext uri="{FF2B5EF4-FFF2-40B4-BE49-F238E27FC236}">
                <a16:creationId xmlns:a16="http://schemas.microsoft.com/office/drawing/2014/main" id="{8B75D65B-041E-492D-8E44-24685D851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D (5)</a:t>
            </a:r>
          </a:p>
        </p:txBody>
      </p:sp>
      <p:sp>
        <p:nvSpPr>
          <p:cNvPr id="35853" name="Rectangle 13">
            <a:extLst>
              <a:ext uri="{FF2B5EF4-FFF2-40B4-BE49-F238E27FC236}">
                <a16:creationId xmlns:a16="http://schemas.microsoft.com/office/drawing/2014/main" id="{4376110D-C753-430D-A3C2-D2410E2E1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G (7)</a:t>
            </a:r>
          </a:p>
        </p:txBody>
      </p:sp>
      <p:sp>
        <p:nvSpPr>
          <p:cNvPr id="35854" name="Rectangle 14">
            <a:extLst>
              <a:ext uri="{FF2B5EF4-FFF2-40B4-BE49-F238E27FC236}">
                <a16:creationId xmlns:a16="http://schemas.microsoft.com/office/drawing/2014/main" id="{E48CF1E3-8E63-431C-A31B-BC4CE67F2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 (4)</a:t>
            </a:r>
          </a:p>
        </p:txBody>
      </p:sp>
      <p:sp>
        <p:nvSpPr>
          <p:cNvPr id="35855" name="Line 15">
            <a:extLst>
              <a:ext uri="{FF2B5EF4-FFF2-40B4-BE49-F238E27FC236}">
                <a16:creationId xmlns:a16="http://schemas.microsoft.com/office/drawing/2014/main" id="{EBE860A6-F7BB-4CD2-919D-06BC840B8BC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56" name="Line 16">
            <a:extLst>
              <a:ext uri="{FF2B5EF4-FFF2-40B4-BE49-F238E27FC236}">
                <a16:creationId xmlns:a16="http://schemas.microsoft.com/office/drawing/2014/main" id="{D1A08BD0-5E96-4AF7-B124-48E5BC2A238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-304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57" name="Line 17">
            <a:extLst>
              <a:ext uri="{FF2B5EF4-FFF2-40B4-BE49-F238E27FC236}">
                <a16:creationId xmlns:a16="http://schemas.microsoft.com/office/drawing/2014/main" id="{A9226317-8BD1-4A57-892C-B26A6E351D85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295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58" name="Line 18">
            <a:extLst>
              <a:ext uri="{FF2B5EF4-FFF2-40B4-BE49-F238E27FC236}">
                <a16:creationId xmlns:a16="http://schemas.microsoft.com/office/drawing/2014/main" id="{E1D2468F-9865-4781-A116-8C1BAF9C633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2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59" name="Line 19">
            <a:extLst>
              <a:ext uri="{FF2B5EF4-FFF2-40B4-BE49-F238E27FC236}">
                <a16:creationId xmlns:a16="http://schemas.microsoft.com/office/drawing/2014/main" id="{99F07488-539A-44BA-8F76-89FBBC64186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62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0" name="Line 20">
            <a:extLst>
              <a:ext uri="{FF2B5EF4-FFF2-40B4-BE49-F238E27FC236}">
                <a16:creationId xmlns:a16="http://schemas.microsoft.com/office/drawing/2014/main" id="{3FB62A93-6D69-4C51-BCFD-36B72787F87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1828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1" name="Line 21">
            <a:extLst>
              <a:ext uri="{FF2B5EF4-FFF2-40B4-BE49-F238E27FC236}">
                <a16:creationId xmlns:a16="http://schemas.microsoft.com/office/drawing/2014/main" id="{676FF475-D1A1-44AA-BBE7-D3FB88326450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429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2" name="Line 22">
            <a:extLst>
              <a:ext uri="{FF2B5EF4-FFF2-40B4-BE49-F238E27FC236}">
                <a16:creationId xmlns:a16="http://schemas.microsoft.com/office/drawing/2014/main" id="{F34E4E78-36DB-4BE6-8A22-EE5E21C4942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95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3" name="Line 23">
            <a:extLst>
              <a:ext uri="{FF2B5EF4-FFF2-40B4-BE49-F238E27FC236}">
                <a16:creationId xmlns:a16="http://schemas.microsoft.com/office/drawing/2014/main" id="{6E858637-723A-4991-A10C-CC0C832E100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495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4" name="Line 24">
            <a:extLst>
              <a:ext uri="{FF2B5EF4-FFF2-40B4-BE49-F238E27FC236}">
                <a16:creationId xmlns:a16="http://schemas.microsoft.com/office/drawing/2014/main" id="{BA029B17-C2D8-4F55-8658-3E54D996945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962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5" name="Line 25">
            <a:extLst>
              <a:ext uri="{FF2B5EF4-FFF2-40B4-BE49-F238E27FC236}">
                <a16:creationId xmlns:a16="http://schemas.microsoft.com/office/drawing/2014/main" id="{3EBE6274-1545-4B9C-82CA-6AF63D43487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56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6" name="Line 26">
            <a:extLst>
              <a:ext uri="{FF2B5EF4-FFF2-40B4-BE49-F238E27FC236}">
                <a16:creationId xmlns:a16="http://schemas.microsoft.com/office/drawing/2014/main" id="{87366434-8558-49C5-8141-EBDE51C7D00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02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67" name="Text Box 27">
            <a:extLst>
              <a:ext uri="{FF2B5EF4-FFF2-40B4-BE49-F238E27FC236}">
                <a16:creationId xmlns:a16="http://schemas.microsoft.com/office/drawing/2014/main" id="{0D69E031-051D-4CB2-A696-522A9E638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5868" name="Text Box 28">
            <a:extLst>
              <a:ext uri="{FF2B5EF4-FFF2-40B4-BE49-F238E27FC236}">
                <a16:creationId xmlns:a16="http://schemas.microsoft.com/office/drawing/2014/main" id="{5D0B1E48-3841-47CD-8602-480DFDF4F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5869" name="Text Box 29">
            <a:extLst>
              <a:ext uri="{FF2B5EF4-FFF2-40B4-BE49-F238E27FC236}">
                <a16:creationId xmlns:a16="http://schemas.microsoft.com/office/drawing/2014/main" id="{BB023210-4E40-4EA7-9B92-551276599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5870" name="Text Box 30">
            <a:extLst>
              <a:ext uri="{FF2B5EF4-FFF2-40B4-BE49-F238E27FC236}">
                <a16:creationId xmlns:a16="http://schemas.microsoft.com/office/drawing/2014/main" id="{E1A50BAA-0B35-43B7-ACA0-C17C1C808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5871" name="Text Box 31">
            <a:extLst>
              <a:ext uri="{FF2B5EF4-FFF2-40B4-BE49-F238E27FC236}">
                <a16:creationId xmlns:a16="http://schemas.microsoft.com/office/drawing/2014/main" id="{59A1A467-6B95-4713-966C-D6905B923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5872" name="Text Box 32">
            <a:extLst>
              <a:ext uri="{FF2B5EF4-FFF2-40B4-BE49-F238E27FC236}">
                <a16:creationId xmlns:a16="http://schemas.microsoft.com/office/drawing/2014/main" id="{F6F4B4E8-48A3-4571-B623-B5F1AEEB5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5873" name="Text Box 33">
            <a:extLst>
              <a:ext uri="{FF2B5EF4-FFF2-40B4-BE49-F238E27FC236}">
                <a16:creationId xmlns:a16="http://schemas.microsoft.com/office/drawing/2014/main" id="{52A08050-ABE9-4C63-BC14-282B05D48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5874" name="Text Box 34">
            <a:extLst>
              <a:ext uri="{FF2B5EF4-FFF2-40B4-BE49-F238E27FC236}">
                <a16:creationId xmlns:a16="http://schemas.microsoft.com/office/drawing/2014/main" id="{C702F52F-BA28-4165-A7E3-F9FBFFF2E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5875" name="Text Box 35">
            <a:extLst>
              <a:ext uri="{FF2B5EF4-FFF2-40B4-BE49-F238E27FC236}">
                <a16:creationId xmlns:a16="http://schemas.microsoft.com/office/drawing/2014/main" id="{FBE5B519-7E6C-4B87-BB2E-3A633166E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5876" name="Text Box 36">
            <a:extLst>
              <a:ext uri="{FF2B5EF4-FFF2-40B4-BE49-F238E27FC236}">
                <a16:creationId xmlns:a16="http://schemas.microsoft.com/office/drawing/2014/main" id="{DAD13173-2E97-40DC-9ECA-F6FD3D9CA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5877" name="Text Box 37">
            <a:extLst>
              <a:ext uri="{FF2B5EF4-FFF2-40B4-BE49-F238E27FC236}">
                <a16:creationId xmlns:a16="http://schemas.microsoft.com/office/drawing/2014/main" id="{B60AF1D0-C000-4593-9893-C6FE8E3DE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9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5878" name="Rectangle 38">
            <a:extLst>
              <a:ext uri="{FF2B5EF4-FFF2-40B4-BE49-F238E27FC236}">
                <a16:creationId xmlns:a16="http://schemas.microsoft.com/office/drawing/2014/main" id="{58CAF7C6-724A-443B-9A93-6A7C197C2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 (8)</a:t>
            </a:r>
          </a:p>
        </p:txBody>
      </p:sp>
      <p:sp>
        <p:nvSpPr>
          <p:cNvPr id="35879" name="Line 39">
            <a:extLst>
              <a:ext uri="{FF2B5EF4-FFF2-40B4-BE49-F238E27FC236}">
                <a16:creationId xmlns:a16="http://schemas.microsoft.com/office/drawing/2014/main" id="{E207B169-8FE8-458E-BEA4-02AAD92C4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80" name="Text Box 40">
            <a:extLst>
              <a:ext uri="{FF2B5EF4-FFF2-40B4-BE49-F238E27FC236}">
                <a16:creationId xmlns:a16="http://schemas.microsoft.com/office/drawing/2014/main" id="{8C3B9723-C698-4C7F-AB11-0D784D893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626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endParaRPr kumimoji="1" lang="en-US" altLang="en-US" sz="1800"/>
          </a:p>
        </p:txBody>
      </p:sp>
      <p:sp>
        <p:nvSpPr>
          <p:cNvPr id="35881" name="Text Box 41">
            <a:extLst>
              <a:ext uri="{FF2B5EF4-FFF2-40B4-BE49-F238E27FC236}">
                <a16:creationId xmlns:a16="http://schemas.microsoft.com/office/drawing/2014/main" id="{6995FB8C-7B9C-4B11-A375-A982F222A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0</a:t>
            </a:r>
          </a:p>
        </p:txBody>
      </p:sp>
      <p:grpSp>
        <p:nvGrpSpPr>
          <p:cNvPr id="35882" name="Group 42">
            <a:extLst>
              <a:ext uri="{FF2B5EF4-FFF2-40B4-BE49-F238E27FC236}">
                <a16:creationId xmlns:a16="http://schemas.microsoft.com/office/drawing/2014/main" id="{2AE1FBA7-268E-4E56-939B-B72677E10E9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867400"/>
            <a:ext cx="5867400" cy="304800"/>
            <a:chOff x="912" y="1776"/>
            <a:chExt cx="3696" cy="2208"/>
          </a:xfrm>
        </p:grpSpPr>
        <p:sp>
          <p:nvSpPr>
            <p:cNvPr id="35901" name="Line 43">
              <a:extLst>
                <a:ext uri="{FF2B5EF4-FFF2-40B4-BE49-F238E27FC236}">
                  <a16:creationId xmlns:a16="http://schemas.microsoft.com/office/drawing/2014/main" id="{F51648E2-128D-43AB-BD52-FC2F27EBE0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2" name="Line 44">
              <a:extLst>
                <a:ext uri="{FF2B5EF4-FFF2-40B4-BE49-F238E27FC236}">
                  <a16:creationId xmlns:a16="http://schemas.microsoft.com/office/drawing/2014/main" id="{1E9616B9-2BF9-4AFE-93A9-1707C160E8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3" name="Line 45">
              <a:extLst>
                <a:ext uri="{FF2B5EF4-FFF2-40B4-BE49-F238E27FC236}">
                  <a16:creationId xmlns:a16="http://schemas.microsoft.com/office/drawing/2014/main" id="{FC590795-C532-458E-A463-BEBBF0DF4C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4" name="Line 46">
              <a:extLst>
                <a:ext uri="{FF2B5EF4-FFF2-40B4-BE49-F238E27FC236}">
                  <a16:creationId xmlns:a16="http://schemas.microsoft.com/office/drawing/2014/main" id="{E3F2DB38-5193-4DF1-955A-26EB2D57F0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5" name="Line 47">
              <a:extLst>
                <a:ext uri="{FF2B5EF4-FFF2-40B4-BE49-F238E27FC236}">
                  <a16:creationId xmlns:a16="http://schemas.microsoft.com/office/drawing/2014/main" id="{30059C82-A404-4C50-A18D-B4A5E29435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6" name="Line 48">
              <a:extLst>
                <a:ext uri="{FF2B5EF4-FFF2-40B4-BE49-F238E27FC236}">
                  <a16:creationId xmlns:a16="http://schemas.microsoft.com/office/drawing/2014/main" id="{9BA1B8EA-4C1F-4706-BFC6-D5894EA220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7" name="Line 49">
              <a:extLst>
                <a:ext uri="{FF2B5EF4-FFF2-40B4-BE49-F238E27FC236}">
                  <a16:creationId xmlns:a16="http://schemas.microsoft.com/office/drawing/2014/main" id="{02B91A40-4BF7-4AA2-83B3-A904E922A6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8" name="Line 50">
              <a:extLst>
                <a:ext uri="{FF2B5EF4-FFF2-40B4-BE49-F238E27FC236}">
                  <a16:creationId xmlns:a16="http://schemas.microsoft.com/office/drawing/2014/main" id="{63B9F885-511F-47D5-AA08-6D760CA6CC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09" name="Line 51">
              <a:extLst>
                <a:ext uri="{FF2B5EF4-FFF2-40B4-BE49-F238E27FC236}">
                  <a16:creationId xmlns:a16="http://schemas.microsoft.com/office/drawing/2014/main" id="{B3BA5964-04B2-427F-B126-337B138A94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10" name="Line 52">
              <a:extLst>
                <a:ext uri="{FF2B5EF4-FFF2-40B4-BE49-F238E27FC236}">
                  <a16:creationId xmlns:a16="http://schemas.microsoft.com/office/drawing/2014/main" id="{42F63781-87B4-4C4D-AB8E-D410FCDF01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" name="Line 53">
              <a:extLst>
                <a:ext uri="{FF2B5EF4-FFF2-40B4-BE49-F238E27FC236}">
                  <a16:creationId xmlns:a16="http://schemas.microsoft.com/office/drawing/2014/main" id="{9EBC2163-44F0-42C1-AF72-BCB344A165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912" name="Line 54">
              <a:extLst>
                <a:ext uri="{FF2B5EF4-FFF2-40B4-BE49-F238E27FC236}">
                  <a16:creationId xmlns:a16="http://schemas.microsoft.com/office/drawing/2014/main" id="{514CDD35-8798-4012-8AE2-F72BC1EAB7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35883" name="Text Box 55">
            <a:extLst>
              <a:ext uri="{FF2B5EF4-FFF2-40B4-BE49-F238E27FC236}">
                <a16:creationId xmlns:a16="http://schemas.microsoft.com/office/drawing/2014/main" id="{E2CF436D-233A-4862-83CD-6A4F93E9B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</a:t>
            </a:r>
          </a:p>
        </p:txBody>
      </p:sp>
      <p:sp>
        <p:nvSpPr>
          <p:cNvPr id="35884" name="Text Box 56">
            <a:extLst>
              <a:ext uri="{FF2B5EF4-FFF2-40B4-BE49-F238E27FC236}">
                <a16:creationId xmlns:a16="http://schemas.microsoft.com/office/drawing/2014/main" id="{BA36C22A-2A9C-4189-AA75-F3C14262F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2</a:t>
            </a:r>
          </a:p>
        </p:txBody>
      </p:sp>
      <p:sp>
        <p:nvSpPr>
          <p:cNvPr id="35885" name="Text Box 57">
            <a:extLst>
              <a:ext uri="{FF2B5EF4-FFF2-40B4-BE49-F238E27FC236}">
                <a16:creationId xmlns:a16="http://schemas.microsoft.com/office/drawing/2014/main" id="{0289CA07-6AA2-40E1-BDC5-894BE39F9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3</a:t>
            </a:r>
          </a:p>
        </p:txBody>
      </p:sp>
      <p:sp>
        <p:nvSpPr>
          <p:cNvPr id="35886" name="Text Box 58">
            <a:extLst>
              <a:ext uri="{FF2B5EF4-FFF2-40B4-BE49-F238E27FC236}">
                <a16:creationId xmlns:a16="http://schemas.microsoft.com/office/drawing/2014/main" id="{2C16D6A2-07DC-4785-87F2-2D5A4C63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4</a:t>
            </a:r>
          </a:p>
        </p:txBody>
      </p:sp>
      <p:sp>
        <p:nvSpPr>
          <p:cNvPr id="35887" name="Text Box 59">
            <a:extLst>
              <a:ext uri="{FF2B5EF4-FFF2-40B4-BE49-F238E27FC236}">
                <a16:creationId xmlns:a16="http://schemas.microsoft.com/office/drawing/2014/main" id="{A1AE573F-5CB7-4E71-90C1-0089A439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5</a:t>
            </a:r>
          </a:p>
        </p:txBody>
      </p:sp>
      <p:sp>
        <p:nvSpPr>
          <p:cNvPr id="35888" name="Text Box 60">
            <a:extLst>
              <a:ext uri="{FF2B5EF4-FFF2-40B4-BE49-F238E27FC236}">
                <a16:creationId xmlns:a16="http://schemas.microsoft.com/office/drawing/2014/main" id="{C60DAEF3-6FA3-4421-A075-DA775AAD8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6</a:t>
            </a:r>
          </a:p>
        </p:txBody>
      </p:sp>
      <p:sp>
        <p:nvSpPr>
          <p:cNvPr id="35889" name="Text Box 61">
            <a:extLst>
              <a:ext uri="{FF2B5EF4-FFF2-40B4-BE49-F238E27FC236}">
                <a16:creationId xmlns:a16="http://schemas.microsoft.com/office/drawing/2014/main" id="{BB5AF56E-BD41-4DAB-9140-C6F387233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7</a:t>
            </a:r>
          </a:p>
        </p:txBody>
      </p:sp>
      <p:sp>
        <p:nvSpPr>
          <p:cNvPr id="35890" name="Text Box 62">
            <a:extLst>
              <a:ext uri="{FF2B5EF4-FFF2-40B4-BE49-F238E27FC236}">
                <a16:creationId xmlns:a16="http://schemas.microsoft.com/office/drawing/2014/main" id="{1292F488-0D7B-4CDF-8F05-FC29F350F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8</a:t>
            </a:r>
          </a:p>
        </p:txBody>
      </p:sp>
      <p:sp>
        <p:nvSpPr>
          <p:cNvPr id="35891" name="Text Box 63">
            <a:extLst>
              <a:ext uri="{FF2B5EF4-FFF2-40B4-BE49-F238E27FC236}">
                <a16:creationId xmlns:a16="http://schemas.microsoft.com/office/drawing/2014/main" id="{9780C49A-97C3-40E8-9ACE-AB1BA4775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9</a:t>
            </a:r>
          </a:p>
        </p:txBody>
      </p:sp>
      <p:sp>
        <p:nvSpPr>
          <p:cNvPr id="35892" name="Text Box 64">
            <a:extLst>
              <a:ext uri="{FF2B5EF4-FFF2-40B4-BE49-F238E27FC236}">
                <a16:creationId xmlns:a16="http://schemas.microsoft.com/office/drawing/2014/main" id="{CFD3E64E-6787-4950-BE71-0619C24B8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10</a:t>
            </a:r>
          </a:p>
        </p:txBody>
      </p:sp>
      <p:sp>
        <p:nvSpPr>
          <p:cNvPr id="35893" name="Text Box 65">
            <a:extLst>
              <a:ext uri="{FF2B5EF4-FFF2-40B4-BE49-F238E27FC236}">
                <a16:creationId xmlns:a16="http://schemas.microsoft.com/office/drawing/2014/main" id="{5865BCD3-D58B-49ED-9B7F-3051F1B66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172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>
              <a:spcBef>
                <a:spcPct val="50000"/>
              </a:spcBef>
              <a:buFontTx/>
              <a:buNone/>
            </a:pPr>
            <a:r>
              <a:rPr kumimoji="1" lang="en-US" altLang="en-US" sz="1800" b="1"/>
              <a:t>11</a:t>
            </a:r>
          </a:p>
        </p:txBody>
      </p:sp>
      <p:sp>
        <p:nvSpPr>
          <p:cNvPr id="35894" name="Line 66">
            <a:extLst>
              <a:ext uri="{FF2B5EF4-FFF2-40B4-BE49-F238E27FC236}">
                <a16:creationId xmlns:a16="http://schemas.microsoft.com/office/drawing/2014/main" id="{9D82027F-362D-4F12-B1A7-E961D6C77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5895" name="AutoShape 67">
            <a:extLst>
              <a:ext uri="{FF2B5EF4-FFF2-40B4-BE49-F238E27FC236}">
                <a16:creationId xmlns:a16="http://schemas.microsoft.com/office/drawing/2014/main" id="{7E226C26-B592-406F-9D2E-E7B27911E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96" name="Rectangle 68">
            <a:extLst>
              <a:ext uri="{FF2B5EF4-FFF2-40B4-BE49-F238E27FC236}">
                <a16:creationId xmlns:a16="http://schemas.microsoft.com/office/drawing/2014/main" id="{77CF68A3-EB91-49AE-BD20-D459042FF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B</a:t>
            </a:r>
          </a:p>
        </p:txBody>
      </p:sp>
      <p:sp>
        <p:nvSpPr>
          <p:cNvPr id="35897" name="Rectangle 69">
            <a:extLst>
              <a:ext uri="{FF2B5EF4-FFF2-40B4-BE49-F238E27FC236}">
                <a16:creationId xmlns:a16="http://schemas.microsoft.com/office/drawing/2014/main" id="{252F3472-6871-4A98-B3B2-ACE5A7CB5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>
                <a:solidFill>
                  <a:schemeClr val="bg1"/>
                </a:solidFill>
              </a:rPr>
              <a:t>C (2)</a:t>
            </a:r>
          </a:p>
        </p:txBody>
      </p:sp>
      <p:sp>
        <p:nvSpPr>
          <p:cNvPr id="35898" name="Rectangle 70">
            <a:extLst>
              <a:ext uri="{FF2B5EF4-FFF2-40B4-BE49-F238E27FC236}">
                <a16:creationId xmlns:a16="http://schemas.microsoft.com/office/drawing/2014/main" id="{C59FD7CA-EBF6-4782-ACCD-83B6F6272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E</a:t>
            </a:r>
          </a:p>
        </p:txBody>
      </p:sp>
      <p:sp>
        <p:nvSpPr>
          <p:cNvPr id="35911" name="Rectangle 71">
            <a:extLst>
              <a:ext uri="{FF2B5EF4-FFF2-40B4-BE49-F238E27FC236}">
                <a16:creationId xmlns:a16="http://schemas.microsoft.com/office/drawing/2014/main" id="{2A0A7665-ED4A-4A9E-BE18-6600F511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8674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kumimoji="1" lang="en-US" altLang="en-US" sz="1800" b="1"/>
              <a:t>H</a:t>
            </a:r>
          </a:p>
        </p:txBody>
      </p:sp>
      <p:sp>
        <p:nvSpPr>
          <p:cNvPr id="35900" name="Rectangle 72">
            <a:extLst>
              <a:ext uri="{FF2B5EF4-FFF2-40B4-BE49-F238E27FC236}">
                <a16:creationId xmlns:a16="http://schemas.microsoft.com/office/drawing/2014/main" id="{97CCD2A6-F34C-4EB0-815B-7989529E2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6EAE4359-459D-4BC1-96EF-AB3692FB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76A9747-C694-4E50-91F4-998AF5402C9F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B3E2CAC-372C-4AAF-8AAD-660E6AFCD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Task Scheduling II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96C9D8E-B940-4713-9CFB-60B28B095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algn="l" rtl="0" eaLnBrk="1" hangingPunct="1"/>
            <a:r>
              <a:rPr lang="en-US" altLang="en-US" sz="2400"/>
              <a:t>Given: a set T of n tasks, each having:</a:t>
            </a:r>
          </a:p>
          <a:p>
            <a:pPr lvl="1" algn="l" rtl="0" eaLnBrk="1" hangingPunct="1"/>
            <a:r>
              <a:rPr lang="en-US" altLang="en-US" sz="2400"/>
              <a:t>A start time, s</a:t>
            </a:r>
            <a:r>
              <a:rPr lang="en-US" altLang="en-US" sz="2400" baseline="-25000"/>
              <a:t>i</a:t>
            </a:r>
          </a:p>
          <a:p>
            <a:pPr lvl="1" algn="l" rtl="0" eaLnBrk="1" hangingPunct="1"/>
            <a:r>
              <a:rPr lang="en-US" altLang="en-US" sz="2400"/>
              <a:t>A finish time, f</a:t>
            </a:r>
            <a:r>
              <a:rPr lang="en-US" altLang="en-US" sz="2400" baseline="-25000"/>
              <a:t>i</a:t>
            </a:r>
            <a:r>
              <a:rPr lang="en-US" altLang="en-US" sz="2400"/>
              <a:t> (where s</a:t>
            </a:r>
            <a:r>
              <a:rPr lang="en-US" altLang="en-US" sz="2400" baseline="-25000"/>
              <a:t>i</a:t>
            </a:r>
            <a:r>
              <a:rPr lang="en-US" altLang="en-US" sz="2400"/>
              <a:t> &lt; f</a:t>
            </a:r>
            <a:r>
              <a:rPr lang="en-US" altLang="en-US" sz="2400" baseline="-25000"/>
              <a:t>i</a:t>
            </a:r>
            <a:r>
              <a:rPr lang="en-US" altLang="en-US" sz="2400"/>
              <a:t>)</a:t>
            </a:r>
          </a:p>
          <a:p>
            <a:pPr algn="l" rtl="0" eaLnBrk="1" hangingPunct="1"/>
            <a:r>
              <a:rPr lang="en-US" altLang="en-US" sz="2400"/>
              <a:t>Goal: Perform all the tasks using a minimum number of “machines”</a:t>
            </a:r>
          </a:p>
          <a:p>
            <a:pPr algn="l" rtl="0" eaLnBrk="1" hangingPunct="1"/>
            <a:endParaRPr lang="en-US" altLang="en-US" sz="2400"/>
          </a:p>
        </p:txBody>
      </p:sp>
      <p:grpSp>
        <p:nvGrpSpPr>
          <p:cNvPr id="37893" name="Group 4">
            <a:extLst>
              <a:ext uri="{FF2B5EF4-FFF2-40B4-BE49-F238E27FC236}">
                <a16:creationId xmlns:a16="http://schemas.microsoft.com/office/drawing/2014/main" id="{9427BD49-8907-4F28-AF3A-ED4379E6805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429000"/>
            <a:ext cx="6513513" cy="2792413"/>
            <a:chOff x="1181" y="2391"/>
            <a:chExt cx="3260" cy="956"/>
          </a:xfrm>
        </p:grpSpPr>
        <p:grpSp>
          <p:nvGrpSpPr>
            <p:cNvPr id="37894" name="Group 5">
              <a:extLst>
                <a:ext uri="{FF2B5EF4-FFF2-40B4-BE49-F238E27FC236}">
                  <a16:creationId xmlns:a16="http://schemas.microsoft.com/office/drawing/2014/main" id="{960277EB-0CF3-44A0-B298-3AB16FAFD1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3" y="2893"/>
              <a:ext cx="2590" cy="73"/>
              <a:chOff x="1563" y="2893"/>
              <a:chExt cx="2590" cy="73"/>
            </a:xfrm>
          </p:grpSpPr>
          <p:sp>
            <p:nvSpPr>
              <p:cNvPr id="38420" name="Line 6">
                <a:extLst>
                  <a:ext uri="{FF2B5EF4-FFF2-40B4-BE49-F238E27FC236}">
                    <a16:creationId xmlns:a16="http://schemas.microsoft.com/office/drawing/2014/main" id="{F444822F-96FB-45B4-8BEA-0571D1C86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1" name="Line 7">
                <a:extLst>
                  <a:ext uri="{FF2B5EF4-FFF2-40B4-BE49-F238E27FC236}">
                    <a16:creationId xmlns:a16="http://schemas.microsoft.com/office/drawing/2014/main" id="{B437C1F0-867F-4034-B47E-9B4183BA55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2" name="Line 8">
                <a:extLst>
                  <a:ext uri="{FF2B5EF4-FFF2-40B4-BE49-F238E27FC236}">
                    <a16:creationId xmlns:a16="http://schemas.microsoft.com/office/drawing/2014/main" id="{86B1F43A-FA4F-4D04-9B4C-C41A26C7B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3" name="Line 9">
                <a:extLst>
                  <a:ext uri="{FF2B5EF4-FFF2-40B4-BE49-F238E27FC236}">
                    <a16:creationId xmlns:a16="http://schemas.microsoft.com/office/drawing/2014/main" id="{05E1C4D1-9DFA-460E-9D1D-4593FA34C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4" name="Line 10">
                <a:extLst>
                  <a:ext uri="{FF2B5EF4-FFF2-40B4-BE49-F238E27FC236}">
                    <a16:creationId xmlns:a16="http://schemas.microsoft.com/office/drawing/2014/main" id="{83363C6F-4907-4339-B3F8-5B1B00979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5" name="Line 11">
                <a:extLst>
                  <a:ext uri="{FF2B5EF4-FFF2-40B4-BE49-F238E27FC236}">
                    <a16:creationId xmlns:a16="http://schemas.microsoft.com/office/drawing/2014/main" id="{82CA88A1-37BA-4A5B-AE67-F7D8C5A96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6" name="Line 12">
                <a:extLst>
                  <a:ext uri="{FF2B5EF4-FFF2-40B4-BE49-F238E27FC236}">
                    <a16:creationId xmlns:a16="http://schemas.microsoft.com/office/drawing/2014/main" id="{DE4E9EA6-49EA-4759-BF8C-16F223866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7" name="Line 13">
                <a:extLst>
                  <a:ext uri="{FF2B5EF4-FFF2-40B4-BE49-F238E27FC236}">
                    <a16:creationId xmlns:a16="http://schemas.microsoft.com/office/drawing/2014/main" id="{90191B06-8D21-4D4B-9765-9F978C6E6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8" name="Line 14">
                <a:extLst>
                  <a:ext uri="{FF2B5EF4-FFF2-40B4-BE49-F238E27FC236}">
                    <a16:creationId xmlns:a16="http://schemas.microsoft.com/office/drawing/2014/main" id="{C5EBFC2A-F15B-455B-ACAB-78448090A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9" name="Line 15">
                <a:extLst>
                  <a:ext uri="{FF2B5EF4-FFF2-40B4-BE49-F238E27FC236}">
                    <a16:creationId xmlns:a16="http://schemas.microsoft.com/office/drawing/2014/main" id="{B52537BD-C9AE-4129-BC75-FE0F30C5C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0" name="Line 16">
                <a:extLst>
                  <a:ext uri="{FF2B5EF4-FFF2-40B4-BE49-F238E27FC236}">
                    <a16:creationId xmlns:a16="http://schemas.microsoft.com/office/drawing/2014/main" id="{776657EA-8B27-4750-BC66-65148CF4B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1" name="Line 17">
                <a:extLst>
                  <a:ext uri="{FF2B5EF4-FFF2-40B4-BE49-F238E27FC236}">
                    <a16:creationId xmlns:a16="http://schemas.microsoft.com/office/drawing/2014/main" id="{80127963-0130-40D9-B116-44D95AE1C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2" name="Line 18">
                <a:extLst>
                  <a:ext uri="{FF2B5EF4-FFF2-40B4-BE49-F238E27FC236}">
                    <a16:creationId xmlns:a16="http://schemas.microsoft.com/office/drawing/2014/main" id="{91DEF58F-AC91-4778-A157-D2E20541A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3" name="Line 19">
                <a:extLst>
                  <a:ext uri="{FF2B5EF4-FFF2-40B4-BE49-F238E27FC236}">
                    <a16:creationId xmlns:a16="http://schemas.microsoft.com/office/drawing/2014/main" id="{FB426E19-B820-481E-8BAF-D1E8EBEFC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4" name="Line 20">
                <a:extLst>
                  <a:ext uri="{FF2B5EF4-FFF2-40B4-BE49-F238E27FC236}">
                    <a16:creationId xmlns:a16="http://schemas.microsoft.com/office/drawing/2014/main" id="{964D031C-3CA3-41FC-A24F-1E64A315C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5" name="Line 21">
                <a:extLst>
                  <a:ext uri="{FF2B5EF4-FFF2-40B4-BE49-F238E27FC236}">
                    <a16:creationId xmlns:a16="http://schemas.microsoft.com/office/drawing/2014/main" id="{ECA31659-456E-42D5-ABE1-CAE77169C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6" name="Line 22">
                <a:extLst>
                  <a:ext uri="{FF2B5EF4-FFF2-40B4-BE49-F238E27FC236}">
                    <a16:creationId xmlns:a16="http://schemas.microsoft.com/office/drawing/2014/main" id="{FD9A8E80-6253-41DD-8FE6-B89E3CE8F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7" name="Line 23">
                <a:extLst>
                  <a:ext uri="{FF2B5EF4-FFF2-40B4-BE49-F238E27FC236}">
                    <a16:creationId xmlns:a16="http://schemas.microsoft.com/office/drawing/2014/main" id="{4330C57E-744B-4392-B173-CC6AC9503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8" name="Line 24">
                <a:extLst>
                  <a:ext uri="{FF2B5EF4-FFF2-40B4-BE49-F238E27FC236}">
                    <a16:creationId xmlns:a16="http://schemas.microsoft.com/office/drawing/2014/main" id="{B53B4C20-B15A-4541-A1DF-6601AD983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39" name="Line 25">
                <a:extLst>
                  <a:ext uri="{FF2B5EF4-FFF2-40B4-BE49-F238E27FC236}">
                    <a16:creationId xmlns:a16="http://schemas.microsoft.com/office/drawing/2014/main" id="{94FD1B30-CDCC-4DAC-9761-6DABA7BE0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0" name="Line 26">
                <a:extLst>
                  <a:ext uri="{FF2B5EF4-FFF2-40B4-BE49-F238E27FC236}">
                    <a16:creationId xmlns:a16="http://schemas.microsoft.com/office/drawing/2014/main" id="{61236E08-1D07-43E1-9FAC-855BA1F7E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1" name="Line 27">
                <a:extLst>
                  <a:ext uri="{FF2B5EF4-FFF2-40B4-BE49-F238E27FC236}">
                    <a16:creationId xmlns:a16="http://schemas.microsoft.com/office/drawing/2014/main" id="{A62BC722-F21D-4C4C-8710-57D434DF9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2" name="Line 28">
                <a:extLst>
                  <a:ext uri="{FF2B5EF4-FFF2-40B4-BE49-F238E27FC236}">
                    <a16:creationId xmlns:a16="http://schemas.microsoft.com/office/drawing/2014/main" id="{57642FDB-B056-499B-BA0C-99A625A9C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3" name="Line 29">
                <a:extLst>
                  <a:ext uri="{FF2B5EF4-FFF2-40B4-BE49-F238E27FC236}">
                    <a16:creationId xmlns:a16="http://schemas.microsoft.com/office/drawing/2014/main" id="{7E75413E-D2B7-4088-952A-B333627204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4" name="Line 30">
                <a:extLst>
                  <a:ext uri="{FF2B5EF4-FFF2-40B4-BE49-F238E27FC236}">
                    <a16:creationId xmlns:a16="http://schemas.microsoft.com/office/drawing/2014/main" id="{F0B8B8E6-2E74-4795-8E54-D4E8E1237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5" name="Line 31">
                <a:extLst>
                  <a:ext uri="{FF2B5EF4-FFF2-40B4-BE49-F238E27FC236}">
                    <a16:creationId xmlns:a16="http://schemas.microsoft.com/office/drawing/2014/main" id="{D4374495-BCD0-4189-9359-CEF632C62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6" name="Line 32">
                <a:extLst>
                  <a:ext uri="{FF2B5EF4-FFF2-40B4-BE49-F238E27FC236}">
                    <a16:creationId xmlns:a16="http://schemas.microsoft.com/office/drawing/2014/main" id="{17E01328-8719-4489-8037-70B8A79C9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7" name="Line 33">
                <a:extLst>
                  <a:ext uri="{FF2B5EF4-FFF2-40B4-BE49-F238E27FC236}">
                    <a16:creationId xmlns:a16="http://schemas.microsoft.com/office/drawing/2014/main" id="{3EE5B7A0-E9F5-4E53-AE86-2415F4A14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8" name="Line 34">
                <a:extLst>
                  <a:ext uri="{FF2B5EF4-FFF2-40B4-BE49-F238E27FC236}">
                    <a16:creationId xmlns:a16="http://schemas.microsoft.com/office/drawing/2014/main" id="{3E10F05A-9AAC-45E1-B556-694391CC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49" name="Line 35">
                <a:extLst>
                  <a:ext uri="{FF2B5EF4-FFF2-40B4-BE49-F238E27FC236}">
                    <a16:creationId xmlns:a16="http://schemas.microsoft.com/office/drawing/2014/main" id="{E13E4BE5-D484-4A71-88EB-2CFC9D5A1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0" name="Line 36">
                <a:extLst>
                  <a:ext uri="{FF2B5EF4-FFF2-40B4-BE49-F238E27FC236}">
                    <a16:creationId xmlns:a16="http://schemas.microsoft.com/office/drawing/2014/main" id="{310068A3-B3C4-4FD8-AAA1-AB83F42FF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1" name="Line 37">
                <a:extLst>
                  <a:ext uri="{FF2B5EF4-FFF2-40B4-BE49-F238E27FC236}">
                    <a16:creationId xmlns:a16="http://schemas.microsoft.com/office/drawing/2014/main" id="{28ACE5D9-F2CB-4253-8227-EE3373FA6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2" name="Line 38">
                <a:extLst>
                  <a:ext uri="{FF2B5EF4-FFF2-40B4-BE49-F238E27FC236}">
                    <a16:creationId xmlns:a16="http://schemas.microsoft.com/office/drawing/2014/main" id="{81076309-0781-483B-87FB-68424DBB2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3" name="Line 39">
                <a:extLst>
                  <a:ext uri="{FF2B5EF4-FFF2-40B4-BE49-F238E27FC236}">
                    <a16:creationId xmlns:a16="http://schemas.microsoft.com/office/drawing/2014/main" id="{CAED25EA-ED9B-49B9-BB3E-2A1CCD94F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4" name="Line 40">
                <a:extLst>
                  <a:ext uri="{FF2B5EF4-FFF2-40B4-BE49-F238E27FC236}">
                    <a16:creationId xmlns:a16="http://schemas.microsoft.com/office/drawing/2014/main" id="{2BC8337E-0AFD-46CE-97F8-AB593EB2D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5" name="Line 41">
                <a:extLst>
                  <a:ext uri="{FF2B5EF4-FFF2-40B4-BE49-F238E27FC236}">
                    <a16:creationId xmlns:a16="http://schemas.microsoft.com/office/drawing/2014/main" id="{02600AED-6FC1-4838-AEAD-7A2330E3B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6" name="Line 42">
                <a:extLst>
                  <a:ext uri="{FF2B5EF4-FFF2-40B4-BE49-F238E27FC236}">
                    <a16:creationId xmlns:a16="http://schemas.microsoft.com/office/drawing/2014/main" id="{C5841652-A36F-4CD7-BFBA-082335BC9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7" name="Line 43">
                <a:extLst>
                  <a:ext uri="{FF2B5EF4-FFF2-40B4-BE49-F238E27FC236}">
                    <a16:creationId xmlns:a16="http://schemas.microsoft.com/office/drawing/2014/main" id="{3A60A02A-0BB7-4277-8D0C-6D25E2EF3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8" name="Line 44">
                <a:extLst>
                  <a:ext uri="{FF2B5EF4-FFF2-40B4-BE49-F238E27FC236}">
                    <a16:creationId xmlns:a16="http://schemas.microsoft.com/office/drawing/2014/main" id="{9B6F34C0-A325-454D-9D89-AAF1B39EA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59" name="Line 45">
                <a:extLst>
                  <a:ext uri="{FF2B5EF4-FFF2-40B4-BE49-F238E27FC236}">
                    <a16:creationId xmlns:a16="http://schemas.microsoft.com/office/drawing/2014/main" id="{6CF0BE6C-093A-4FD6-8CEB-AB36D2739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0" name="Line 46">
                <a:extLst>
                  <a:ext uri="{FF2B5EF4-FFF2-40B4-BE49-F238E27FC236}">
                    <a16:creationId xmlns:a16="http://schemas.microsoft.com/office/drawing/2014/main" id="{98636B99-2716-46EA-8CCE-6BC565876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1" name="Line 47">
                <a:extLst>
                  <a:ext uri="{FF2B5EF4-FFF2-40B4-BE49-F238E27FC236}">
                    <a16:creationId xmlns:a16="http://schemas.microsoft.com/office/drawing/2014/main" id="{DC963219-6319-4519-8ED3-3F22549F1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2" name="Line 48">
                <a:extLst>
                  <a:ext uri="{FF2B5EF4-FFF2-40B4-BE49-F238E27FC236}">
                    <a16:creationId xmlns:a16="http://schemas.microsoft.com/office/drawing/2014/main" id="{A6940F66-0A8F-49EB-981D-8D5536C6B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3" name="Line 49">
                <a:extLst>
                  <a:ext uri="{FF2B5EF4-FFF2-40B4-BE49-F238E27FC236}">
                    <a16:creationId xmlns:a16="http://schemas.microsoft.com/office/drawing/2014/main" id="{9558EBC0-04C7-4B6B-AF71-0D20F6B15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4" name="Line 50">
                <a:extLst>
                  <a:ext uri="{FF2B5EF4-FFF2-40B4-BE49-F238E27FC236}">
                    <a16:creationId xmlns:a16="http://schemas.microsoft.com/office/drawing/2014/main" id="{AEA1FEAE-F2C6-4E6D-98BE-B1F81CFB0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5" name="Line 51">
                <a:extLst>
                  <a:ext uri="{FF2B5EF4-FFF2-40B4-BE49-F238E27FC236}">
                    <a16:creationId xmlns:a16="http://schemas.microsoft.com/office/drawing/2014/main" id="{1059E041-965A-42B5-BE76-3C13BC9C6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6" name="Line 52">
                <a:extLst>
                  <a:ext uri="{FF2B5EF4-FFF2-40B4-BE49-F238E27FC236}">
                    <a16:creationId xmlns:a16="http://schemas.microsoft.com/office/drawing/2014/main" id="{2EEB8989-69BB-422B-87F3-0FAE7B3E4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7" name="Line 53">
                <a:extLst>
                  <a:ext uri="{FF2B5EF4-FFF2-40B4-BE49-F238E27FC236}">
                    <a16:creationId xmlns:a16="http://schemas.microsoft.com/office/drawing/2014/main" id="{E9A21AB6-124A-4D57-ADED-AFB577BC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8" name="Line 54">
                <a:extLst>
                  <a:ext uri="{FF2B5EF4-FFF2-40B4-BE49-F238E27FC236}">
                    <a16:creationId xmlns:a16="http://schemas.microsoft.com/office/drawing/2014/main" id="{D0E910A8-D401-4E56-A58F-32501880B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9" name="Line 55">
                <a:extLst>
                  <a:ext uri="{FF2B5EF4-FFF2-40B4-BE49-F238E27FC236}">
                    <a16:creationId xmlns:a16="http://schemas.microsoft.com/office/drawing/2014/main" id="{13AC4EE7-8B86-487D-BBBC-B689525ED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0" name="Line 56">
                <a:extLst>
                  <a:ext uri="{FF2B5EF4-FFF2-40B4-BE49-F238E27FC236}">
                    <a16:creationId xmlns:a16="http://schemas.microsoft.com/office/drawing/2014/main" id="{EBB208BB-A847-4362-BABC-1EC11AA7B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1" name="Line 57">
                <a:extLst>
                  <a:ext uri="{FF2B5EF4-FFF2-40B4-BE49-F238E27FC236}">
                    <a16:creationId xmlns:a16="http://schemas.microsoft.com/office/drawing/2014/main" id="{2C0DB586-C072-493F-AF39-9626A6036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2" name="Line 58">
                <a:extLst>
                  <a:ext uri="{FF2B5EF4-FFF2-40B4-BE49-F238E27FC236}">
                    <a16:creationId xmlns:a16="http://schemas.microsoft.com/office/drawing/2014/main" id="{8F07AC31-D95A-440A-9090-C70AE1888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3" name="Line 59">
                <a:extLst>
                  <a:ext uri="{FF2B5EF4-FFF2-40B4-BE49-F238E27FC236}">
                    <a16:creationId xmlns:a16="http://schemas.microsoft.com/office/drawing/2014/main" id="{F60D1208-D0A6-4806-9406-6C5958099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4" name="Line 60">
                <a:extLst>
                  <a:ext uri="{FF2B5EF4-FFF2-40B4-BE49-F238E27FC236}">
                    <a16:creationId xmlns:a16="http://schemas.microsoft.com/office/drawing/2014/main" id="{DBCE5E90-8CD8-454D-8224-FC7222327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5" name="Line 61">
                <a:extLst>
                  <a:ext uri="{FF2B5EF4-FFF2-40B4-BE49-F238E27FC236}">
                    <a16:creationId xmlns:a16="http://schemas.microsoft.com/office/drawing/2014/main" id="{3C8D0E0D-781F-4850-9AC5-680B725F2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6" name="Line 62">
                <a:extLst>
                  <a:ext uri="{FF2B5EF4-FFF2-40B4-BE49-F238E27FC236}">
                    <a16:creationId xmlns:a16="http://schemas.microsoft.com/office/drawing/2014/main" id="{37530AEC-D437-4FBC-9041-378BEE25D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7" name="Line 63">
                <a:extLst>
                  <a:ext uri="{FF2B5EF4-FFF2-40B4-BE49-F238E27FC236}">
                    <a16:creationId xmlns:a16="http://schemas.microsoft.com/office/drawing/2014/main" id="{92D0D853-71A5-4B61-8961-4D069E898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8" name="Line 64">
                <a:extLst>
                  <a:ext uri="{FF2B5EF4-FFF2-40B4-BE49-F238E27FC236}">
                    <a16:creationId xmlns:a16="http://schemas.microsoft.com/office/drawing/2014/main" id="{FA981E1B-11C4-4086-9169-C1F395E32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9" name="Line 65">
                <a:extLst>
                  <a:ext uri="{FF2B5EF4-FFF2-40B4-BE49-F238E27FC236}">
                    <a16:creationId xmlns:a16="http://schemas.microsoft.com/office/drawing/2014/main" id="{25078E2D-E440-498C-BFDC-4C708F041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0" name="Line 66">
                <a:extLst>
                  <a:ext uri="{FF2B5EF4-FFF2-40B4-BE49-F238E27FC236}">
                    <a16:creationId xmlns:a16="http://schemas.microsoft.com/office/drawing/2014/main" id="{F0B40233-8130-471C-A188-CA651C7B5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1" name="Line 67">
                <a:extLst>
                  <a:ext uri="{FF2B5EF4-FFF2-40B4-BE49-F238E27FC236}">
                    <a16:creationId xmlns:a16="http://schemas.microsoft.com/office/drawing/2014/main" id="{BC4A5550-9381-4E57-83EA-B4C3A2620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2" name="Line 68">
                <a:extLst>
                  <a:ext uri="{FF2B5EF4-FFF2-40B4-BE49-F238E27FC236}">
                    <a16:creationId xmlns:a16="http://schemas.microsoft.com/office/drawing/2014/main" id="{5D24E0B5-B5C9-4D61-BA8F-A514380B2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3" name="Line 69">
                <a:extLst>
                  <a:ext uri="{FF2B5EF4-FFF2-40B4-BE49-F238E27FC236}">
                    <a16:creationId xmlns:a16="http://schemas.microsoft.com/office/drawing/2014/main" id="{8680661B-823D-4203-9B62-54C2260EB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4" name="Line 70">
                <a:extLst>
                  <a:ext uri="{FF2B5EF4-FFF2-40B4-BE49-F238E27FC236}">
                    <a16:creationId xmlns:a16="http://schemas.microsoft.com/office/drawing/2014/main" id="{39E58588-B699-41B6-9AB6-6EEBD6C3F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5" name="Line 71">
                <a:extLst>
                  <a:ext uri="{FF2B5EF4-FFF2-40B4-BE49-F238E27FC236}">
                    <a16:creationId xmlns:a16="http://schemas.microsoft.com/office/drawing/2014/main" id="{EC53FCB5-ED7D-4555-BF7D-A85AEE298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6" name="Line 72">
                <a:extLst>
                  <a:ext uri="{FF2B5EF4-FFF2-40B4-BE49-F238E27FC236}">
                    <a16:creationId xmlns:a16="http://schemas.microsoft.com/office/drawing/2014/main" id="{C48A9C86-9259-479B-90BB-1993F8B8D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7" name="Line 73">
                <a:extLst>
                  <a:ext uri="{FF2B5EF4-FFF2-40B4-BE49-F238E27FC236}">
                    <a16:creationId xmlns:a16="http://schemas.microsoft.com/office/drawing/2014/main" id="{63A1DB92-575C-4719-9637-FBBDAF11D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8" name="Line 74">
                <a:extLst>
                  <a:ext uri="{FF2B5EF4-FFF2-40B4-BE49-F238E27FC236}">
                    <a16:creationId xmlns:a16="http://schemas.microsoft.com/office/drawing/2014/main" id="{6FF587A3-3934-48A3-8118-9031F869E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9" name="Line 75">
                <a:extLst>
                  <a:ext uri="{FF2B5EF4-FFF2-40B4-BE49-F238E27FC236}">
                    <a16:creationId xmlns:a16="http://schemas.microsoft.com/office/drawing/2014/main" id="{2F7F4FAF-CE02-4DC3-AB37-38DC9A97E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0" name="Line 76">
                <a:extLst>
                  <a:ext uri="{FF2B5EF4-FFF2-40B4-BE49-F238E27FC236}">
                    <a16:creationId xmlns:a16="http://schemas.microsoft.com/office/drawing/2014/main" id="{B5EAEF62-A4F3-4397-9DEA-2933FF4C5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1" name="Line 77">
                <a:extLst>
                  <a:ext uri="{FF2B5EF4-FFF2-40B4-BE49-F238E27FC236}">
                    <a16:creationId xmlns:a16="http://schemas.microsoft.com/office/drawing/2014/main" id="{F179E5D0-857B-4DD2-989B-A4CDD7CB1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2" name="Line 78">
                <a:extLst>
                  <a:ext uri="{FF2B5EF4-FFF2-40B4-BE49-F238E27FC236}">
                    <a16:creationId xmlns:a16="http://schemas.microsoft.com/office/drawing/2014/main" id="{AF7A41D0-ED3F-4FA8-9180-8D0B24D81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3" name="Line 79">
                <a:extLst>
                  <a:ext uri="{FF2B5EF4-FFF2-40B4-BE49-F238E27FC236}">
                    <a16:creationId xmlns:a16="http://schemas.microsoft.com/office/drawing/2014/main" id="{D129B2BA-9690-451F-A162-B2404B566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4" name="Line 80">
                <a:extLst>
                  <a:ext uri="{FF2B5EF4-FFF2-40B4-BE49-F238E27FC236}">
                    <a16:creationId xmlns:a16="http://schemas.microsoft.com/office/drawing/2014/main" id="{5CB05C62-CDD9-4CD9-A356-04A4F518C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5" name="Line 81">
                <a:extLst>
                  <a:ext uri="{FF2B5EF4-FFF2-40B4-BE49-F238E27FC236}">
                    <a16:creationId xmlns:a16="http://schemas.microsoft.com/office/drawing/2014/main" id="{FB4617AB-0F13-46E4-B40C-C4B08A72A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6" name="Line 82">
                <a:extLst>
                  <a:ext uri="{FF2B5EF4-FFF2-40B4-BE49-F238E27FC236}">
                    <a16:creationId xmlns:a16="http://schemas.microsoft.com/office/drawing/2014/main" id="{8EE077F6-A025-427E-9929-FA9B52647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7" name="Line 83">
                <a:extLst>
                  <a:ext uri="{FF2B5EF4-FFF2-40B4-BE49-F238E27FC236}">
                    <a16:creationId xmlns:a16="http://schemas.microsoft.com/office/drawing/2014/main" id="{E050768A-55B3-49B8-AAC0-3707DF4BE6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8" name="Line 84">
                <a:extLst>
                  <a:ext uri="{FF2B5EF4-FFF2-40B4-BE49-F238E27FC236}">
                    <a16:creationId xmlns:a16="http://schemas.microsoft.com/office/drawing/2014/main" id="{371188D8-71A0-4281-9022-B23143C3D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99" name="Line 85">
                <a:extLst>
                  <a:ext uri="{FF2B5EF4-FFF2-40B4-BE49-F238E27FC236}">
                    <a16:creationId xmlns:a16="http://schemas.microsoft.com/office/drawing/2014/main" id="{A1962EB2-6B48-4AB3-A409-A246B8E6C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0" name="Line 86">
                <a:extLst>
                  <a:ext uri="{FF2B5EF4-FFF2-40B4-BE49-F238E27FC236}">
                    <a16:creationId xmlns:a16="http://schemas.microsoft.com/office/drawing/2014/main" id="{52BF2C79-4E84-4BD6-B86C-834AA18FD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1" name="Line 87">
                <a:extLst>
                  <a:ext uri="{FF2B5EF4-FFF2-40B4-BE49-F238E27FC236}">
                    <a16:creationId xmlns:a16="http://schemas.microsoft.com/office/drawing/2014/main" id="{75B17DEF-FBF5-47BC-AFCE-3BE718ED3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2" name="Line 88">
                <a:extLst>
                  <a:ext uri="{FF2B5EF4-FFF2-40B4-BE49-F238E27FC236}">
                    <a16:creationId xmlns:a16="http://schemas.microsoft.com/office/drawing/2014/main" id="{B76CF287-BCAF-4EE8-A75B-7774515C8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3" name="Line 89">
                <a:extLst>
                  <a:ext uri="{FF2B5EF4-FFF2-40B4-BE49-F238E27FC236}">
                    <a16:creationId xmlns:a16="http://schemas.microsoft.com/office/drawing/2014/main" id="{DF372716-1B44-42D3-8975-B3DB5588E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4" name="Line 90">
                <a:extLst>
                  <a:ext uri="{FF2B5EF4-FFF2-40B4-BE49-F238E27FC236}">
                    <a16:creationId xmlns:a16="http://schemas.microsoft.com/office/drawing/2014/main" id="{017132E0-7ACC-4F74-A49A-56A2E43CB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5" name="Line 91">
                <a:extLst>
                  <a:ext uri="{FF2B5EF4-FFF2-40B4-BE49-F238E27FC236}">
                    <a16:creationId xmlns:a16="http://schemas.microsoft.com/office/drawing/2014/main" id="{193AA37E-D86C-4363-894F-3631947DD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6" name="Line 92">
                <a:extLst>
                  <a:ext uri="{FF2B5EF4-FFF2-40B4-BE49-F238E27FC236}">
                    <a16:creationId xmlns:a16="http://schemas.microsoft.com/office/drawing/2014/main" id="{321ADC54-D6BE-4639-8C7C-6C7DA1E51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7" name="Line 93">
                <a:extLst>
                  <a:ext uri="{FF2B5EF4-FFF2-40B4-BE49-F238E27FC236}">
                    <a16:creationId xmlns:a16="http://schemas.microsoft.com/office/drawing/2014/main" id="{ABD2E1A9-C61A-4F1A-8E96-96CD98C55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8" name="Line 94">
                <a:extLst>
                  <a:ext uri="{FF2B5EF4-FFF2-40B4-BE49-F238E27FC236}">
                    <a16:creationId xmlns:a16="http://schemas.microsoft.com/office/drawing/2014/main" id="{4FD1163B-A969-4F96-921A-50D7FC7C5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09" name="Line 95">
                <a:extLst>
                  <a:ext uri="{FF2B5EF4-FFF2-40B4-BE49-F238E27FC236}">
                    <a16:creationId xmlns:a16="http://schemas.microsoft.com/office/drawing/2014/main" id="{24FBA66B-06AF-4F8A-BA1C-A79B6B2C6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0" name="Line 96">
                <a:extLst>
                  <a:ext uri="{FF2B5EF4-FFF2-40B4-BE49-F238E27FC236}">
                    <a16:creationId xmlns:a16="http://schemas.microsoft.com/office/drawing/2014/main" id="{2DECC1FD-6D4C-4C7E-94F3-CE6557776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1" name="Line 97">
                <a:extLst>
                  <a:ext uri="{FF2B5EF4-FFF2-40B4-BE49-F238E27FC236}">
                    <a16:creationId xmlns:a16="http://schemas.microsoft.com/office/drawing/2014/main" id="{CA1494F8-2A9A-49AB-8F5C-F3FEAF7D1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2" name="Line 98">
                <a:extLst>
                  <a:ext uri="{FF2B5EF4-FFF2-40B4-BE49-F238E27FC236}">
                    <a16:creationId xmlns:a16="http://schemas.microsoft.com/office/drawing/2014/main" id="{33C87E03-3B67-4BAD-B22A-3762B8EBE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3" name="Line 99">
                <a:extLst>
                  <a:ext uri="{FF2B5EF4-FFF2-40B4-BE49-F238E27FC236}">
                    <a16:creationId xmlns:a16="http://schemas.microsoft.com/office/drawing/2014/main" id="{7AC3319C-DCC1-4AD0-9DB2-6EC536165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4" name="Line 100">
                <a:extLst>
                  <a:ext uri="{FF2B5EF4-FFF2-40B4-BE49-F238E27FC236}">
                    <a16:creationId xmlns:a16="http://schemas.microsoft.com/office/drawing/2014/main" id="{21AFDBB9-435A-4A11-A2C0-E6C975D38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5" name="Line 101">
                <a:extLst>
                  <a:ext uri="{FF2B5EF4-FFF2-40B4-BE49-F238E27FC236}">
                    <a16:creationId xmlns:a16="http://schemas.microsoft.com/office/drawing/2014/main" id="{78199A7E-E1EA-4725-9D7C-B67334790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6" name="Line 102">
                <a:extLst>
                  <a:ext uri="{FF2B5EF4-FFF2-40B4-BE49-F238E27FC236}">
                    <a16:creationId xmlns:a16="http://schemas.microsoft.com/office/drawing/2014/main" id="{AF33128E-4F1D-49DE-ADAC-1C2165F7C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7" name="Line 103">
                <a:extLst>
                  <a:ext uri="{FF2B5EF4-FFF2-40B4-BE49-F238E27FC236}">
                    <a16:creationId xmlns:a16="http://schemas.microsoft.com/office/drawing/2014/main" id="{6C900A18-76E9-44FF-8EC1-F6F6BAD0C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8" name="Line 104">
                <a:extLst>
                  <a:ext uri="{FF2B5EF4-FFF2-40B4-BE49-F238E27FC236}">
                    <a16:creationId xmlns:a16="http://schemas.microsoft.com/office/drawing/2014/main" id="{0FDC4C61-8888-47CE-BEC4-F1B62F5E6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19" name="Line 105">
                <a:extLst>
                  <a:ext uri="{FF2B5EF4-FFF2-40B4-BE49-F238E27FC236}">
                    <a16:creationId xmlns:a16="http://schemas.microsoft.com/office/drawing/2014/main" id="{C9E619FE-1715-40E2-855A-39258F195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0" name="Line 106">
                <a:extLst>
                  <a:ext uri="{FF2B5EF4-FFF2-40B4-BE49-F238E27FC236}">
                    <a16:creationId xmlns:a16="http://schemas.microsoft.com/office/drawing/2014/main" id="{12B39E67-40DF-4E66-A80D-0F083537B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1" name="Line 107">
                <a:extLst>
                  <a:ext uri="{FF2B5EF4-FFF2-40B4-BE49-F238E27FC236}">
                    <a16:creationId xmlns:a16="http://schemas.microsoft.com/office/drawing/2014/main" id="{49DA7B27-D386-4C94-ACC2-AFF938B78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2" name="Line 108">
                <a:extLst>
                  <a:ext uri="{FF2B5EF4-FFF2-40B4-BE49-F238E27FC236}">
                    <a16:creationId xmlns:a16="http://schemas.microsoft.com/office/drawing/2014/main" id="{EE10FD99-36B6-4741-AE22-6C52CEC3F8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3" name="Line 109">
                <a:extLst>
                  <a:ext uri="{FF2B5EF4-FFF2-40B4-BE49-F238E27FC236}">
                    <a16:creationId xmlns:a16="http://schemas.microsoft.com/office/drawing/2014/main" id="{3DA81E1E-1F84-4F67-99FD-3418866E2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4" name="Line 110">
                <a:extLst>
                  <a:ext uri="{FF2B5EF4-FFF2-40B4-BE49-F238E27FC236}">
                    <a16:creationId xmlns:a16="http://schemas.microsoft.com/office/drawing/2014/main" id="{8FAD9768-52D4-44C0-9DAB-6F9FE5994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5" name="Line 111">
                <a:extLst>
                  <a:ext uri="{FF2B5EF4-FFF2-40B4-BE49-F238E27FC236}">
                    <a16:creationId xmlns:a16="http://schemas.microsoft.com/office/drawing/2014/main" id="{394A8FD0-D64A-4D7A-B743-06F237580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6" name="Line 112">
                <a:extLst>
                  <a:ext uri="{FF2B5EF4-FFF2-40B4-BE49-F238E27FC236}">
                    <a16:creationId xmlns:a16="http://schemas.microsoft.com/office/drawing/2014/main" id="{481B31D4-7A0C-45E9-AA13-C09FE6BCB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7" name="Line 113">
                <a:extLst>
                  <a:ext uri="{FF2B5EF4-FFF2-40B4-BE49-F238E27FC236}">
                    <a16:creationId xmlns:a16="http://schemas.microsoft.com/office/drawing/2014/main" id="{F9FDF3C6-5EFD-46E3-9435-BE4E9DEB6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8" name="Line 114">
                <a:extLst>
                  <a:ext uri="{FF2B5EF4-FFF2-40B4-BE49-F238E27FC236}">
                    <a16:creationId xmlns:a16="http://schemas.microsoft.com/office/drawing/2014/main" id="{61066290-4080-4A4C-A451-5E484E912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9" name="Line 115">
                <a:extLst>
                  <a:ext uri="{FF2B5EF4-FFF2-40B4-BE49-F238E27FC236}">
                    <a16:creationId xmlns:a16="http://schemas.microsoft.com/office/drawing/2014/main" id="{A9DE414C-7148-4B70-B856-E5E4D6155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0" name="Line 116">
                <a:extLst>
                  <a:ext uri="{FF2B5EF4-FFF2-40B4-BE49-F238E27FC236}">
                    <a16:creationId xmlns:a16="http://schemas.microsoft.com/office/drawing/2014/main" id="{E08AC2B6-21F1-4799-BDC0-6CFC035F8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1" name="Line 117">
                <a:extLst>
                  <a:ext uri="{FF2B5EF4-FFF2-40B4-BE49-F238E27FC236}">
                    <a16:creationId xmlns:a16="http://schemas.microsoft.com/office/drawing/2014/main" id="{D8AA31A6-5502-4778-BAE7-ADC7C3469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2" name="Line 118">
                <a:extLst>
                  <a:ext uri="{FF2B5EF4-FFF2-40B4-BE49-F238E27FC236}">
                    <a16:creationId xmlns:a16="http://schemas.microsoft.com/office/drawing/2014/main" id="{CD7EC918-73BE-4385-9E60-11BC90598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3" name="Line 119">
                <a:extLst>
                  <a:ext uri="{FF2B5EF4-FFF2-40B4-BE49-F238E27FC236}">
                    <a16:creationId xmlns:a16="http://schemas.microsoft.com/office/drawing/2014/main" id="{104E00FF-A09C-468B-987F-DF8DA259D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4" name="Line 120">
                <a:extLst>
                  <a:ext uri="{FF2B5EF4-FFF2-40B4-BE49-F238E27FC236}">
                    <a16:creationId xmlns:a16="http://schemas.microsoft.com/office/drawing/2014/main" id="{9AF18EE5-1DE9-4BD6-B94D-9B852E5A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5" name="Line 121">
                <a:extLst>
                  <a:ext uri="{FF2B5EF4-FFF2-40B4-BE49-F238E27FC236}">
                    <a16:creationId xmlns:a16="http://schemas.microsoft.com/office/drawing/2014/main" id="{C4A5925D-B794-46D5-AFDD-4D4BFF7FC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6" name="Line 122">
                <a:extLst>
                  <a:ext uri="{FF2B5EF4-FFF2-40B4-BE49-F238E27FC236}">
                    <a16:creationId xmlns:a16="http://schemas.microsoft.com/office/drawing/2014/main" id="{3F453883-E03D-47E7-A048-E7D35C309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7" name="Line 123">
                <a:extLst>
                  <a:ext uri="{FF2B5EF4-FFF2-40B4-BE49-F238E27FC236}">
                    <a16:creationId xmlns:a16="http://schemas.microsoft.com/office/drawing/2014/main" id="{0AD2C03C-67AE-4F84-9A50-0D3F9D408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8" name="Line 124">
                <a:extLst>
                  <a:ext uri="{FF2B5EF4-FFF2-40B4-BE49-F238E27FC236}">
                    <a16:creationId xmlns:a16="http://schemas.microsoft.com/office/drawing/2014/main" id="{932B6598-B4B2-4F20-85B1-4CEB70961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9" name="Line 125">
                <a:extLst>
                  <a:ext uri="{FF2B5EF4-FFF2-40B4-BE49-F238E27FC236}">
                    <a16:creationId xmlns:a16="http://schemas.microsoft.com/office/drawing/2014/main" id="{AD114075-EED3-432F-BD95-C595761C0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0" name="Line 126">
                <a:extLst>
                  <a:ext uri="{FF2B5EF4-FFF2-40B4-BE49-F238E27FC236}">
                    <a16:creationId xmlns:a16="http://schemas.microsoft.com/office/drawing/2014/main" id="{10B125C5-CC22-4B92-BA75-E10E5D6D6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1" name="Line 127">
                <a:extLst>
                  <a:ext uri="{FF2B5EF4-FFF2-40B4-BE49-F238E27FC236}">
                    <a16:creationId xmlns:a16="http://schemas.microsoft.com/office/drawing/2014/main" id="{4A99DA0A-43BE-4AE0-A94F-91B6FD7A2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2" name="Line 128">
                <a:extLst>
                  <a:ext uri="{FF2B5EF4-FFF2-40B4-BE49-F238E27FC236}">
                    <a16:creationId xmlns:a16="http://schemas.microsoft.com/office/drawing/2014/main" id="{1A1248E1-1F55-4642-9714-8F0C79687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3" name="Line 129">
                <a:extLst>
                  <a:ext uri="{FF2B5EF4-FFF2-40B4-BE49-F238E27FC236}">
                    <a16:creationId xmlns:a16="http://schemas.microsoft.com/office/drawing/2014/main" id="{E3280347-F2EE-415F-8E14-F60241935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4" name="Line 130">
                <a:extLst>
                  <a:ext uri="{FF2B5EF4-FFF2-40B4-BE49-F238E27FC236}">
                    <a16:creationId xmlns:a16="http://schemas.microsoft.com/office/drawing/2014/main" id="{34346485-762E-478F-A425-097421C33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5" name="Line 131">
                <a:extLst>
                  <a:ext uri="{FF2B5EF4-FFF2-40B4-BE49-F238E27FC236}">
                    <a16:creationId xmlns:a16="http://schemas.microsoft.com/office/drawing/2014/main" id="{DD9A1FD9-53A5-49B5-A34E-F5A5CD658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6" name="Line 132">
                <a:extLst>
                  <a:ext uri="{FF2B5EF4-FFF2-40B4-BE49-F238E27FC236}">
                    <a16:creationId xmlns:a16="http://schemas.microsoft.com/office/drawing/2014/main" id="{F694FD14-0DD7-41F3-832F-3E000C2D9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7" name="Line 133">
                <a:extLst>
                  <a:ext uri="{FF2B5EF4-FFF2-40B4-BE49-F238E27FC236}">
                    <a16:creationId xmlns:a16="http://schemas.microsoft.com/office/drawing/2014/main" id="{338103FF-5941-425A-AE14-A816C70EE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8" name="Line 134">
                <a:extLst>
                  <a:ext uri="{FF2B5EF4-FFF2-40B4-BE49-F238E27FC236}">
                    <a16:creationId xmlns:a16="http://schemas.microsoft.com/office/drawing/2014/main" id="{912EBB35-3E38-48E7-A07C-207A269CE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9" name="Line 135">
                <a:extLst>
                  <a:ext uri="{FF2B5EF4-FFF2-40B4-BE49-F238E27FC236}">
                    <a16:creationId xmlns:a16="http://schemas.microsoft.com/office/drawing/2014/main" id="{34D1292F-D779-44AC-9D37-449F82733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0" name="Line 136">
                <a:extLst>
                  <a:ext uri="{FF2B5EF4-FFF2-40B4-BE49-F238E27FC236}">
                    <a16:creationId xmlns:a16="http://schemas.microsoft.com/office/drawing/2014/main" id="{40FB1080-5921-4C50-93F3-3D4C77E80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1" name="Line 137">
                <a:extLst>
                  <a:ext uri="{FF2B5EF4-FFF2-40B4-BE49-F238E27FC236}">
                    <a16:creationId xmlns:a16="http://schemas.microsoft.com/office/drawing/2014/main" id="{D1214850-73C1-4CAA-9561-3826F53B2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2" name="Line 138">
                <a:extLst>
                  <a:ext uri="{FF2B5EF4-FFF2-40B4-BE49-F238E27FC236}">
                    <a16:creationId xmlns:a16="http://schemas.microsoft.com/office/drawing/2014/main" id="{188B1727-A565-4B1B-BA36-393B91DA7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3" name="Line 139">
                <a:extLst>
                  <a:ext uri="{FF2B5EF4-FFF2-40B4-BE49-F238E27FC236}">
                    <a16:creationId xmlns:a16="http://schemas.microsoft.com/office/drawing/2014/main" id="{EBC7BC08-87D7-4A2E-8543-B3CBD3475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4" name="Line 140">
                <a:extLst>
                  <a:ext uri="{FF2B5EF4-FFF2-40B4-BE49-F238E27FC236}">
                    <a16:creationId xmlns:a16="http://schemas.microsoft.com/office/drawing/2014/main" id="{17124AE6-9C13-4081-83B8-683B0D128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5" name="Line 141">
                <a:extLst>
                  <a:ext uri="{FF2B5EF4-FFF2-40B4-BE49-F238E27FC236}">
                    <a16:creationId xmlns:a16="http://schemas.microsoft.com/office/drawing/2014/main" id="{C4806399-43A5-4783-9EB1-97DD27024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6" name="Line 142">
                <a:extLst>
                  <a:ext uri="{FF2B5EF4-FFF2-40B4-BE49-F238E27FC236}">
                    <a16:creationId xmlns:a16="http://schemas.microsoft.com/office/drawing/2014/main" id="{1BE102CF-5556-4B8F-85CE-56A638496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7" name="Line 143">
                <a:extLst>
                  <a:ext uri="{FF2B5EF4-FFF2-40B4-BE49-F238E27FC236}">
                    <a16:creationId xmlns:a16="http://schemas.microsoft.com/office/drawing/2014/main" id="{1999B6B8-0AB9-432C-A7E8-2325D1A12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8" name="Line 144">
                <a:extLst>
                  <a:ext uri="{FF2B5EF4-FFF2-40B4-BE49-F238E27FC236}">
                    <a16:creationId xmlns:a16="http://schemas.microsoft.com/office/drawing/2014/main" id="{EEEAC0C4-4276-456D-A398-375CA752DE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59" name="Line 145">
                <a:extLst>
                  <a:ext uri="{FF2B5EF4-FFF2-40B4-BE49-F238E27FC236}">
                    <a16:creationId xmlns:a16="http://schemas.microsoft.com/office/drawing/2014/main" id="{D2C5877C-A4C6-4592-B5A7-9D43744C3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0" name="Line 146">
                <a:extLst>
                  <a:ext uri="{FF2B5EF4-FFF2-40B4-BE49-F238E27FC236}">
                    <a16:creationId xmlns:a16="http://schemas.microsoft.com/office/drawing/2014/main" id="{F4593CB5-EE71-430A-BF03-0D0246A14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1" name="Line 147">
                <a:extLst>
                  <a:ext uri="{FF2B5EF4-FFF2-40B4-BE49-F238E27FC236}">
                    <a16:creationId xmlns:a16="http://schemas.microsoft.com/office/drawing/2014/main" id="{024D5383-3EC6-4216-8818-3C41CB119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2" name="Line 148">
                <a:extLst>
                  <a:ext uri="{FF2B5EF4-FFF2-40B4-BE49-F238E27FC236}">
                    <a16:creationId xmlns:a16="http://schemas.microsoft.com/office/drawing/2014/main" id="{817C8F0D-451F-4A0A-AB10-DE3265C44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3" name="Line 149">
                <a:extLst>
                  <a:ext uri="{FF2B5EF4-FFF2-40B4-BE49-F238E27FC236}">
                    <a16:creationId xmlns:a16="http://schemas.microsoft.com/office/drawing/2014/main" id="{3EC61862-35FE-423E-84D4-D0EBE83EC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4" name="Line 150">
                <a:extLst>
                  <a:ext uri="{FF2B5EF4-FFF2-40B4-BE49-F238E27FC236}">
                    <a16:creationId xmlns:a16="http://schemas.microsoft.com/office/drawing/2014/main" id="{DD3B39BE-DC9C-47DA-9B62-780501B6E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5" name="Line 151">
                <a:extLst>
                  <a:ext uri="{FF2B5EF4-FFF2-40B4-BE49-F238E27FC236}">
                    <a16:creationId xmlns:a16="http://schemas.microsoft.com/office/drawing/2014/main" id="{0DA5F887-5698-4D33-99AB-042097C28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6" name="Line 152">
                <a:extLst>
                  <a:ext uri="{FF2B5EF4-FFF2-40B4-BE49-F238E27FC236}">
                    <a16:creationId xmlns:a16="http://schemas.microsoft.com/office/drawing/2014/main" id="{F2371A71-F282-4DAA-A3EA-2AF833733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7" name="Line 153">
                <a:extLst>
                  <a:ext uri="{FF2B5EF4-FFF2-40B4-BE49-F238E27FC236}">
                    <a16:creationId xmlns:a16="http://schemas.microsoft.com/office/drawing/2014/main" id="{F6247409-C4B9-4774-8238-A72A6C371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8" name="Line 154">
                <a:extLst>
                  <a:ext uri="{FF2B5EF4-FFF2-40B4-BE49-F238E27FC236}">
                    <a16:creationId xmlns:a16="http://schemas.microsoft.com/office/drawing/2014/main" id="{C0D4C49C-A292-4FC8-8816-E27407F47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69" name="Line 155">
                <a:extLst>
                  <a:ext uri="{FF2B5EF4-FFF2-40B4-BE49-F238E27FC236}">
                    <a16:creationId xmlns:a16="http://schemas.microsoft.com/office/drawing/2014/main" id="{A1096969-6FBC-4689-9C55-7E96C9D39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0" name="Line 156">
                <a:extLst>
                  <a:ext uri="{FF2B5EF4-FFF2-40B4-BE49-F238E27FC236}">
                    <a16:creationId xmlns:a16="http://schemas.microsoft.com/office/drawing/2014/main" id="{196BB418-32A7-44F0-99BF-FD8062391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1" name="Line 157">
                <a:extLst>
                  <a:ext uri="{FF2B5EF4-FFF2-40B4-BE49-F238E27FC236}">
                    <a16:creationId xmlns:a16="http://schemas.microsoft.com/office/drawing/2014/main" id="{8A7A89F6-6169-47D4-BFA0-E89890047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2" name="Line 158">
                <a:extLst>
                  <a:ext uri="{FF2B5EF4-FFF2-40B4-BE49-F238E27FC236}">
                    <a16:creationId xmlns:a16="http://schemas.microsoft.com/office/drawing/2014/main" id="{4C71C3C2-154F-4AF6-B5DB-268868567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3" name="Line 159">
                <a:extLst>
                  <a:ext uri="{FF2B5EF4-FFF2-40B4-BE49-F238E27FC236}">
                    <a16:creationId xmlns:a16="http://schemas.microsoft.com/office/drawing/2014/main" id="{16F3D7F4-3C82-44C2-A0DD-DBDF553C5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4" name="Line 160">
                <a:extLst>
                  <a:ext uri="{FF2B5EF4-FFF2-40B4-BE49-F238E27FC236}">
                    <a16:creationId xmlns:a16="http://schemas.microsoft.com/office/drawing/2014/main" id="{02A0D374-8DF6-4373-BCDD-0C4F72C50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5" name="Line 161">
                <a:extLst>
                  <a:ext uri="{FF2B5EF4-FFF2-40B4-BE49-F238E27FC236}">
                    <a16:creationId xmlns:a16="http://schemas.microsoft.com/office/drawing/2014/main" id="{40618ED6-AA3E-4162-8211-E86F5892F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6" name="Line 162">
                <a:extLst>
                  <a:ext uri="{FF2B5EF4-FFF2-40B4-BE49-F238E27FC236}">
                    <a16:creationId xmlns:a16="http://schemas.microsoft.com/office/drawing/2014/main" id="{7E18E2A6-65EB-4327-9821-86A2A38B0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7" name="Line 163">
                <a:extLst>
                  <a:ext uri="{FF2B5EF4-FFF2-40B4-BE49-F238E27FC236}">
                    <a16:creationId xmlns:a16="http://schemas.microsoft.com/office/drawing/2014/main" id="{8521ABB3-63C2-4E22-A55A-2798CD56A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8" name="Line 164">
                <a:extLst>
                  <a:ext uri="{FF2B5EF4-FFF2-40B4-BE49-F238E27FC236}">
                    <a16:creationId xmlns:a16="http://schemas.microsoft.com/office/drawing/2014/main" id="{EAC75574-9B0F-46A2-8A92-583928969B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79" name="Line 165">
                <a:extLst>
                  <a:ext uri="{FF2B5EF4-FFF2-40B4-BE49-F238E27FC236}">
                    <a16:creationId xmlns:a16="http://schemas.microsoft.com/office/drawing/2014/main" id="{46D57219-3BE8-436A-A5E5-28113284E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0" name="Line 166">
                <a:extLst>
                  <a:ext uri="{FF2B5EF4-FFF2-40B4-BE49-F238E27FC236}">
                    <a16:creationId xmlns:a16="http://schemas.microsoft.com/office/drawing/2014/main" id="{F1384E2D-E4ED-424A-BEE4-1B67706A6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1" name="Line 167">
                <a:extLst>
                  <a:ext uri="{FF2B5EF4-FFF2-40B4-BE49-F238E27FC236}">
                    <a16:creationId xmlns:a16="http://schemas.microsoft.com/office/drawing/2014/main" id="{A08F51D3-85A6-4630-982E-049FB651A9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2" name="Line 168">
                <a:extLst>
                  <a:ext uri="{FF2B5EF4-FFF2-40B4-BE49-F238E27FC236}">
                    <a16:creationId xmlns:a16="http://schemas.microsoft.com/office/drawing/2014/main" id="{2DF7E985-427D-4A95-BB5F-39AE56271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3" name="Line 169">
                <a:extLst>
                  <a:ext uri="{FF2B5EF4-FFF2-40B4-BE49-F238E27FC236}">
                    <a16:creationId xmlns:a16="http://schemas.microsoft.com/office/drawing/2014/main" id="{B11F2587-85C5-4344-98F0-F79A0F4D8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4" name="Line 170">
                <a:extLst>
                  <a:ext uri="{FF2B5EF4-FFF2-40B4-BE49-F238E27FC236}">
                    <a16:creationId xmlns:a16="http://schemas.microsoft.com/office/drawing/2014/main" id="{930E21FA-D1A6-4E28-9E06-6E13575E6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5" name="Line 171">
                <a:extLst>
                  <a:ext uri="{FF2B5EF4-FFF2-40B4-BE49-F238E27FC236}">
                    <a16:creationId xmlns:a16="http://schemas.microsoft.com/office/drawing/2014/main" id="{2BE4E7A5-3DCF-41A2-85C7-74EE5ED58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6" name="Line 172">
                <a:extLst>
                  <a:ext uri="{FF2B5EF4-FFF2-40B4-BE49-F238E27FC236}">
                    <a16:creationId xmlns:a16="http://schemas.microsoft.com/office/drawing/2014/main" id="{6F4A2932-3751-4434-B453-A60627B07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7" name="Line 173">
                <a:extLst>
                  <a:ext uri="{FF2B5EF4-FFF2-40B4-BE49-F238E27FC236}">
                    <a16:creationId xmlns:a16="http://schemas.microsoft.com/office/drawing/2014/main" id="{02C28451-52A9-427C-AEC7-7CC41012B7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8" name="Line 174">
                <a:extLst>
                  <a:ext uri="{FF2B5EF4-FFF2-40B4-BE49-F238E27FC236}">
                    <a16:creationId xmlns:a16="http://schemas.microsoft.com/office/drawing/2014/main" id="{5FFB1EB9-688C-41F5-BB9B-AB7780AB7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9" name="Line 175">
                <a:extLst>
                  <a:ext uri="{FF2B5EF4-FFF2-40B4-BE49-F238E27FC236}">
                    <a16:creationId xmlns:a16="http://schemas.microsoft.com/office/drawing/2014/main" id="{4A49EA9F-97D9-494D-9B2D-98CCF5F3F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0" name="Line 176">
                <a:extLst>
                  <a:ext uri="{FF2B5EF4-FFF2-40B4-BE49-F238E27FC236}">
                    <a16:creationId xmlns:a16="http://schemas.microsoft.com/office/drawing/2014/main" id="{7F368F8B-EB2F-4F26-8EDF-AABB97047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1" name="Line 177">
                <a:extLst>
                  <a:ext uri="{FF2B5EF4-FFF2-40B4-BE49-F238E27FC236}">
                    <a16:creationId xmlns:a16="http://schemas.microsoft.com/office/drawing/2014/main" id="{01F3F7AC-E6EC-4B46-A4D9-5D496ECAF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2" name="Line 178">
                <a:extLst>
                  <a:ext uri="{FF2B5EF4-FFF2-40B4-BE49-F238E27FC236}">
                    <a16:creationId xmlns:a16="http://schemas.microsoft.com/office/drawing/2014/main" id="{DDB4F019-F0E3-41EF-9FDC-02007806C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3" name="Line 179">
                <a:extLst>
                  <a:ext uri="{FF2B5EF4-FFF2-40B4-BE49-F238E27FC236}">
                    <a16:creationId xmlns:a16="http://schemas.microsoft.com/office/drawing/2014/main" id="{2C6E30B3-2CDB-44CB-809C-3F0A8EB1B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4" name="Line 180">
                <a:extLst>
                  <a:ext uri="{FF2B5EF4-FFF2-40B4-BE49-F238E27FC236}">
                    <a16:creationId xmlns:a16="http://schemas.microsoft.com/office/drawing/2014/main" id="{6F0F7020-0326-47BB-AC80-1FF0BF973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5" name="Line 181">
                <a:extLst>
                  <a:ext uri="{FF2B5EF4-FFF2-40B4-BE49-F238E27FC236}">
                    <a16:creationId xmlns:a16="http://schemas.microsoft.com/office/drawing/2014/main" id="{698F5054-CEA5-459D-91BE-D53E2FE0A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6" name="Line 182">
                <a:extLst>
                  <a:ext uri="{FF2B5EF4-FFF2-40B4-BE49-F238E27FC236}">
                    <a16:creationId xmlns:a16="http://schemas.microsoft.com/office/drawing/2014/main" id="{2AFE425F-F7BE-4404-AAAE-C9152AA42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7" name="Line 183">
                <a:extLst>
                  <a:ext uri="{FF2B5EF4-FFF2-40B4-BE49-F238E27FC236}">
                    <a16:creationId xmlns:a16="http://schemas.microsoft.com/office/drawing/2014/main" id="{DBD24CA7-053F-4B12-90EA-6AC2B54F5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8" name="Line 184">
                <a:extLst>
                  <a:ext uri="{FF2B5EF4-FFF2-40B4-BE49-F238E27FC236}">
                    <a16:creationId xmlns:a16="http://schemas.microsoft.com/office/drawing/2014/main" id="{B31B3B5E-B037-4F25-AA99-2775C064C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9" name="Line 185">
                <a:extLst>
                  <a:ext uri="{FF2B5EF4-FFF2-40B4-BE49-F238E27FC236}">
                    <a16:creationId xmlns:a16="http://schemas.microsoft.com/office/drawing/2014/main" id="{2DCAF642-D21A-43EC-826B-BC92BA052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0" name="Line 186">
                <a:extLst>
                  <a:ext uri="{FF2B5EF4-FFF2-40B4-BE49-F238E27FC236}">
                    <a16:creationId xmlns:a16="http://schemas.microsoft.com/office/drawing/2014/main" id="{7BE181A7-B671-4AD8-8363-0D788680F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1" name="Line 187">
                <a:extLst>
                  <a:ext uri="{FF2B5EF4-FFF2-40B4-BE49-F238E27FC236}">
                    <a16:creationId xmlns:a16="http://schemas.microsoft.com/office/drawing/2014/main" id="{1EB6FEA8-4C57-4D91-A3A8-AAF495384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2" name="Line 188">
                <a:extLst>
                  <a:ext uri="{FF2B5EF4-FFF2-40B4-BE49-F238E27FC236}">
                    <a16:creationId xmlns:a16="http://schemas.microsoft.com/office/drawing/2014/main" id="{27571F8D-79EC-44B0-8DE1-26F2AEEDC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3" name="Line 189">
                <a:extLst>
                  <a:ext uri="{FF2B5EF4-FFF2-40B4-BE49-F238E27FC236}">
                    <a16:creationId xmlns:a16="http://schemas.microsoft.com/office/drawing/2014/main" id="{1780C222-FE88-40F8-BD9F-A42A14CD0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4" name="Line 190">
                <a:extLst>
                  <a:ext uri="{FF2B5EF4-FFF2-40B4-BE49-F238E27FC236}">
                    <a16:creationId xmlns:a16="http://schemas.microsoft.com/office/drawing/2014/main" id="{0644F9E1-9DFB-4C9D-9647-EB3F1413D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5" name="Line 191">
                <a:extLst>
                  <a:ext uri="{FF2B5EF4-FFF2-40B4-BE49-F238E27FC236}">
                    <a16:creationId xmlns:a16="http://schemas.microsoft.com/office/drawing/2014/main" id="{C4995F31-97A5-4D3A-8B57-4CDECED39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6" name="Line 192">
                <a:extLst>
                  <a:ext uri="{FF2B5EF4-FFF2-40B4-BE49-F238E27FC236}">
                    <a16:creationId xmlns:a16="http://schemas.microsoft.com/office/drawing/2014/main" id="{F65B58F9-24DA-4E6E-B7C1-49BE248F6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7" name="Line 193">
                <a:extLst>
                  <a:ext uri="{FF2B5EF4-FFF2-40B4-BE49-F238E27FC236}">
                    <a16:creationId xmlns:a16="http://schemas.microsoft.com/office/drawing/2014/main" id="{B1AED227-7140-4ACE-A2C2-B94512982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8" name="Line 194">
                <a:extLst>
                  <a:ext uri="{FF2B5EF4-FFF2-40B4-BE49-F238E27FC236}">
                    <a16:creationId xmlns:a16="http://schemas.microsoft.com/office/drawing/2014/main" id="{A82D9853-AF17-4BC6-B767-1949ADF5B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9" name="Line 195">
                <a:extLst>
                  <a:ext uri="{FF2B5EF4-FFF2-40B4-BE49-F238E27FC236}">
                    <a16:creationId xmlns:a16="http://schemas.microsoft.com/office/drawing/2014/main" id="{6BF9FC4E-C9AE-4FB3-ACEE-E4A2A322F7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0" name="Line 196">
                <a:extLst>
                  <a:ext uri="{FF2B5EF4-FFF2-40B4-BE49-F238E27FC236}">
                    <a16:creationId xmlns:a16="http://schemas.microsoft.com/office/drawing/2014/main" id="{7DF6B5CD-4F05-4B45-B0B1-2B8BFF9F0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1" name="Line 197">
                <a:extLst>
                  <a:ext uri="{FF2B5EF4-FFF2-40B4-BE49-F238E27FC236}">
                    <a16:creationId xmlns:a16="http://schemas.microsoft.com/office/drawing/2014/main" id="{8B0567B2-E60C-4E4A-9842-1FD9D2B46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2" name="Line 198">
                <a:extLst>
                  <a:ext uri="{FF2B5EF4-FFF2-40B4-BE49-F238E27FC236}">
                    <a16:creationId xmlns:a16="http://schemas.microsoft.com/office/drawing/2014/main" id="{99F51EB6-A680-405D-81A7-F3199B4CC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3" name="Line 199">
                <a:extLst>
                  <a:ext uri="{FF2B5EF4-FFF2-40B4-BE49-F238E27FC236}">
                    <a16:creationId xmlns:a16="http://schemas.microsoft.com/office/drawing/2014/main" id="{97672C1B-2971-444B-A697-8F967F642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4" name="Line 200">
                <a:extLst>
                  <a:ext uri="{FF2B5EF4-FFF2-40B4-BE49-F238E27FC236}">
                    <a16:creationId xmlns:a16="http://schemas.microsoft.com/office/drawing/2014/main" id="{54F02522-F465-455D-BBDD-4E853C740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5" name="Line 201">
                <a:extLst>
                  <a:ext uri="{FF2B5EF4-FFF2-40B4-BE49-F238E27FC236}">
                    <a16:creationId xmlns:a16="http://schemas.microsoft.com/office/drawing/2014/main" id="{34BB0F96-2BA3-42DC-92E0-A011F4F35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6" name="Line 202">
                <a:extLst>
                  <a:ext uri="{FF2B5EF4-FFF2-40B4-BE49-F238E27FC236}">
                    <a16:creationId xmlns:a16="http://schemas.microsoft.com/office/drawing/2014/main" id="{D737D146-65D6-4AE2-B862-EBCC66074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7" name="Line 203">
                <a:extLst>
                  <a:ext uri="{FF2B5EF4-FFF2-40B4-BE49-F238E27FC236}">
                    <a16:creationId xmlns:a16="http://schemas.microsoft.com/office/drawing/2014/main" id="{BB6D9A93-CA54-43AA-9DAE-2240CAEED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8" name="Line 204">
                <a:extLst>
                  <a:ext uri="{FF2B5EF4-FFF2-40B4-BE49-F238E27FC236}">
                    <a16:creationId xmlns:a16="http://schemas.microsoft.com/office/drawing/2014/main" id="{02FF60B5-9526-49EA-8362-234C9DF67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19" name="Line 205">
                <a:extLst>
                  <a:ext uri="{FF2B5EF4-FFF2-40B4-BE49-F238E27FC236}">
                    <a16:creationId xmlns:a16="http://schemas.microsoft.com/office/drawing/2014/main" id="{AF2940F6-2EE9-469B-B9AF-95BF9A69F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895" name="Group 206">
              <a:extLst>
                <a:ext uri="{FF2B5EF4-FFF2-40B4-BE49-F238E27FC236}">
                  <a16:creationId xmlns:a16="http://schemas.microsoft.com/office/drawing/2014/main" id="{9600DDA2-0E91-4AF7-97D3-7E11CF906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3" y="2750"/>
              <a:ext cx="2590" cy="144"/>
              <a:chOff x="1563" y="2750"/>
              <a:chExt cx="2590" cy="144"/>
            </a:xfrm>
          </p:grpSpPr>
          <p:sp>
            <p:nvSpPr>
              <p:cNvPr id="38220" name="Line 207">
                <a:extLst>
                  <a:ext uri="{FF2B5EF4-FFF2-40B4-BE49-F238E27FC236}">
                    <a16:creationId xmlns:a16="http://schemas.microsoft.com/office/drawing/2014/main" id="{D7C657AF-E9A6-4BBD-9448-DAC2CC5C7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1" name="Line 208">
                <a:extLst>
                  <a:ext uri="{FF2B5EF4-FFF2-40B4-BE49-F238E27FC236}">
                    <a16:creationId xmlns:a16="http://schemas.microsoft.com/office/drawing/2014/main" id="{93B193B0-A8F8-4F56-9E36-F9CA921D1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2" name="Line 209">
                <a:extLst>
                  <a:ext uri="{FF2B5EF4-FFF2-40B4-BE49-F238E27FC236}">
                    <a16:creationId xmlns:a16="http://schemas.microsoft.com/office/drawing/2014/main" id="{38ABC82A-C3A3-40C5-B92D-A6EBCE0F7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3" name="Line 210">
                <a:extLst>
                  <a:ext uri="{FF2B5EF4-FFF2-40B4-BE49-F238E27FC236}">
                    <a16:creationId xmlns:a16="http://schemas.microsoft.com/office/drawing/2014/main" id="{22F12358-E30C-4920-8BEF-161FFDE10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4" name="Line 211">
                <a:extLst>
                  <a:ext uri="{FF2B5EF4-FFF2-40B4-BE49-F238E27FC236}">
                    <a16:creationId xmlns:a16="http://schemas.microsoft.com/office/drawing/2014/main" id="{EA5D2361-70E4-42D1-8F6C-ADCEFAB73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5" name="Line 212">
                <a:extLst>
                  <a:ext uri="{FF2B5EF4-FFF2-40B4-BE49-F238E27FC236}">
                    <a16:creationId xmlns:a16="http://schemas.microsoft.com/office/drawing/2014/main" id="{4AA4684A-25C7-46CB-8A75-B478B2388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6" name="Line 213">
                <a:extLst>
                  <a:ext uri="{FF2B5EF4-FFF2-40B4-BE49-F238E27FC236}">
                    <a16:creationId xmlns:a16="http://schemas.microsoft.com/office/drawing/2014/main" id="{E5A9A995-FA49-41BD-8E87-AB1985CCF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7" name="Line 214">
                <a:extLst>
                  <a:ext uri="{FF2B5EF4-FFF2-40B4-BE49-F238E27FC236}">
                    <a16:creationId xmlns:a16="http://schemas.microsoft.com/office/drawing/2014/main" id="{A4947BDA-BE74-407D-9284-1AABF9744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8" name="Line 215">
                <a:extLst>
                  <a:ext uri="{FF2B5EF4-FFF2-40B4-BE49-F238E27FC236}">
                    <a16:creationId xmlns:a16="http://schemas.microsoft.com/office/drawing/2014/main" id="{E2D8E3C5-EDE7-4C29-8177-F82997DF4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29" name="Line 216">
                <a:extLst>
                  <a:ext uri="{FF2B5EF4-FFF2-40B4-BE49-F238E27FC236}">
                    <a16:creationId xmlns:a16="http://schemas.microsoft.com/office/drawing/2014/main" id="{5D84CD78-BF16-4B63-AF39-EA0535809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0" name="Line 217">
                <a:extLst>
                  <a:ext uri="{FF2B5EF4-FFF2-40B4-BE49-F238E27FC236}">
                    <a16:creationId xmlns:a16="http://schemas.microsoft.com/office/drawing/2014/main" id="{F3B0396E-45A2-4C6E-A438-D6557AFDE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1" name="Line 218">
                <a:extLst>
                  <a:ext uri="{FF2B5EF4-FFF2-40B4-BE49-F238E27FC236}">
                    <a16:creationId xmlns:a16="http://schemas.microsoft.com/office/drawing/2014/main" id="{98C97F97-DC22-4A62-AFC0-E644AA327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2" name="Line 219">
                <a:extLst>
                  <a:ext uri="{FF2B5EF4-FFF2-40B4-BE49-F238E27FC236}">
                    <a16:creationId xmlns:a16="http://schemas.microsoft.com/office/drawing/2014/main" id="{4A7A5093-6AA8-4AB0-9A6A-DB9321387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3" name="Line 220">
                <a:extLst>
                  <a:ext uri="{FF2B5EF4-FFF2-40B4-BE49-F238E27FC236}">
                    <a16:creationId xmlns:a16="http://schemas.microsoft.com/office/drawing/2014/main" id="{2E6B0868-4A35-4E01-951B-921517B49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4" name="Line 221">
                <a:extLst>
                  <a:ext uri="{FF2B5EF4-FFF2-40B4-BE49-F238E27FC236}">
                    <a16:creationId xmlns:a16="http://schemas.microsoft.com/office/drawing/2014/main" id="{9913BB6E-6F04-4AB5-BBA4-7475CD92A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5" name="Line 222">
                <a:extLst>
                  <a:ext uri="{FF2B5EF4-FFF2-40B4-BE49-F238E27FC236}">
                    <a16:creationId xmlns:a16="http://schemas.microsoft.com/office/drawing/2014/main" id="{DE3F01A4-06D6-40F9-A53C-6E102BBF3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6" name="Line 223">
                <a:extLst>
                  <a:ext uri="{FF2B5EF4-FFF2-40B4-BE49-F238E27FC236}">
                    <a16:creationId xmlns:a16="http://schemas.microsoft.com/office/drawing/2014/main" id="{2CF6C1B5-A8DA-4F0C-AE3D-DE73EB529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7" name="Line 224">
                <a:extLst>
                  <a:ext uri="{FF2B5EF4-FFF2-40B4-BE49-F238E27FC236}">
                    <a16:creationId xmlns:a16="http://schemas.microsoft.com/office/drawing/2014/main" id="{915B2FE2-112A-4A6E-9AAB-43FC633CF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8" name="Line 225">
                <a:extLst>
                  <a:ext uri="{FF2B5EF4-FFF2-40B4-BE49-F238E27FC236}">
                    <a16:creationId xmlns:a16="http://schemas.microsoft.com/office/drawing/2014/main" id="{D15DB48D-5DF9-4E49-8552-B68C54770A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39" name="Line 226">
                <a:extLst>
                  <a:ext uri="{FF2B5EF4-FFF2-40B4-BE49-F238E27FC236}">
                    <a16:creationId xmlns:a16="http://schemas.microsoft.com/office/drawing/2014/main" id="{AD1CD726-C576-4EC0-94DD-62EC50F82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0" name="Line 227">
                <a:extLst>
                  <a:ext uri="{FF2B5EF4-FFF2-40B4-BE49-F238E27FC236}">
                    <a16:creationId xmlns:a16="http://schemas.microsoft.com/office/drawing/2014/main" id="{2D9DC88E-4CC2-48E7-9E68-F2698D37A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1" name="Line 228">
                <a:extLst>
                  <a:ext uri="{FF2B5EF4-FFF2-40B4-BE49-F238E27FC236}">
                    <a16:creationId xmlns:a16="http://schemas.microsoft.com/office/drawing/2014/main" id="{B53D0EA4-472D-472F-BEBD-8B18F41F1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2" name="Line 229">
                <a:extLst>
                  <a:ext uri="{FF2B5EF4-FFF2-40B4-BE49-F238E27FC236}">
                    <a16:creationId xmlns:a16="http://schemas.microsoft.com/office/drawing/2014/main" id="{2A5A7742-A6C9-4DBA-A4F0-9BB5B87D1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3" name="Line 230">
                <a:extLst>
                  <a:ext uri="{FF2B5EF4-FFF2-40B4-BE49-F238E27FC236}">
                    <a16:creationId xmlns:a16="http://schemas.microsoft.com/office/drawing/2014/main" id="{A7721233-3FBC-4D93-958A-2AD5B8836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4" name="Line 231">
                <a:extLst>
                  <a:ext uri="{FF2B5EF4-FFF2-40B4-BE49-F238E27FC236}">
                    <a16:creationId xmlns:a16="http://schemas.microsoft.com/office/drawing/2014/main" id="{7A0BF9B8-0EAA-422B-BAAF-617AF65312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5" name="Line 232">
                <a:extLst>
                  <a:ext uri="{FF2B5EF4-FFF2-40B4-BE49-F238E27FC236}">
                    <a16:creationId xmlns:a16="http://schemas.microsoft.com/office/drawing/2014/main" id="{EDD1979D-B114-4006-9CCD-00EE2455B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6" name="Line 233">
                <a:extLst>
                  <a:ext uri="{FF2B5EF4-FFF2-40B4-BE49-F238E27FC236}">
                    <a16:creationId xmlns:a16="http://schemas.microsoft.com/office/drawing/2014/main" id="{2245A125-E148-4DE8-A460-95B585150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7" name="Line 234">
                <a:extLst>
                  <a:ext uri="{FF2B5EF4-FFF2-40B4-BE49-F238E27FC236}">
                    <a16:creationId xmlns:a16="http://schemas.microsoft.com/office/drawing/2014/main" id="{074E1443-CE68-41D9-AF42-E788805E7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8" name="Line 235">
                <a:extLst>
                  <a:ext uri="{FF2B5EF4-FFF2-40B4-BE49-F238E27FC236}">
                    <a16:creationId xmlns:a16="http://schemas.microsoft.com/office/drawing/2014/main" id="{A88A3196-92A5-4B18-8136-03343DC6C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49" name="Line 236">
                <a:extLst>
                  <a:ext uri="{FF2B5EF4-FFF2-40B4-BE49-F238E27FC236}">
                    <a16:creationId xmlns:a16="http://schemas.microsoft.com/office/drawing/2014/main" id="{CA5A0025-D96B-41FD-9B2F-74BCCBB0E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0" name="Line 237">
                <a:extLst>
                  <a:ext uri="{FF2B5EF4-FFF2-40B4-BE49-F238E27FC236}">
                    <a16:creationId xmlns:a16="http://schemas.microsoft.com/office/drawing/2014/main" id="{D14D2AAB-AD6A-4CCF-82C0-CD38FF755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1" name="Line 238">
                <a:extLst>
                  <a:ext uri="{FF2B5EF4-FFF2-40B4-BE49-F238E27FC236}">
                    <a16:creationId xmlns:a16="http://schemas.microsoft.com/office/drawing/2014/main" id="{9E01930A-1511-4921-AA6A-68F498950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2" name="Line 239">
                <a:extLst>
                  <a:ext uri="{FF2B5EF4-FFF2-40B4-BE49-F238E27FC236}">
                    <a16:creationId xmlns:a16="http://schemas.microsoft.com/office/drawing/2014/main" id="{C4B00C16-7BB6-4098-8340-B2BAC655CE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3" name="Line 240">
                <a:extLst>
                  <a:ext uri="{FF2B5EF4-FFF2-40B4-BE49-F238E27FC236}">
                    <a16:creationId xmlns:a16="http://schemas.microsoft.com/office/drawing/2014/main" id="{A4B00153-1FE6-4055-A1A8-FB0A16C25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4" name="Line 241">
                <a:extLst>
                  <a:ext uri="{FF2B5EF4-FFF2-40B4-BE49-F238E27FC236}">
                    <a16:creationId xmlns:a16="http://schemas.microsoft.com/office/drawing/2014/main" id="{8E460861-E524-4A47-AB26-74B96E02A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5" name="Line 242">
                <a:extLst>
                  <a:ext uri="{FF2B5EF4-FFF2-40B4-BE49-F238E27FC236}">
                    <a16:creationId xmlns:a16="http://schemas.microsoft.com/office/drawing/2014/main" id="{226FFA61-3131-4806-BAB7-8859671F9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6" name="Line 243">
                <a:extLst>
                  <a:ext uri="{FF2B5EF4-FFF2-40B4-BE49-F238E27FC236}">
                    <a16:creationId xmlns:a16="http://schemas.microsoft.com/office/drawing/2014/main" id="{2BC88513-6133-4F43-ABFC-C6667E7FE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7" name="Line 244">
                <a:extLst>
                  <a:ext uri="{FF2B5EF4-FFF2-40B4-BE49-F238E27FC236}">
                    <a16:creationId xmlns:a16="http://schemas.microsoft.com/office/drawing/2014/main" id="{4AD1677D-7959-4967-9961-31B6B8EA2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8" name="Line 245">
                <a:extLst>
                  <a:ext uri="{FF2B5EF4-FFF2-40B4-BE49-F238E27FC236}">
                    <a16:creationId xmlns:a16="http://schemas.microsoft.com/office/drawing/2014/main" id="{90510334-8201-43A4-8031-5347FDEB0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59" name="Line 246">
                <a:extLst>
                  <a:ext uri="{FF2B5EF4-FFF2-40B4-BE49-F238E27FC236}">
                    <a16:creationId xmlns:a16="http://schemas.microsoft.com/office/drawing/2014/main" id="{3381A08E-F8A6-47CF-A266-4FEFA5517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0" name="Line 247">
                <a:extLst>
                  <a:ext uri="{FF2B5EF4-FFF2-40B4-BE49-F238E27FC236}">
                    <a16:creationId xmlns:a16="http://schemas.microsoft.com/office/drawing/2014/main" id="{F1762904-1B26-40B6-9134-D54502ACA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1" name="Line 248">
                <a:extLst>
                  <a:ext uri="{FF2B5EF4-FFF2-40B4-BE49-F238E27FC236}">
                    <a16:creationId xmlns:a16="http://schemas.microsoft.com/office/drawing/2014/main" id="{959A8487-E222-41EC-AC98-2E15098DF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2" name="Line 249">
                <a:extLst>
                  <a:ext uri="{FF2B5EF4-FFF2-40B4-BE49-F238E27FC236}">
                    <a16:creationId xmlns:a16="http://schemas.microsoft.com/office/drawing/2014/main" id="{2C61E0AF-3AF2-41CE-9AC6-0B1F84F3E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3" name="Line 250">
                <a:extLst>
                  <a:ext uri="{FF2B5EF4-FFF2-40B4-BE49-F238E27FC236}">
                    <a16:creationId xmlns:a16="http://schemas.microsoft.com/office/drawing/2014/main" id="{02B95BA7-0EFB-43DE-903C-EDE4E33E7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4" name="Line 251">
                <a:extLst>
                  <a:ext uri="{FF2B5EF4-FFF2-40B4-BE49-F238E27FC236}">
                    <a16:creationId xmlns:a16="http://schemas.microsoft.com/office/drawing/2014/main" id="{1E012411-26B2-4750-AC0B-580DE56AB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5" name="Line 252">
                <a:extLst>
                  <a:ext uri="{FF2B5EF4-FFF2-40B4-BE49-F238E27FC236}">
                    <a16:creationId xmlns:a16="http://schemas.microsoft.com/office/drawing/2014/main" id="{357098E2-352B-40C1-9746-87229F2E7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6" name="Line 253">
                <a:extLst>
                  <a:ext uri="{FF2B5EF4-FFF2-40B4-BE49-F238E27FC236}">
                    <a16:creationId xmlns:a16="http://schemas.microsoft.com/office/drawing/2014/main" id="{4467BF60-9169-4F02-8471-3226ECE49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7" name="Line 254">
                <a:extLst>
                  <a:ext uri="{FF2B5EF4-FFF2-40B4-BE49-F238E27FC236}">
                    <a16:creationId xmlns:a16="http://schemas.microsoft.com/office/drawing/2014/main" id="{81F3B4B9-4469-4292-8C5E-B7D62A9BB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8" name="Line 255">
                <a:extLst>
                  <a:ext uri="{FF2B5EF4-FFF2-40B4-BE49-F238E27FC236}">
                    <a16:creationId xmlns:a16="http://schemas.microsoft.com/office/drawing/2014/main" id="{A3B8AC0D-2369-496F-BEB1-4ABF2B270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69" name="Line 256">
                <a:extLst>
                  <a:ext uri="{FF2B5EF4-FFF2-40B4-BE49-F238E27FC236}">
                    <a16:creationId xmlns:a16="http://schemas.microsoft.com/office/drawing/2014/main" id="{7F96CCFB-0BC0-4E09-A26E-3111940F9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0" name="Line 257">
                <a:extLst>
                  <a:ext uri="{FF2B5EF4-FFF2-40B4-BE49-F238E27FC236}">
                    <a16:creationId xmlns:a16="http://schemas.microsoft.com/office/drawing/2014/main" id="{52BD883C-213B-4541-99C5-7F8F85B17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1" name="Line 258">
                <a:extLst>
                  <a:ext uri="{FF2B5EF4-FFF2-40B4-BE49-F238E27FC236}">
                    <a16:creationId xmlns:a16="http://schemas.microsoft.com/office/drawing/2014/main" id="{EBAE3C19-AE8D-49C4-B1EB-C772DC015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2" name="Line 259">
                <a:extLst>
                  <a:ext uri="{FF2B5EF4-FFF2-40B4-BE49-F238E27FC236}">
                    <a16:creationId xmlns:a16="http://schemas.microsoft.com/office/drawing/2014/main" id="{52F1BDED-C25E-4D73-97A0-21EE39DC6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3" name="Line 260">
                <a:extLst>
                  <a:ext uri="{FF2B5EF4-FFF2-40B4-BE49-F238E27FC236}">
                    <a16:creationId xmlns:a16="http://schemas.microsoft.com/office/drawing/2014/main" id="{5A15FB81-6062-42D0-B659-2EA3D5FBE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4" name="Line 261">
                <a:extLst>
                  <a:ext uri="{FF2B5EF4-FFF2-40B4-BE49-F238E27FC236}">
                    <a16:creationId xmlns:a16="http://schemas.microsoft.com/office/drawing/2014/main" id="{353A68C6-B7FE-4AE4-B5AA-A723BCA90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5" name="Line 262">
                <a:extLst>
                  <a:ext uri="{FF2B5EF4-FFF2-40B4-BE49-F238E27FC236}">
                    <a16:creationId xmlns:a16="http://schemas.microsoft.com/office/drawing/2014/main" id="{C9E24190-F06F-4F3A-99E8-5A12F2402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6" name="Line 263">
                <a:extLst>
                  <a:ext uri="{FF2B5EF4-FFF2-40B4-BE49-F238E27FC236}">
                    <a16:creationId xmlns:a16="http://schemas.microsoft.com/office/drawing/2014/main" id="{06B08E5F-2F2C-4DE5-82FB-F298FAD46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7" name="Line 264">
                <a:extLst>
                  <a:ext uri="{FF2B5EF4-FFF2-40B4-BE49-F238E27FC236}">
                    <a16:creationId xmlns:a16="http://schemas.microsoft.com/office/drawing/2014/main" id="{B275C556-FEB6-4623-9996-E2440FB45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8" name="Line 265">
                <a:extLst>
                  <a:ext uri="{FF2B5EF4-FFF2-40B4-BE49-F238E27FC236}">
                    <a16:creationId xmlns:a16="http://schemas.microsoft.com/office/drawing/2014/main" id="{31A70C14-646F-4A91-B77B-81D63B711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79" name="Line 266">
                <a:extLst>
                  <a:ext uri="{FF2B5EF4-FFF2-40B4-BE49-F238E27FC236}">
                    <a16:creationId xmlns:a16="http://schemas.microsoft.com/office/drawing/2014/main" id="{A38B0736-26D1-4597-B61F-34BBDAD56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0" name="Line 267">
                <a:extLst>
                  <a:ext uri="{FF2B5EF4-FFF2-40B4-BE49-F238E27FC236}">
                    <a16:creationId xmlns:a16="http://schemas.microsoft.com/office/drawing/2014/main" id="{47033E4C-E408-4A85-9151-A37DC113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1" name="Line 268">
                <a:extLst>
                  <a:ext uri="{FF2B5EF4-FFF2-40B4-BE49-F238E27FC236}">
                    <a16:creationId xmlns:a16="http://schemas.microsoft.com/office/drawing/2014/main" id="{249299A8-5F3B-472F-B580-086A66964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2" name="Line 269">
                <a:extLst>
                  <a:ext uri="{FF2B5EF4-FFF2-40B4-BE49-F238E27FC236}">
                    <a16:creationId xmlns:a16="http://schemas.microsoft.com/office/drawing/2014/main" id="{C7866235-C5FA-4125-965E-955BE447F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3" name="Line 270">
                <a:extLst>
                  <a:ext uri="{FF2B5EF4-FFF2-40B4-BE49-F238E27FC236}">
                    <a16:creationId xmlns:a16="http://schemas.microsoft.com/office/drawing/2014/main" id="{034B8E42-077B-44C7-B58A-2EAB9001A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4" name="Line 271">
                <a:extLst>
                  <a:ext uri="{FF2B5EF4-FFF2-40B4-BE49-F238E27FC236}">
                    <a16:creationId xmlns:a16="http://schemas.microsoft.com/office/drawing/2014/main" id="{ED12BC26-F8EB-4C01-A8D3-ED4032278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5" name="Line 272">
                <a:extLst>
                  <a:ext uri="{FF2B5EF4-FFF2-40B4-BE49-F238E27FC236}">
                    <a16:creationId xmlns:a16="http://schemas.microsoft.com/office/drawing/2014/main" id="{F38FEBD7-82DF-4730-AEE4-D16FEAD99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6" name="Line 273">
                <a:extLst>
                  <a:ext uri="{FF2B5EF4-FFF2-40B4-BE49-F238E27FC236}">
                    <a16:creationId xmlns:a16="http://schemas.microsoft.com/office/drawing/2014/main" id="{8F042B29-5A98-4C90-B510-4F8746617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7" name="Line 274">
                <a:extLst>
                  <a:ext uri="{FF2B5EF4-FFF2-40B4-BE49-F238E27FC236}">
                    <a16:creationId xmlns:a16="http://schemas.microsoft.com/office/drawing/2014/main" id="{4793B966-9E25-47CB-8B4F-078DBB08D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8" name="Line 275">
                <a:extLst>
                  <a:ext uri="{FF2B5EF4-FFF2-40B4-BE49-F238E27FC236}">
                    <a16:creationId xmlns:a16="http://schemas.microsoft.com/office/drawing/2014/main" id="{A5CEEE1B-8967-42D8-9573-3E22DC95A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89" name="Line 276">
                <a:extLst>
                  <a:ext uri="{FF2B5EF4-FFF2-40B4-BE49-F238E27FC236}">
                    <a16:creationId xmlns:a16="http://schemas.microsoft.com/office/drawing/2014/main" id="{ECE88C3C-399C-4E9B-8CE2-4C945A950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0" name="Line 277">
                <a:extLst>
                  <a:ext uri="{FF2B5EF4-FFF2-40B4-BE49-F238E27FC236}">
                    <a16:creationId xmlns:a16="http://schemas.microsoft.com/office/drawing/2014/main" id="{F611C404-0E1F-4349-8A64-43937982F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1" name="Line 278">
                <a:extLst>
                  <a:ext uri="{FF2B5EF4-FFF2-40B4-BE49-F238E27FC236}">
                    <a16:creationId xmlns:a16="http://schemas.microsoft.com/office/drawing/2014/main" id="{8B673B4F-633E-4D48-9632-D710D903F3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2" name="Line 279">
                <a:extLst>
                  <a:ext uri="{FF2B5EF4-FFF2-40B4-BE49-F238E27FC236}">
                    <a16:creationId xmlns:a16="http://schemas.microsoft.com/office/drawing/2014/main" id="{462EF879-472E-4C5B-8B05-5E56715C4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3" name="Line 280">
                <a:extLst>
                  <a:ext uri="{FF2B5EF4-FFF2-40B4-BE49-F238E27FC236}">
                    <a16:creationId xmlns:a16="http://schemas.microsoft.com/office/drawing/2014/main" id="{4759DD78-BCF9-4E0D-8329-E7D34465F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4" name="Line 281">
                <a:extLst>
                  <a:ext uri="{FF2B5EF4-FFF2-40B4-BE49-F238E27FC236}">
                    <a16:creationId xmlns:a16="http://schemas.microsoft.com/office/drawing/2014/main" id="{6F416549-AA59-4E9B-A91E-9224CB865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5" name="Line 282">
                <a:extLst>
                  <a:ext uri="{FF2B5EF4-FFF2-40B4-BE49-F238E27FC236}">
                    <a16:creationId xmlns:a16="http://schemas.microsoft.com/office/drawing/2014/main" id="{519CEE01-67FB-4D25-86F1-689A9EBB3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6" name="Line 283">
                <a:extLst>
                  <a:ext uri="{FF2B5EF4-FFF2-40B4-BE49-F238E27FC236}">
                    <a16:creationId xmlns:a16="http://schemas.microsoft.com/office/drawing/2014/main" id="{9694CBF2-4BE4-4CC4-8922-FFF929468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7" name="Line 284">
                <a:extLst>
                  <a:ext uri="{FF2B5EF4-FFF2-40B4-BE49-F238E27FC236}">
                    <a16:creationId xmlns:a16="http://schemas.microsoft.com/office/drawing/2014/main" id="{6332EE78-EFF3-4221-A711-E6B5C47DC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8" name="Line 285">
                <a:extLst>
                  <a:ext uri="{FF2B5EF4-FFF2-40B4-BE49-F238E27FC236}">
                    <a16:creationId xmlns:a16="http://schemas.microsoft.com/office/drawing/2014/main" id="{D3C69A71-486B-4512-81C6-97C6355EA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" name="Line 286">
                <a:extLst>
                  <a:ext uri="{FF2B5EF4-FFF2-40B4-BE49-F238E27FC236}">
                    <a16:creationId xmlns:a16="http://schemas.microsoft.com/office/drawing/2014/main" id="{088F41AA-B796-4EB8-89BA-D6E4F6C16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" name="Line 287">
                <a:extLst>
                  <a:ext uri="{FF2B5EF4-FFF2-40B4-BE49-F238E27FC236}">
                    <a16:creationId xmlns:a16="http://schemas.microsoft.com/office/drawing/2014/main" id="{4687579E-D683-44B1-A131-F2E594F1B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1" name="Line 288">
                <a:extLst>
                  <a:ext uri="{FF2B5EF4-FFF2-40B4-BE49-F238E27FC236}">
                    <a16:creationId xmlns:a16="http://schemas.microsoft.com/office/drawing/2014/main" id="{D7407724-2F3D-405F-AD00-A414D6602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2" name="Line 289">
                <a:extLst>
                  <a:ext uri="{FF2B5EF4-FFF2-40B4-BE49-F238E27FC236}">
                    <a16:creationId xmlns:a16="http://schemas.microsoft.com/office/drawing/2014/main" id="{04DA5A9B-79EB-41F9-9461-85BCC9B0B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3" name="Line 290">
                <a:extLst>
                  <a:ext uri="{FF2B5EF4-FFF2-40B4-BE49-F238E27FC236}">
                    <a16:creationId xmlns:a16="http://schemas.microsoft.com/office/drawing/2014/main" id="{76C721E9-5CB6-44DD-A791-5F74EAD74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4" name="Line 291">
                <a:extLst>
                  <a:ext uri="{FF2B5EF4-FFF2-40B4-BE49-F238E27FC236}">
                    <a16:creationId xmlns:a16="http://schemas.microsoft.com/office/drawing/2014/main" id="{30140DC0-7C44-4C28-9C9A-B0FC2CED7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5" name="Line 292">
                <a:extLst>
                  <a:ext uri="{FF2B5EF4-FFF2-40B4-BE49-F238E27FC236}">
                    <a16:creationId xmlns:a16="http://schemas.microsoft.com/office/drawing/2014/main" id="{5D7CCBF2-E2C0-46B4-9959-294B92A40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6" name="Line 293">
                <a:extLst>
                  <a:ext uri="{FF2B5EF4-FFF2-40B4-BE49-F238E27FC236}">
                    <a16:creationId xmlns:a16="http://schemas.microsoft.com/office/drawing/2014/main" id="{660E33B3-C3D6-4CBA-AEED-263C6CE675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7" name="Line 294">
                <a:extLst>
                  <a:ext uri="{FF2B5EF4-FFF2-40B4-BE49-F238E27FC236}">
                    <a16:creationId xmlns:a16="http://schemas.microsoft.com/office/drawing/2014/main" id="{37DF0137-3AE6-4782-BB4F-43AD8E1CE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8" name="Line 295">
                <a:extLst>
                  <a:ext uri="{FF2B5EF4-FFF2-40B4-BE49-F238E27FC236}">
                    <a16:creationId xmlns:a16="http://schemas.microsoft.com/office/drawing/2014/main" id="{AD3AD8E5-E4F7-4D80-A89F-D8D3C522A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9" name="Line 296">
                <a:extLst>
                  <a:ext uri="{FF2B5EF4-FFF2-40B4-BE49-F238E27FC236}">
                    <a16:creationId xmlns:a16="http://schemas.microsoft.com/office/drawing/2014/main" id="{60B2D0C7-F4D2-4720-B7D4-BA1FBB07D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0" name="Line 297">
                <a:extLst>
                  <a:ext uri="{FF2B5EF4-FFF2-40B4-BE49-F238E27FC236}">
                    <a16:creationId xmlns:a16="http://schemas.microsoft.com/office/drawing/2014/main" id="{DBD9521B-4618-4A62-BAC5-49D6C9D2F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1" name="Line 298">
                <a:extLst>
                  <a:ext uri="{FF2B5EF4-FFF2-40B4-BE49-F238E27FC236}">
                    <a16:creationId xmlns:a16="http://schemas.microsoft.com/office/drawing/2014/main" id="{B821AF05-F877-4BCA-9191-872641DEE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2" name="Line 299">
                <a:extLst>
                  <a:ext uri="{FF2B5EF4-FFF2-40B4-BE49-F238E27FC236}">
                    <a16:creationId xmlns:a16="http://schemas.microsoft.com/office/drawing/2014/main" id="{FE884EDA-54DA-4AE5-BA6D-D84C23706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3" name="Line 300">
                <a:extLst>
                  <a:ext uri="{FF2B5EF4-FFF2-40B4-BE49-F238E27FC236}">
                    <a16:creationId xmlns:a16="http://schemas.microsoft.com/office/drawing/2014/main" id="{D8965022-C207-42B9-8075-504596418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4" name="Line 301">
                <a:extLst>
                  <a:ext uri="{FF2B5EF4-FFF2-40B4-BE49-F238E27FC236}">
                    <a16:creationId xmlns:a16="http://schemas.microsoft.com/office/drawing/2014/main" id="{059C9A02-6F8E-44FE-9484-22C153BE0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5" name="Line 302">
                <a:extLst>
                  <a:ext uri="{FF2B5EF4-FFF2-40B4-BE49-F238E27FC236}">
                    <a16:creationId xmlns:a16="http://schemas.microsoft.com/office/drawing/2014/main" id="{90348635-9B7B-4C49-8B9A-5A5937E57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6" name="Line 303">
                <a:extLst>
                  <a:ext uri="{FF2B5EF4-FFF2-40B4-BE49-F238E27FC236}">
                    <a16:creationId xmlns:a16="http://schemas.microsoft.com/office/drawing/2014/main" id="{F44F85C1-D774-4821-841A-6B56637DB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7" name="Line 304">
                <a:extLst>
                  <a:ext uri="{FF2B5EF4-FFF2-40B4-BE49-F238E27FC236}">
                    <a16:creationId xmlns:a16="http://schemas.microsoft.com/office/drawing/2014/main" id="{DAC3A694-5D42-47D0-9BF7-D22A3FE2C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8" name="Line 305">
                <a:extLst>
                  <a:ext uri="{FF2B5EF4-FFF2-40B4-BE49-F238E27FC236}">
                    <a16:creationId xmlns:a16="http://schemas.microsoft.com/office/drawing/2014/main" id="{41C340DC-F9CD-4784-9035-7CF5985F58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19" name="Line 306">
                <a:extLst>
                  <a:ext uri="{FF2B5EF4-FFF2-40B4-BE49-F238E27FC236}">
                    <a16:creationId xmlns:a16="http://schemas.microsoft.com/office/drawing/2014/main" id="{B7220A77-E5F1-45F5-957B-FDFBC8C45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0" name="Line 307">
                <a:extLst>
                  <a:ext uri="{FF2B5EF4-FFF2-40B4-BE49-F238E27FC236}">
                    <a16:creationId xmlns:a16="http://schemas.microsoft.com/office/drawing/2014/main" id="{A5AFBEA1-9023-44AC-ACAB-A91694310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1" name="Line 308">
                <a:extLst>
                  <a:ext uri="{FF2B5EF4-FFF2-40B4-BE49-F238E27FC236}">
                    <a16:creationId xmlns:a16="http://schemas.microsoft.com/office/drawing/2014/main" id="{3D378019-756F-48B9-BFFA-3B4D4AA20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2" name="Line 309">
                <a:extLst>
                  <a:ext uri="{FF2B5EF4-FFF2-40B4-BE49-F238E27FC236}">
                    <a16:creationId xmlns:a16="http://schemas.microsoft.com/office/drawing/2014/main" id="{5690425C-B0A8-4132-8086-E2D52FD88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3" name="Line 310">
                <a:extLst>
                  <a:ext uri="{FF2B5EF4-FFF2-40B4-BE49-F238E27FC236}">
                    <a16:creationId xmlns:a16="http://schemas.microsoft.com/office/drawing/2014/main" id="{25D1A5A5-9965-4A4C-92CF-BA0D6DBF9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4" name="Line 311">
                <a:extLst>
                  <a:ext uri="{FF2B5EF4-FFF2-40B4-BE49-F238E27FC236}">
                    <a16:creationId xmlns:a16="http://schemas.microsoft.com/office/drawing/2014/main" id="{8AC4B33F-BE08-44DC-B6E9-FCDF60928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5" name="Line 312">
                <a:extLst>
                  <a:ext uri="{FF2B5EF4-FFF2-40B4-BE49-F238E27FC236}">
                    <a16:creationId xmlns:a16="http://schemas.microsoft.com/office/drawing/2014/main" id="{50072AE3-5885-4985-B3DF-29BE58A103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6" name="Line 313">
                <a:extLst>
                  <a:ext uri="{FF2B5EF4-FFF2-40B4-BE49-F238E27FC236}">
                    <a16:creationId xmlns:a16="http://schemas.microsoft.com/office/drawing/2014/main" id="{BD03F054-5AF4-4639-9C3A-59E68A515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7" name="Line 314">
                <a:extLst>
                  <a:ext uri="{FF2B5EF4-FFF2-40B4-BE49-F238E27FC236}">
                    <a16:creationId xmlns:a16="http://schemas.microsoft.com/office/drawing/2014/main" id="{E7419A7B-A4A9-4418-BA5F-3E8F87C7D6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8" name="Line 315">
                <a:extLst>
                  <a:ext uri="{FF2B5EF4-FFF2-40B4-BE49-F238E27FC236}">
                    <a16:creationId xmlns:a16="http://schemas.microsoft.com/office/drawing/2014/main" id="{BF950AAB-CA08-462E-92FF-8D9AD0705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29" name="Line 316">
                <a:extLst>
                  <a:ext uri="{FF2B5EF4-FFF2-40B4-BE49-F238E27FC236}">
                    <a16:creationId xmlns:a16="http://schemas.microsoft.com/office/drawing/2014/main" id="{2D79C800-F56D-49C4-A5E6-6C3D5C4E3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0" name="Line 317">
                <a:extLst>
                  <a:ext uri="{FF2B5EF4-FFF2-40B4-BE49-F238E27FC236}">
                    <a16:creationId xmlns:a16="http://schemas.microsoft.com/office/drawing/2014/main" id="{054B137B-1DA5-432B-B7FA-59B11F9EFE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1" name="Line 318">
                <a:extLst>
                  <a:ext uri="{FF2B5EF4-FFF2-40B4-BE49-F238E27FC236}">
                    <a16:creationId xmlns:a16="http://schemas.microsoft.com/office/drawing/2014/main" id="{E8966A3F-2870-4551-8917-DD0D34F9C3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2" name="Line 319">
                <a:extLst>
                  <a:ext uri="{FF2B5EF4-FFF2-40B4-BE49-F238E27FC236}">
                    <a16:creationId xmlns:a16="http://schemas.microsoft.com/office/drawing/2014/main" id="{C82FE03F-DD65-43A7-AF50-B65D9108F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3" name="Line 320">
                <a:extLst>
                  <a:ext uri="{FF2B5EF4-FFF2-40B4-BE49-F238E27FC236}">
                    <a16:creationId xmlns:a16="http://schemas.microsoft.com/office/drawing/2014/main" id="{1EEA9B1E-B4BB-4180-9D51-5829499B9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4" name="Line 321">
                <a:extLst>
                  <a:ext uri="{FF2B5EF4-FFF2-40B4-BE49-F238E27FC236}">
                    <a16:creationId xmlns:a16="http://schemas.microsoft.com/office/drawing/2014/main" id="{E5AF9509-A42C-45F3-829A-E1015A705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5" name="Line 322">
                <a:extLst>
                  <a:ext uri="{FF2B5EF4-FFF2-40B4-BE49-F238E27FC236}">
                    <a16:creationId xmlns:a16="http://schemas.microsoft.com/office/drawing/2014/main" id="{4DA38750-8836-4BFA-8412-D881A9978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6" name="Line 323">
                <a:extLst>
                  <a:ext uri="{FF2B5EF4-FFF2-40B4-BE49-F238E27FC236}">
                    <a16:creationId xmlns:a16="http://schemas.microsoft.com/office/drawing/2014/main" id="{AF51E39D-00C8-4E22-9019-9A8C73215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7" name="Line 324">
                <a:extLst>
                  <a:ext uri="{FF2B5EF4-FFF2-40B4-BE49-F238E27FC236}">
                    <a16:creationId xmlns:a16="http://schemas.microsoft.com/office/drawing/2014/main" id="{2D7093E8-5605-40FC-BACF-443583DE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8" name="Line 325">
                <a:extLst>
                  <a:ext uri="{FF2B5EF4-FFF2-40B4-BE49-F238E27FC236}">
                    <a16:creationId xmlns:a16="http://schemas.microsoft.com/office/drawing/2014/main" id="{BA7A96AD-1562-4D19-B251-4C65A6A64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39" name="Line 326">
                <a:extLst>
                  <a:ext uri="{FF2B5EF4-FFF2-40B4-BE49-F238E27FC236}">
                    <a16:creationId xmlns:a16="http://schemas.microsoft.com/office/drawing/2014/main" id="{9FB0FFB5-BFF2-46AB-83DD-744251744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0" name="Line 327">
                <a:extLst>
                  <a:ext uri="{FF2B5EF4-FFF2-40B4-BE49-F238E27FC236}">
                    <a16:creationId xmlns:a16="http://schemas.microsoft.com/office/drawing/2014/main" id="{08C6D362-7354-4FCC-AB13-7AB161206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1" name="Line 328">
                <a:extLst>
                  <a:ext uri="{FF2B5EF4-FFF2-40B4-BE49-F238E27FC236}">
                    <a16:creationId xmlns:a16="http://schemas.microsoft.com/office/drawing/2014/main" id="{66356810-EB8E-4BAD-B4C2-DBEBFA51D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2" name="Line 329">
                <a:extLst>
                  <a:ext uri="{FF2B5EF4-FFF2-40B4-BE49-F238E27FC236}">
                    <a16:creationId xmlns:a16="http://schemas.microsoft.com/office/drawing/2014/main" id="{1E675392-797B-42A1-86D2-176E22681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3" name="Line 330">
                <a:extLst>
                  <a:ext uri="{FF2B5EF4-FFF2-40B4-BE49-F238E27FC236}">
                    <a16:creationId xmlns:a16="http://schemas.microsoft.com/office/drawing/2014/main" id="{ECF193B3-FD90-4840-9B4B-C4F93C8E1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4" name="Line 331">
                <a:extLst>
                  <a:ext uri="{FF2B5EF4-FFF2-40B4-BE49-F238E27FC236}">
                    <a16:creationId xmlns:a16="http://schemas.microsoft.com/office/drawing/2014/main" id="{226DB90C-9429-44F5-80D5-6CF3437DCE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5" name="Line 332">
                <a:extLst>
                  <a:ext uri="{FF2B5EF4-FFF2-40B4-BE49-F238E27FC236}">
                    <a16:creationId xmlns:a16="http://schemas.microsoft.com/office/drawing/2014/main" id="{F2DC6DFA-BBAE-4488-AC84-79B8FDF9E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6" name="Line 333">
                <a:extLst>
                  <a:ext uri="{FF2B5EF4-FFF2-40B4-BE49-F238E27FC236}">
                    <a16:creationId xmlns:a16="http://schemas.microsoft.com/office/drawing/2014/main" id="{D995D768-D063-4E8A-AF5D-1F5E6059A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7" name="Line 334">
                <a:extLst>
                  <a:ext uri="{FF2B5EF4-FFF2-40B4-BE49-F238E27FC236}">
                    <a16:creationId xmlns:a16="http://schemas.microsoft.com/office/drawing/2014/main" id="{2A4AC938-27F0-458D-AD4E-D6A8C0F29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8" name="Line 335">
                <a:extLst>
                  <a:ext uri="{FF2B5EF4-FFF2-40B4-BE49-F238E27FC236}">
                    <a16:creationId xmlns:a16="http://schemas.microsoft.com/office/drawing/2014/main" id="{3A2D727E-E4F8-4CCD-BF81-1E7AA3E73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49" name="Line 336">
                <a:extLst>
                  <a:ext uri="{FF2B5EF4-FFF2-40B4-BE49-F238E27FC236}">
                    <a16:creationId xmlns:a16="http://schemas.microsoft.com/office/drawing/2014/main" id="{9DAA52F4-46E1-4BA6-83F7-1577D3D9B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0" name="Line 337">
                <a:extLst>
                  <a:ext uri="{FF2B5EF4-FFF2-40B4-BE49-F238E27FC236}">
                    <a16:creationId xmlns:a16="http://schemas.microsoft.com/office/drawing/2014/main" id="{52A5D538-3786-4CF8-A43B-0E5D03A58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1" name="Line 338">
                <a:extLst>
                  <a:ext uri="{FF2B5EF4-FFF2-40B4-BE49-F238E27FC236}">
                    <a16:creationId xmlns:a16="http://schemas.microsoft.com/office/drawing/2014/main" id="{CAA8B5D1-82CE-4834-BCD2-885C8DA27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2" name="Line 339">
                <a:extLst>
                  <a:ext uri="{FF2B5EF4-FFF2-40B4-BE49-F238E27FC236}">
                    <a16:creationId xmlns:a16="http://schemas.microsoft.com/office/drawing/2014/main" id="{553301D4-9DBC-4A66-8C51-BB97A57E23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3" name="Line 340">
                <a:extLst>
                  <a:ext uri="{FF2B5EF4-FFF2-40B4-BE49-F238E27FC236}">
                    <a16:creationId xmlns:a16="http://schemas.microsoft.com/office/drawing/2014/main" id="{40980A9B-6823-4438-9FF0-127A2C22E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4" name="Line 341">
                <a:extLst>
                  <a:ext uri="{FF2B5EF4-FFF2-40B4-BE49-F238E27FC236}">
                    <a16:creationId xmlns:a16="http://schemas.microsoft.com/office/drawing/2014/main" id="{02166EDF-4F1F-4DA1-A7CD-ECC174326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5" name="Line 342">
                <a:extLst>
                  <a:ext uri="{FF2B5EF4-FFF2-40B4-BE49-F238E27FC236}">
                    <a16:creationId xmlns:a16="http://schemas.microsoft.com/office/drawing/2014/main" id="{847E0D6C-B946-4431-8695-755436A26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6" name="Line 343">
                <a:extLst>
                  <a:ext uri="{FF2B5EF4-FFF2-40B4-BE49-F238E27FC236}">
                    <a16:creationId xmlns:a16="http://schemas.microsoft.com/office/drawing/2014/main" id="{FB5D5DD6-8B66-4667-BE5D-3979F29EF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7" name="Line 344">
                <a:extLst>
                  <a:ext uri="{FF2B5EF4-FFF2-40B4-BE49-F238E27FC236}">
                    <a16:creationId xmlns:a16="http://schemas.microsoft.com/office/drawing/2014/main" id="{15EF337D-8926-469C-AA34-8FC35FB80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8" name="Line 345">
                <a:extLst>
                  <a:ext uri="{FF2B5EF4-FFF2-40B4-BE49-F238E27FC236}">
                    <a16:creationId xmlns:a16="http://schemas.microsoft.com/office/drawing/2014/main" id="{E7733C3E-F56C-40D3-AB68-25A14F0048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59" name="Line 346">
                <a:extLst>
                  <a:ext uri="{FF2B5EF4-FFF2-40B4-BE49-F238E27FC236}">
                    <a16:creationId xmlns:a16="http://schemas.microsoft.com/office/drawing/2014/main" id="{A1A6CBF6-E7BD-4F46-B5DC-0103BB687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0" name="Line 347">
                <a:extLst>
                  <a:ext uri="{FF2B5EF4-FFF2-40B4-BE49-F238E27FC236}">
                    <a16:creationId xmlns:a16="http://schemas.microsoft.com/office/drawing/2014/main" id="{45CA92D6-A348-4F59-8B15-528A369B0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1" name="Line 348">
                <a:extLst>
                  <a:ext uri="{FF2B5EF4-FFF2-40B4-BE49-F238E27FC236}">
                    <a16:creationId xmlns:a16="http://schemas.microsoft.com/office/drawing/2014/main" id="{D082D59B-07D8-4951-9100-D0F7D110C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2" name="Line 349">
                <a:extLst>
                  <a:ext uri="{FF2B5EF4-FFF2-40B4-BE49-F238E27FC236}">
                    <a16:creationId xmlns:a16="http://schemas.microsoft.com/office/drawing/2014/main" id="{10319057-6CF8-4DD5-9351-29CCF42CC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3" name="Line 350">
                <a:extLst>
                  <a:ext uri="{FF2B5EF4-FFF2-40B4-BE49-F238E27FC236}">
                    <a16:creationId xmlns:a16="http://schemas.microsoft.com/office/drawing/2014/main" id="{4C2CFB52-FDF8-4755-85A3-EBF05C062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4" name="Line 351">
                <a:extLst>
                  <a:ext uri="{FF2B5EF4-FFF2-40B4-BE49-F238E27FC236}">
                    <a16:creationId xmlns:a16="http://schemas.microsoft.com/office/drawing/2014/main" id="{09FC5731-24C8-4D6D-99AF-11903045E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5" name="Line 352">
                <a:extLst>
                  <a:ext uri="{FF2B5EF4-FFF2-40B4-BE49-F238E27FC236}">
                    <a16:creationId xmlns:a16="http://schemas.microsoft.com/office/drawing/2014/main" id="{A2ADD7FF-09A3-42D6-B135-02C7C536B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6" name="Line 353">
                <a:extLst>
                  <a:ext uri="{FF2B5EF4-FFF2-40B4-BE49-F238E27FC236}">
                    <a16:creationId xmlns:a16="http://schemas.microsoft.com/office/drawing/2014/main" id="{C2E0B217-6B2A-4AC1-AABB-117854410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7" name="Line 354">
                <a:extLst>
                  <a:ext uri="{FF2B5EF4-FFF2-40B4-BE49-F238E27FC236}">
                    <a16:creationId xmlns:a16="http://schemas.microsoft.com/office/drawing/2014/main" id="{45DA08EA-AF46-4225-A1ED-D2F159A72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8" name="Line 355">
                <a:extLst>
                  <a:ext uri="{FF2B5EF4-FFF2-40B4-BE49-F238E27FC236}">
                    <a16:creationId xmlns:a16="http://schemas.microsoft.com/office/drawing/2014/main" id="{8B66E78F-D998-4620-A859-1DA62D4B0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69" name="Line 356">
                <a:extLst>
                  <a:ext uri="{FF2B5EF4-FFF2-40B4-BE49-F238E27FC236}">
                    <a16:creationId xmlns:a16="http://schemas.microsoft.com/office/drawing/2014/main" id="{AE2C2AB0-0E51-4260-A858-577C54EC9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0" name="Line 357">
                <a:extLst>
                  <a:ext uri="{FF2B5EF4-FFF2-40B4-BE49-F238E27FC236}">
                    <a16:creationId xmlns:a16="http://schemas.microsoft.com/office/drawing/2014/main" id="{29985709-0E08-4004-9554-CD5429D0B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1" name="Line 358">
                <a:extLst>
                  <a:ext uri="{FF2B5EF4-FFF2-40B4-BE49-F238E27FC236}">
                    <a16:creationId xmlns:a16="http://schemas.microsoft.com/office/drawing/2014/main" id="{56A4ED08-2B90-4B3F-A620-0B1120147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2" name="Line 359">
                <a:extLst>
                  <a:ext uri="{FF2B5EF4-FFF2-40B4-BE49-F238E27FC236}">
                    <a16:creationId xmlns:a16="http://schemas.microsoft.com/office/drawing/2014/main" id="{B62EB4EB-A5CC-4853-9892-C8BDFAF8EA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3" name="Line 360">
                <a:extLst>
                  <a:ext uri="{FF2B5EF4-FFF2-40B4-BE49-F238E27FC236}">
                    <a16:creationId xmlns:a16="http://schemas.microsoft.com/office/drawing/2014/main" id="{28B362E5-8290-423D-9E56-5B190EB1C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4" name="Line 361">
                <a:extLst>
                  <a:ext uri="{FF2B5EF4-FFF2-40B4-BE49-F238E27FC236}">
                    <a16:creationId xmlns:a16="http://schemas.microsoft.com/office/drawing/2014/main" id="{1B766616-0508-4D0E-958D-A185A2042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5" name="Line 362">
                <a:extLst>
                  <a:ext uri="{FF2B5EF4-FFF2-40B4-BE49-F238E27FC236}">
                    <a16:creationId xmlns:a16="http://schemas.microsoft.com/office/drawing/2014/main" id="{345A6108-ABAC-427A-854F-DA67023CB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6" name="Line 363">
                <a:extLst>
                  <a:ext uri="{FF2B5EF4-FFF2-40B4-BE49-F238E27FC236}">
                    <a16:creationId xmlns:a16="http://schemas.microsoft.com/office/drawing/2014/main" id="{171F58B9-B35A-40C4-8EE6-5A27234F7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7" name="Line 364">
                <a:extLst>
                  <a:ext uri="{FF2B5EF4-FFF2-40B4-BE49-F238E27FC236}">
                    <a16:creationId xmlns:a16="http://schemas.microsoft.com/office/drawing/2014/main" id="{A31F5FD8-0AA2-4083-8DB0-9AB6E905E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8" name="Line 365">
                <a:extLst>
                  <a:ext uri="{FF2B5EF4-FFF2-40B4-BE49-F238E27FC236}">
                    <a16:creationId xmlns:a16="http://schemas.microsoft.com/office/drawing/2014/main" id="{EB1CA9D9-736F-459E-A0D0-AFDA194285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79" name="Line 366">
                <a:extLst>
                  <a:ext uri="{FF2B5EF4-FFF2-40B4-BE49-F238E27FC236}">
                    <a16:creationId xmlns:a16="http://schemas.microsoft.com/office/drawing/2014/main" id="{43D67084-75F9-46BC-83E8-6031FF93B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0" name="Line 367">
                <a:extLst>
                  <a:ext uri="{FF2B5EF4-FFF2-40B4-BE49-F238E27FC236}">
                    <a16:creationId xmlns:a16="http://schemas.microsoft.com/office/drawing/2014/main" id="{8655F9D5-A47F-4F3F-8BAE-25BBA7FFBE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1" name="Line 368">
                <a:extLst>
                  <a:ext uri="{FF2B5EF4-FFF2-40B4-BE49-F238E27FC236}">
                    <a16:creationId xmlns:a16="http://schemas.microsoft.com/office/drawing/2014/main" id="{26396BE9-BF82-4B29-A5F2-EE42D95FB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2" name="Line 369">
                <a:extLst>
                  <a:ext uri="{FF2B5EF4-FFF2-40B4-BE49-F238E27FC236}">
                    <a16:creationId xmlns:a16="http://schemas.microsoft.com/office/drawing/2014/main" id="{35EB428D-D99D-41E2-91AC-CCFC627C3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3" name="Line 370">
                <a:extLst>
                  <a:ext uri="{FF2B5EF4-FFF2-40B4-BE49-F238E27FC236}">
                    <a16:creationId xmlns:a16="http://schemas.microsoft.com/office/drawing/2014/main" id="{A7CA8CA6-DC7B-4B34-A85A-879FAA82E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4" name="Line 371">
                <a:extLst>
                  <a:ext uri="{FF2B5EF4-FFF2-40B4-BE49-F238E27FC236}">
                    <a16:creationId xmlns:a16="http://schemas.microsoft.com/office/drawing/2014/main" id="{AB8B7129-D9CE-444E-BD80-C71F2EEBB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5" name="Line 372">
                <a:extLst>
                  <a:ext uri="{FF2B5EF4-FFF2-40B4-BE49-F238E27FC236}">
                    <a16:creationId xmlns:a16="http://schemas.microsoft.com/office/drawing/2014/main" id="{0AE15137-6F09-4D62-BCE7-525C41BF7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6" name="Line 373">
                <a:extLst>
                  <a:ext uri="{FF2B5EF4-FFF2-40B4-BE49-F238E27FC236}">
                    <a16:creationId xmlns:a16="http://schemas.microsoft.com/office/drawing/2014/main" id="{6E801C72-A5A5-4B63-80E1-FC17729AD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7" name="Line 374">
                <a:extLst>
                  <a:ext uri="{FF2B5EF4-FFF2-40B4-BE49-F238E27FC236}">
                    <a16:creationId xmlns:a16="http://schemas.microsoft.com/office/drawing/2014/main" id="{216FC133-734D-43C2-8701-587847FCA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8" name="Line 375">
                <a:extLst>
                  <a:ext uri="{FF2B5EF4-FFF2-40B4-BE49-F238E27FC236}">
                    <a16:creationId xmlns:a16="http://schemas.microsoft.com/office/drawing/2014/main" id="{FF361D35-98D0-43A0-90F2-9CAD9E8AD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89" name="Line 376">
                <a:extLst>
                  <a:ext uri="{FF2B5EF4-FFF2-40B4-BE49-F238E27FC236}">
                    <a16:creationId xmlns:a16="http://schemas.microsoft.com/office/drawing/2014/main" id="{49B36CEC-3D6D-4DBD-8517-5E737AE28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0" name="Line 377">
                <a:extLst>
                  <a:ext uri="{FF2B5EF4-FFF2-40B4-BE49-F238E27FC236}">
                    <a16:creationId xmlns:a16="http://schemas.microsoft.com/office/drawing/2014/main" id="{E9649C14-0BA9-4F9A-984C-01B5AB336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1" name="Line 378">
                <a:extLst>
                  <a:ext uri="{FF2B5EF4-FFF2-40B4-BE49-F238E27FC236}">
                    <a16:creationId xmlns:a16="http://schemas.microsoft.com/office/drawing/2014/main" id="{902225D3-CD33-4D72-B1D9-347686124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2" name="Line 379">
                <a:extLst>
                  <a:ext uri="{FF2B5EF4-FFF2-40B4-BE49-F238E27FC236}">
                    <a16:creationId xmlns:a16="http://schemas.microsoft.com/office/drawing/2014/main" id="{594FF738-C476-4F14-97D9-BFAF16148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3" name="Line 380">
                <a:extLst>
                  <a:ext uri="{FF2B5EF4-FFF2-40B4-BE49-F238E27FC236}">
                    <a16:creationId xmlns:a16="http://schemas.microsoft.com/office/drawing/2014/main" id="{26197F33-E0AB-4EF4-A82C-A266B2D10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4" name="Line 381">
                <a:extLst>
                  <a:ext uri="{FF2B5EF4-FFF2-40B4-BE49-F238E27FC236}">
                    <a16:creationId xmlns:a16="http://schemas.microsoft.com/office/drawing/2014/main" id="{AA47714B-9223-45AB-BB2E-C4E911C0D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5" name="Line 382">
                <a:extLst>
                  <a:ext uri="{FF2B5EF4-FFF2-40B4-BE49-F238E27FC236}">
                    <a16:creationId xmlns:a16="http://schemas.microsoft.com/office/drawing/2014/main" id="{80FADE77-738C-463E-BB1E-2FFB18D2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6" name="Line 383">
                <a:extLst>
                  <a:ext uri="{FF2B5EF4-FFF2-40B4-BE49-F238E27FC236}">
                    <a16:creationId xmlns:a16="http://schemas.microsoft.com/office/drawing/2014/main" id="{BF08B612-84C2-457A-ABCF-D5C159A40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7" name="Line 384">
                <a:extLst>
                  <a:ext uri="{FF2B5EF4-FFF2-40B4-BE49-F238E27FC236}">
                    <a16:creationId xmlns:a16="http://schemas.microsoft.com/office/drawing/2014/main" id="{6231C605-72DE-4173-91CE-3152928C7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8" name="Line 385">
                <a:extLst>
                  <a:ext uri="{FF2B5EF4-FFF2-40B4-BE49-F238E27FC236}">
                    <a16:creationId xmlns:a16="http://schemas.microsoft.com/office/drawing/2014/main" id="{26A72B7D-A28A-480F-A9A3-D331DDE77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99" name="Line 386">
                <a:extLst>
                  <a:ext uri="{FF2B5EF4-FFF2-40B4-BE49-F238E27FC236}">
                    <a16:creationId xmlns:a16="http://schemas.microsoft.com/office/drawing/2014/main" id="{A876850C-24ED-4CF3-BEB9-3EC550507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0" name="Line 387">
                <a:extLst>
                  <a:ext uri="{FF2B5EF4-FFF2-40B4-BE49-F238E27FC236}">
                    <a16:creationId xmlns:a16="http://schemas.microsoft.com/office/drawing/2014/main" id="{9C2C867E-4E75-4281-876B-CBC9AE3FD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1" name="Line 388">
                <a:extLst>
                  <a:ext uri="{FF2B5EF4-FFF2-40B4-BE49-F238E27FC236}">
                    <a16:creationId xmlns:a16="http://schemas.microsoft.com/office/drawing/2014/main" id="{495592A9-D4C0-4E9B-9FEB-6A1D15CC4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2" name="Line 389">
                <a:extLst>
                  <a:ext uri="{FF2B5EF4-FFF2-40B4-BE49-F238E27FC236}">
                    <a16:creationId xmlns:a16="http://schemas.microsoft.com/office/drawing/2014/main" id="{2B475DD3-4245-4941-B303-B0DCF2AB9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" name="Line 390">
                <a:extLst>
                  <a:ext uri="{FF2B5EF4-FFF2-40B4-BE49-F238E27FC236}">
                    <a16:creationId xmlns:a16="http://schemas.microsoft.com/office/drawing/2014/main" id="{5950CFD0-84D5-443A-A1BF-3B7F387AB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" name="Line 391">
                <a:extLst>
                  <a:ext uri="{FF2B5EF4-FFF2-40B4-BE49-F238E27FC236}">
                    <a16:creationId xmlns:a16="http://schemas.microsoft.com/office/drawing/2014/main" id="{7B289B3E-356D-475D-A626-2A61C2434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5" name="Line 392">
                <a:extLst>
                  <a:ext uri="{FF2B5EF4-FFF2-40B4-BE49-F238E27FC236}">
                    <a16:creationId xmlns:a16="http://schemas.microsoft.com/office/drawing/2014/main" id="{403B1991-4CBC-4912-9B8E-EBECD288A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6" name="Line 393">
                <a:extLst>
                  <a:ext uri="{FF2B5EF4-FFF2-40B4-BE49-F238E27FC236}">
                    <a16:creationId xmlns:a16="http://schemas.microsoft.com/office/drawing/2014/main" id="{DA19D8F9-A1D1-4061-8006-6A71263EE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7" name="Line 394">
                <a:extLst>
                  <a:ext uri="{FF2B5EF4-FFF2-40B4-BE49-F238E27FC236}">
                    <a16:creationId xmlns:a16="http://schemas.microsoft.com/office/drawing/2014/main" id="{DCC94077-D40C-4092-AD6A-AC1657976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8" name="Line 395">
                <a:extLst>
                  <a:ext uri="{FF2B5EF4-FFF2-40B4-BE49-F238E27FC236}">
                    <a16:creationId xmlns:a16="http://schemas.microsoft.com/office/drawing/2014/main" id="{C083112A-A08A-43F0-8B48-4C33F9D9AD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9" name="Line 396">
                <a:extLst>
                  <a:ext uri="{FF2B5EF4-FFF2-40B4-BE49-F238E27FC236}">
                    <a16:creationId xmlns:a16="http://schemas.microsoft.com/office/drawing/2014/main" id="{9A71AB4D-12B1-473D-9F89-B6FA9D948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0" name="Line 397">
                <a:extLst>
                  <a:ext uri="{FF2B5EF4-FFF2-40B4-BE49-F238E27FC236}">
                    <a16:creationId xmlns:a16="http://schemas.microsoft.com/office/drawing/2014/main" id="{A872C44F-1CF7-4293-9A49-008F2897D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1" name="Line 398">
                <a:extLst>
                  <a:ext uri="{FF2B5EF4-FFF2-40B4-BE49-F238E27FC236}">
                    <a16:creationId xmlns:a16="http://schemas.microsoft.com/office/drawing/2014/main" id="{A4F531D5-B85E-4F31-A717-4D68FFC623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2" name="Line 399">
                <a:extLst>
                  <a:ext uri="{FF2B5EF4-FFF2-40B4-BE49-F238E27FC236}">
                    <a16:creationId xmlns:a16="http://schemas.microsoft.com/office/drawing/2014/main" id="{48075BC7-6305-4645-9D47-D640A9062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3" name="Line 400">
                <a:extLst>
                  <a:ext uri="{FF2B5EF4-FFF2-40B4-BE49-F238E27FC236}">
                    <a16:creationId xmlns:a16="http://schemas.microsoft.com/office/drawing/2014/main" id="{5E06E2D1-2A58-4F29-B258-55D431768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4" name="Line 401">
                <a:extLst>
                  <a:ext uri="{FF2B5EF4-FFF2-40B4-BE49-F238E27FC236}">
                    <a16:creationId xmlns:a16="http://schemas.microsoft.com/office/drawing/2014/main" id="{8CD8795C-388E-4AB8-915A-CF45E6F62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5" name="Line 402">
                <a:extLst>
                  <a:ext uri="{FF2B5EF4-FFF2-40B4-BE49-F238E27FC236}">
                    <a16:creationId xmlns:a16="http://schemas.microsoft.com/office/drawing/2014/main" id="{58415AF2-F076-4B80-9992-D56A7F6C8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6" name="Line 403">
                <a:extLst>
                  <a:ext uri="{FF2B5EF4-FFF2-40B4-BE49-F238E27FC236}">
                    <a16:creationId xmlns:a16="http://schemas.microsoft.com/office/drawing/2014/main" id="{3BC6E5F0-E51C-4356-B03E-ACE4F1DED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7" name="Line 404">
                <a:extLst>
                  <a:ext uri="{FF2B5EF4-FFF2-40B4-BE49-F238E27FC236}">
                    <a16:creationId xmlns:a16="http://schemas.microsoft.com/office/drawing/2014/main" id="{D6A7BA8D-792C-4596-997F-D14B35100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8" name="Line 405">
                <a:extLst>
                  <a:ext uri="{FF2B5EF4-FFF2-40B4-BE49-F238E27FC236}">
                    <a16:creationId xmlns:a16="http://schemas.microsoft.com/office/drawing/2014/main" id="{35FD05BA-BB0B-469C-858C-CAE59412A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9" name="Line 406">
                <a:extLst>
                  <a:ext uri="{FF2B5EF4-FFF2-40B4-BE49-F238E27FC236}">
                    <a16:creationId xmlns:a16="http://schemas.microsoft.com/office/drawing/2014/main" id="{E1F866ED-2F1A-4F3F-A0C1-100832394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896" name="Group 407">
              <a:extLst>
                <a:ext uri="{FF2B5EF4-FFF2-40B4-BE49-F238E27FC236}">
                  <a16:creationId xmlns:a16="http://schemas.microsoft.com/office/drawing/2014/main" id="{BCF6DDEC-7D6E-4EBC-BC2D-151399D87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3" y="2606"/>
              <a:ext cx="2590" cy="145"/>
              <a:chOff x="1563" y="2606"/>
              <a:chExt cx="2590" cy="145"/>
            </a:xfrm>
          </p:grpSpPr>
          <p:sp>
            <p:nvSpPr>
              <p:cNvPr id="38020" name="Line 408">
                <a:extLst>
                  <a:ext uri="{FF2B5EF4-FFF2-40B4-BE49-F238E27FC236}">
                    <a16:creationId xmlns:a16="http://schemas.microsoft.com/office/drawing/2014/main" id="{ACB19678-14D8-4807-86B1-2A8C590A4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1" name="Line 409">
                <a:extLst>
                  <a:ext uri="{FF2B5EF4-FFF2-40B4-BE49-F238E27FC236}">
                    <a16:creationId xmlns:a16="http://schemas.microsoft.com/office/drawing/2014/main" id="{5B1FF0BD-F2FD-4613-B4B8-C18C29EB1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2" name="Line 410">
                <a:extLst>
                  <a:ext uri="{FF2B5EF4-FFF2-40B4-BE49-F238E27FC236}">
                    <a16:creationId xmlns:a16="http://schemas.microsoft.com/office/drawing/2014/main" id="{B72A35E9-20A9-49D7-B6E6-8AE879FA0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3" name="Line 411">
                <a:extLst>
                  <a:ext uri="{FF2B5EF4-FFF2-40B4-BE49-F238E27FC236}">
                    <a16:creationId xmlns:a16="http://schemas.microsoft.com/office/drawing/2014/main" id="{F7810037-6CE6-47B9-B067-0DB5D0BE4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4" name="Line 412">
                <a:extLst>
                  <a:ext uri="{FF2B5EF4-FFF2-40B4-BE49-F238E27FC236}">
                    <a16:creationId xmlns:a16="http://schemas.microsoft.com/office/drawing/2014/main" id="{FAF4F8E8-CC91-4F92-876D-6ED68E5C8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5" name="Line 413">
                <a:extLst>
                  <a:ext uri="{FF2B5EF4-FFF2-40B4-BE49-F238E27FC236}">
                    <a16:creationId xmlns:a16="http://schemas.microsoft.com/office/drawing/2014/main" id="{586259E4-C106-4613-92DA-7FDBC998C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6" name="Line 414">
                <a:extLst>
                  <a:ext uri="{FF2B5EF4-FFF2-40B4-BE49-F238E27FC236}">
                    <a16:creationId xmlns:a16="http://schemas.microsoft.com/office/drawing/2014/main" id="{493362E7-C2B2-463E-AC55-BAD23EFDF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7" name="Line 415">
                <a:extLst>
                  <a:ext uri="{FF2B5EF4-FFF2-40B4-BE49-F238E27FC236}">
                    <a16:creationId xmlns:a16="http://schemas.microsoft.com/office/drawing/2014/main" id="{CCC274B3-17E5-44CA-889A-426A130C7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8" name="Line 416">
                <a:extLst>
                  <a:ext uri="{FF2B5EF4-FFF2-40B4-BE49-F238E27FC236}">
                    <a16:creationId xmlns:a16="http://schemas.microsoft.com/office/drawing/2014/main" id="{196B95B3-AF48-44B7-B9AE-F3B43835C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9" name="Line 417">
                <a:extLst>
                  <a:ext uri="{FF2B5EF4-FFF2-40B4-BE49-F238E27FC236}">
                    <a16:creationId xmlns:a16="http://schemas.microsoft.com/office/drawing/2014/main" id="{43E48D45-8FAB-4C5B-917D-C6DE855327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0" name="Line 418">
                <a:extLst>
                  <a:ext uri="{FF2B5EF4-FFF2-40B4-BE49-F238E27FC236}">
                    <a16:creationId xmlns:a16="http://schemas.microsoft.com/office/drawing/2014/main" id="{7034CFF4-79E3-4E81-BBDE-96CBE026B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1" name="Line 419">
                <a:extLst>
                  <a:ext uri="{FF2B5EF4-FFF2-40B4-BE49-F238E27FC236}">
                    <a16:creationId xmlns:a16="http://schemas.microsoft.com/office/drawing/2014/main" id="{5FB83B66-E705-4FAD-84A3-3B3E25AC2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2" name="Line 420">
                <a:extLst>
                  <a:ext uri="{FF2B5EF4-FFF2-40B4-BE49-F238E27FC236}">
                    <a16:creationId xmlns:a16="http://schemas.microsoft.com/office/drawing/2014/main" id="{33C06E68-2263-4A0A-A329-33500C746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3" name="Line 421">
                <a:extLst>
                  <a:ext uri="{FF2B5EF4-FFF2-40B4-BE49-F238E27FC236}">
                    <a16:creationId xmlns:a16="http://schemas.microsoft.com/office/drawing/2014/main" id="{A6B6EB83-615C-4E7F-9218-8ABA7EAD0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4" name="Line 422">
                <a:extLst>
                  <a:ext uri="{FF2B5EF4-FFF2-40B4-BE49-F238E27FC236}">
                    <a16:creationId xmlns:a16="http://schemas.microsoft.com/office/drawing/2014/main" id="{7DE33086-35D2-4428-BF58-D16B54D0F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5" name="Line 423">
                <a:extLst>
                  <a:ext uri="{FF2B5EF4-FFF2-40B4-BE49-F238E27FC236}">
                    <a16:creationId xmlns:a16="http://schemas.microsoft.com/office/drawing/2014/main" id="{9CED4AF2-A0B6-45BE-886D-40D2F3DCE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6" name="Line 424">
                <a:extLst>
                  <a:ext uri="{FF2B5EF4-FFF2-40B4-BE49-F238E27FC236}">
                    <a16:creationId xmlns:a16="http://schemas.microsoft.com/office/drawing/2014/main" id="{30A5EE2E-4E73-42C1-9F07-7805B1D96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7" name="Line 425">
                <a:extLst>
                  <a:ext uri="{FF2B5EF4-FFF2-40B4-BE49-F238E27FC236}">
                    <a16:creationId xmlns:a16="http://schemas.microsoft.com/office/drawing/2014/main" id="{BF837434-EC6C-4C3E-BA7A-AF34271E2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8" name="Line 426">
                <a:extLst>
                  <a:ext uri="{FF2B5EF4-FFF2-40B4-BE49-F238E27FC236}">
                    <a16:creationId xmlns:a16="http://schemas.microsoft.com/office/drawing/2014/main" id="{D24BBB61-C93D-4F2E-98AE-34F32FFCF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9" name="Line 427">
                <a:extLst>
                  <a:ext uri="{FF2B5EF4-FFF2-40B4-BE49-F238E27FC236}">
                    <a16:creationId xmlns:a16="http://schemas.microsoft.com/office/drawing/2014/main" id="{A1EEAF71-D322-4546-86CD-1E5D91659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0" name="Line 428">
                <a:extLst>
                  <a:ext uri="{FF2B5EF4-FFF2-40B4-BE49-F238E27FC236}">
                    <a16:creationId xmlns:a16="http://schemas.microsoft.com/office/drawing/2014/main" id="{005AFED1-A4FF-4DDA-B002-11343759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1" name="Line 429">
                <a:extLst>
                  <a:ext uri="{FF2B5EF4-FFF2-40B4-BE49-F238E27FC236}">
                    <a16:creationId xmlns:a16="http://schemas.microsoft.com/office/drawing/2014/main" id="{EFE16611-5359-4996-BBBE-3D544672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2" name="Line 430">
                <a:extLst>
                  <a:ext uri="{FF2B5EF4-FFF2-40B4-BE49-F238E27FC236}">
                    <a16:creationId xmlns:a16="http://schemas.microsoft.com/office/drawing/2014/main" id="{F4FC9B37-D0E3-4744-8A1F-9D386E4BF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3" name="Line 431">
                <a:extLst>
                  <a:ext uri="{FF2B5EF4-FFF2-40B4-BE49-F238E27FC236}">
                    <a16:creationId xmlns:a16="http://schemas.microsoft.com/office/drawing/2014/main" id="{3FAAF7E8-8C84-4058-92C9-89F66E672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4" name="Line 432">
                <a:extLst>
                  <a:ext uri="{FF2B5EF4-FFF2-40B4-BE49-F238E27FC236}">
                    <a16:creationId xmlns:a16="http://schemas.microsoft.com/office/drawing/2014/main" id="{FCE939F0-ECFD-40F2-AD71-6064DE692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5" name="Line 433">
                <a:extLst>
                  <a:ext uri="{FF2B5EF4-FFF2-40B4-BE49-F238E27FC236}">
                    <a16:creationId xmlns:a16="http://schemas.microsoft.com/office/drawing/2014/main" id="{6437CE76-8CA5-4C13-94BE-31453D599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6" name="Line 434">
                <a:extLst>
                  <a:ext uri="{FF2B5EF4-FFF2-40B4-BE49-F238E27FC236}">
                    <a16:creationId xmlns:a16="http://schemas.microsoft.com/office/drawing/2014/main" id="{711AFCCF-6FC2-438D-B2C0-6DABCF892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7" name="Line 435">
                <a:extLst>
                  <a:ext uri="{FF2B5EF4-FFF2-40B4-BE49-F238E27FC236}">
                    <a16:creationId xmlns:a16="http://schemas.microsoft.com/office/drawing/2014/main" id="{9536A9B4-34EE-42A5-89EE-CBB41587C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8" name="Line 436">
                <a:extLst>
                  <a:ext uri="{FF2B5EF4-FFF2-40B4-BE49-F238E27FC236}">
                    <a16:creationId xmlns:a16="http://schemas.microsoft.com/office/drawing/2014/main" id="{B98B7C0A-9FF3-4064-81E9-EE2B82805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49" name="Line 437">
                <a:extLst>
                  <a:ext uri="{FF2B5EF4-FFF2-40B4-BE49-F238E27FC236}">
                    <a16:creationId xmlns:a16="http://schemas.microsoft.com/office/drawing/2014/main" id="{0B886CC8-89C3-4873-9086-05286F1F01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0" name="Line 438">
                <a:extLst>
                  <a:ext uri="{FF2B5EF4-FFF2-40B4-BE49-F238E27FC236}">
                    <a16:creationId xmlns:a16="http://schemas.microsoft.com/office/drawing/2014/main" id="{11A968AA-87A2-4991-BFCE-920ED64C0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1" name="Line 439">
                <a:extLst>
                  <a:ext uri="{FF2B5EF4-FFF2-40B4-BE49-F238E27FC236}">
                    <a16:creationId xmlns:a16="http://schemas.microsoft.com/office/drawing/2014/main" id="{348CB55A-DC80-442F-BACA-F1A1F16BE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2" name="Line 440">
                <a:extLst>
                  <a:ext uri="{FF2B5EF4-FFF2-40B4-BE49-F238E27FC236}">
                    <a16:creationId xmlns:a16="http://schemas.microsoft.com/office/drawing/2014/main" id="{D33433D5-E226-4923-A186-87BAD8333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3" name="Line 441">
                <a:extLst>
                  <a:ext uri="{FF2B5EF4-FFF2-40B4-BE49-F238E27FC236}">
                    <a16:creationId xmlns:a16="http://schemas.microsoft.com/office/drawing/2014/main" id="{C02DABFF-B924-4173-9B0D-703699BC2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4" name="Line 442">
                <a:extLst>
                  <a:ext uri="{FF2B5EF4-FFF2-40B4-BE49-F238E27FC236}">
                    <a16:creationId xmlns:a16="http://schemas.microsoft.com/office/drawing/2014/main" id="{ED4E131D-92E1-4C91-9020-872E0DE47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5" name="Line 443">
                <a:extLst>
                  <a:ext uri="{FF2B5EF4-FFF2-40B4-BE49-F238E27FC236}">
                    <a16:creationId xmlns:a16="http://schemas.microsoft.com/office/drawing/2014/main" id="{E23EFA48-869A-47BD-94A4-A9E00531D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6" name="Line 444">
                <a:extLst>
                  <a:ext uri="{FF2B5EF4-FFF2-40B4-BE49-F238E27FC236}">
                    <a16:creationId xmlns:a16="http://schemas.microsoft.com/office/drawing/2014/main" id="{44C2A9EA-E130-46A0-9E62-3AC5EF295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7" name="Line 445">
                <a:extLst>
                  <a:ext uri="{FF2B5EF4-FFF2-40B4-BE49-F238E27FC236}">
                    <a16:creationId xmlns:a16="http://schemas.microsoft.com/office/drawing/2014/main" id="{6B2632C9-5CBF-4D35-B227-B8CA08590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8" name="Line 446">
                <a:extLst>
                  <a:ext uri="{FF2B5EF4-FFF2-40B4-BE49-F238E27FC236}">
                    <a16:creationId xmlns:a16="http://schemas.microsoft.com/office/drawing/2014/main" id="{989A9469-DC69-43D4-9585-ABA2F6747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59" name="Line 447">
                <a:extLst>
                  <a:ext uri="{FF2B5EF4-FFF2-40B4-BE49-F238E27FC236}">
                    <a16:creationId xmlns:a16="http://schemas.microsoft.com/office/drawing/2014/main" id="{3116CC22-ABEC-4C4B-8BFB-AA356A475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0" name="Line 448">
                <a:extLst>
                  <a:ext uri="{FF2B5EF4-FFF2-40B4-BE49-F238E27FC236}">
                    <a16:creationId xmlns:a16="http://schemas.microsoft.com/office/drawing/2014/main" id="{DA967F70-C542-471F-B905-7406AE029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1" name="Line 449">
                <a:extLst>
                  <a:ext uri="{FF2B5EF4-FFF2-40B4-BE49-F238E27FC236}">
                    <a16:creationId xmlns:a16="http://schemas.microsoft.com/office/drawing/2014/main" id="{776F6168-7915-4542-9230-6B73425B9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2" name="Line 450">
                <a:extLst>
                  <a:ext uri="{FF2B5EF4-FFF2-40B4-BE49-F238E27FC236}">
                    <a16:creationId xmlns:a16="http://schemas.microsoft.com/office/drawing/2014/main" id="{A18B8F1C-46AE-4E29-A797-79CD451DF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3" name="Line 451">
                <a:extLst>
                  <a:ext uri="{FF2B5EF4-FFF2-40B4-BE49-F238E27FC236}">
                    <a16:creationId xmlns:a16="http://schemas.microsoft.com/office/drawing/2014/main" id="{092A3135-05BA-4D03-A2B6-28D8ECA5A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4" name="Line 452">
                <a:extLst>
                  <a:ext uri="{FF2B5EF4-FFF2-40B4-BE49-F238E27FC236}">
                    <a16:creationId xmlns:a16="http://schemas.microsoft.com/office/drawing/2014/main" id="{C109AEAD-2B00-4879-91F4-5EA4F38CA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5" name="Line 453">
                <a:extLst>
                  <a:ext uri="{FF2B5EF4-FFF2-40B4-BE49-F238E27FC236}">
                    <a16:creationId xmlns:a16="http://schemas.microsoft.com/office/drawing/2014/main" id="{8B61A6F4-FEFA-46BF-BD67-0200F9D2E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6" name="Line 454">
                <a:extLst>
                  <a:ext uri="{FF2B5EF4-FFF2-40B4-BE49-F238E27FC236}">
                    <a16:creationId xmlns:a16="http://schemas.microsoft.com/office/drawing/2014/main" id="{AA545BD0-475C-472D-B668-2FECFEC9C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7" name="Line 455">
                <a:extLst>
                  <a:ext uri="{FF2B5EF4-FFF2-40B4-BE49-F238E27FC236}">
                    <a16:creationId xmlns:a16="http://schemas.microsoft.com/office/drawing/2014/main" id="{DA1CA998-AC57-4B11-BD78-81A625A616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8" name="Line 456">
                <a:extLst>
                  <a:ext uri="{FF2B5EF4-FFF2-40B4-BE49-F238E27FC236}">
                    <a16:creationId xmlns:a16="http://schemas.microsoft.com/office/drawing/2014/main" id="{D75A0C6E-BE17-42E7-BAA8-CD13F3412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69" name="Line 457">
                <a:extLst>
                  <a:ext uri="{FF2B5EF4-FFF2-40B4-BE49-F238E27FC236}">
                    <a16:creationId xmlns:a16="http://schemas.microsoft.com/office/drawing/2014/main" id="{4EEBA57C-6714-4E1A-9C61-7AFB20D2D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0" name="Line 458">
                <a:extLst>
                  <a:ext uri="{FF2B5EF4-FFF2-40B4-BE49-F238E27FC236}">
                    <a16:creationId xmlns:a16="http://schemas.microsoft.com/office/drawing/2014/main" id="{E2A6B35E-8E91-4029-8258-2314015DC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1" name="Line 459">
                <a:extLst>
                  <a:ext uri="{FF2B5EF4-FFF2-40B4-BE49-F238E27FC236}">
                    <a16:creationId xmlns:a16="http://schemas.microsoft.com/office/drawing/2014/main" id="{AE95D59F-5F43-4D85-898E-C1A0B83608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2" name="Line 460">
                <a:extLst>
                  <a:ext uri="{FF2B5EF4-FFF2-40B4-BE49-F238E27FC236}">
                    <a16:creationId xmlns:a16="http://schemas.microsoft.com/office/drawing/2014/main" id="{36A87EF7-E3CC-4783-ACD8-FB263BF57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3" name="Line 461">
                <a:extLst>
                  <a:ext uri="{FF2B5EF4-FFF2-40B4-BE49-F238E27FC236}">
                    <a16:creationId xmlns:a16="http://schemas.microsoft.com/office/drawing/2014/main" id="{5CAC6C38-F45E-4F6E-96C7-863B2435F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4" name="Line 462">
                <a:extLst>
                  <a:ext uri="{FF2B5EF4-FFF2-40B4-BE49-F238E27FC236}">
                    <a16:creationId xmlns:a16="http://schemas.microsoft.com/office/drawing/2014/main" id="{2A520760-7CD2-43E0-94E3-086671226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5" name="Line 463">
                <a:extLst>
                  <a:ext uri="{FF2B5EF4-FFF2-40B4-BE49-F238E27FC236}">
                    <a16:creationId xmlns:a16="http://schemas.microsoft.com/office/drawing/2014/main" id="{CE38A2E4-46C2-4D88-9084-818EECE8F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6" name="Line 464">
                <a:extLst>
                  <a:ext uri="{FF2B5EF4-FFF2-40B4-BE49-F238E27FC236}">
                    <a16:creationId xmlns:a16="http://schemas.microsoft.com/office/drawing/2014/main" id="{D04CF68F-C4F5-405C-88D3-1499AF4BAD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7" name="Line 465">
                <a:extLst>
                  <a:ext uri="{FF2B5EF4-FFF2-40B4-BE49-F238E27FC236}">
                    <a16:creationId xmlns:a16="http://schemas.microsoft.com/office/drawing/2014/main" id="{A36CDA41-576E-4B69-A342-C25396835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8" name="Line 466">
                <a:extLst>
                  <a:ext uri="{FF2B5EF4-FFF2-40B4-BE49-F238E27FC236}">
                    <a16:creationId xmlns:a16="http://schemas.microsoft.com/office/drawing/2014/main" id="{E8D22251-A7C6-4ADB-8604-ADAD01C61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79" name="Line 467">
                <a:extLst>
                  <a:ext uri="{FF2B5EF4-FFF2-40B4-BE49-F238E27FC236}">
                    <a16:creationId xmlns:a16="http://schemas.microsoft.com/office/drawing/2014/main" id="{974AD01C-1718-4F19-A7C4-ECC34FE3C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0" name="Line 468">
                <a:extLst>
                  <a:ext uri="{FF2B5EF4-FFF2-40B4-BE49-F238E27FC236}">
                    <a16:creationId xmlns:a16="http://schemas.microsoft.com/office/drawing/2014/main" id="{2E5C02C6-33DE-4ED0-80D5-75FFCD384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1" name="Line 469">
                <a:extLst>
                  <a:ext uri="{FF2B5EF4-FFF2-40B4-BE49-F238E27FC236}">
                    <a16:creationId xmlns:a16="http://schemas.microsoft.com/office/drawing/2014/main" id="{79298C83-6BBE-48EA-99EB-F43742F90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2" name="Line 470">
                <a:extLst>
                  <a:ext uri="{FF2B5EF4-FFF2-40B4-BE49-F238E27FC236}">
                    <a16:creationId xmlns:a16="http://schemas.microsoft.com/office/drawing/2014/main" id="{16F3AA00-0089-4036-A5A3-5E17DF4A1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3" name="Line 471">
                <a:extLst>
                  <a:ext uri="{FF2B5EF4-FFF2-40B4-BE49-F238E27FC236}">
                    <a16:creationId xmlns:a16="http://schemas.microsoft.com/office/drawing/2014/main" id="{10D58214-F381-4921-9A02-794C96C21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4" name="Line 472">
                <a:extLst>
                  <a:ext uri="{FF2B5EF4-FFF2-40B4-BE49-F238E27FC236}">
                    <a16:creationId xmlns:a16="http://schemas.microsoft.com/office/drawing/2014/main" id="{3CCB4BCB-55CB-470E-B916-72546D39A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5" name="Line 473">
                <a:extLst>
                  <a:ext uri="{FF2B5EF4-FFF2-40B4-BE49-F238E27FC236}">
                    <a16:creationId xmlns:a16="http://schemas.microsoft.com/office/drawing/2014/main" id="{AEDC421F-BCB1-453C-BA6F-2BCAE234F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6" name="Line 474">
                <a:extLst>
                  <a:ext uri="{FF2B5EF4-FFF2-40B4-BE49-F238E27FC236}">
                    <a16:creationId xmlns:a16="http://schemas.microsoft.com/office/drawing/2014/main" id="{8702889D-614C-4D54-A03B-559EBEBEA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7" name="Line 475">
                <a:extLst>
                  <a:ext uri="{FF2B5EF4-FFF2-40B4-BE49-F238E27FC236}">
                    <a16:creationId xmlns:a16="http://schemas.microsoft.com/office/drawing/2014/main" id="{7F3F2298-2662-493D-A031-907B58DD1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8" name="Line 476">
                <a:extLst>
                  <a:ext uri="{FF2B5EF4-FFF2-40B4-BE49-F238E27FC236}">
                    <a16:creationId xmlns:a16="http://schemas.microsoft.com/office/drawing/2014/main" id="{56FA7DF9-9B66-4D43-8B92-14BC7158E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89" name="Line 477">
                <a:extLst>
                  <a:ext uri="{FF2B5EF4-FFF2-40B4-BE49-F238E27FC236}">
                    <a16:creationId xmlns:a16="http://schemas.microsoft.com/office/drawing/2014/main" id="{BFA7764D-30D0-4C58-9B20-EE40624BA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0" name="Line 478">
                <a:extLst>
                  <a:ext uri="{FF2B5EF4-FFF2-40B4-BE49-F238E27FC236}">
                    <a16:creationId xmlns:a16="http://schemas.microsoft.com/office/drawing/2014/main" id="{14E81B71-A7F6-4F7F-9BFB-F45FDC104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1" name="Line 479">
                <a:extLst>
                  <a:ext uri="{FF2B5EF4-FFF2-40B4-BE49-F238E27FC236}">
                    <a16:creationId xmlns:a16="http://schemas.microsoft.com/office/drawing/2014/main" id="{52A19401-883D-4D3F-91A7-560B451E2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2" name="Line 480">
                <a:extLst>
                  <a:ext uri="{FF2B5EF4-FFF2-40B4-BE49-F238E27FC236}">
                    <a16:creationId xmlns:a16="http://schemas.microsoft.com/office/drawing/2014/main" id="{FD1BC77C-2F02-4136-A40E-868271D7B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3" name="Line 481">
                <a:extLst>
                  <a:ext uri="{FF2B5EF4-FFF2-40B4-BE49-F238E27FC236}">
                    <a16:creationId xmlns:a16="http://schemas.microsoft.com/office/drawing/2014/main" id="{CFD8D9F1-33B5-490C-A1E3-4659E8FA0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4" name="Line 482">
                <a:extLst>
                  <a:ext uri="{FF2B5EF4-FFF2-40B4-BE49-F238E27FC236}">
                    <a16:creationId xmlns:a16="http://schemas.microsoft.com/office/drawing/2014/main" id="{24FFF690-7807-4D41-81F9-39F81844B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5" name="Line 483">
                <a:extLst>
                  <a:ext uri="{FF2B5EF4-FFF2-40B4-BE49-F238E27FC236}">
                    <a16:creationId xmlns:a16="http://schemas.microsoft.com/office/drawing/2014/main" id="{83D9FDCE-91B1-4CFB-906C-8A09D78E9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6" name="Line 484">
                <a:extLst>
                  <a:ext uri="{FF2B5EF4-FFF2-40B4-BE49-F238E27FC236}">
                    <a16:creationId xmlns:a16="http://schemas.microsoft.com/office/drawing/2014/main" id="{C46E4010-A33B-485D-8C5C-B0DA91304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7" name="Line 485">
                <a:extLst>
                  <a:ext uri="{FF2B5EF4-FFF2-40B4-BE49-F238E27FC236}">
                    <a16:creationId xmlns:a16="http://schemas.microsoft.com/office/drawing/2014/main" id="{77DA77BA-C02A-4085-BCAD-543A8F61A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8" name="Line 486">
                <a:extLst>
                  <a:ext uri="{FF2B5EF4-FFF2-40B4-BE49-F238E27FC236}">
                    <a16:creationId xmlns:a16="http://schemas.microsoft.com/office/drawing/2014/main" id="{E11D054D-3C2C-4590-9610-3C1F4E8FE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99" name="Line 487">
                <a:extLst>
                  <a:ext uri="{FF2B5EF4-FFF2-40B4-BE49-F238E27FC236}">
                    <a16:creationId xmlns:a16="http://schemas.microsoft.com/office/drawing/2014/main" id="{C49C30B4-2C66-45E6-BEE3-A36DCF257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0" name="Line 488">
                <a:extLst>
                  <a:ext uri="{FF2B5EF4-FFF2-40B4-BE49-F238E27FC236}">
                    <a16:creationId xmlns:a16="http://schemas.microsoft.com/office/drawing/2014/main" id="{289751CF-4A28-4C7C-8DBF-95AEFB3C2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1" name="Line 489">
                <a:extLst>
                  <a:ext uri="{FF2B5EF4-FFF2-40B4-BE49-F238E27FC236}">
                    <a16:creationId xmlns:a16="http://schemas.microsoft.com/office/drawing/2014/main" id="{3E60AD9D-5B57-4507-B043-8A9B8D3D6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2" name="Line 490">
                <a:extLst>
                  <a:ext uri="{FF2B5EF4-FFF2-40B4-BE49-F238E27FC236}">
                    <a16:creationId xmlns:a16="http://schemas.microsoft.com/office/drawing/2014/main" id="{B0BDFCA8-BFF0-4D31-A900-9B6C25443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3" name="Line 491">
                <a:extLst>
                  <a:ext uri="{FF2B5EF4-FFF2-40B4-BE49-F238E27FC236}">
                    <a16:creationId xmlns:a16="http://schemas.microsoft.com/office/drawing/2014/main" id="{FD7297D5-30A2-482B-9259-23ADAEF33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4" name="Line 492">
                <a:extLst>
                  <a:ext uri="{FF2B5EF4-FFF2-40B4-BE49-F238E27FC236}">
                    <a16:creationId xmlns:a16="http://schemas.microsoft.com/office/drawing/2014/main" id="{FEBAAB99-2465-44FD-9542-4A9B24B48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5" name="Line 493">
                <a:extLst>
                  <a:ext uri="{FF2B5EF4-FFF2-40B4-BE49-F238E27FC236}">
                    <a16:creationId xmlns:a16="http://schemas.microsoft.com/office/drawing/2014/main" id="{EC417881-E9E3-4C6F-BBF8-1D5D3DB72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6" name="Line 494">
                <a:extLst>
                  <a:ext uri="{FF2B5EF4-FFF2-40B4-BE49-F238E27FC236}">
                    <a16:creationId xmlns:a16="http://schemas.microsoft.com/office/drawing/2014/main" id="{E3BE130B-8B28-4261-AF1A-E69FF47A4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7" name="Line 495">
                <a:extLst>
                  <a:ext uri="{FF2B5EF4-FFF2-40B4-BE49-F238E27FC236}">
                    <a16:creationId xmlns:a16="http://schemas.microsoft.com/office/drawing/2014/main" id="{DEB7D1D0-965C-4E63-8E68-A9E00FF3A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8" name="Line 496">
                <a:extLst>
                  <a:ext uri="{FF2B5EF4-FFF2-40B4-BE49-F238E27FC236}">
                    <a16:creationId xmlns:a16="http://schemas.microsoft.com/office/drawing/2014/main" id="{CBF0024E-AA27-4A94-BAC5-EB06E68AF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09" name="Line 497">
                <a:extLst>
                  <a:ext uri="{FF2B5EF4-FFF2-40B4-BE49-F238E27FC236}">
                    <a16:creationId xmlns:a16="http://schemas.microsoft.com/office/drawing/2014/main" id="{D36755A0-E962-4206-BABF-A1801BC63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0" name="Line 498">
                <a:extLst>
                  <a:ext uri="{FF2B5EF4-FFF2-40B4-BE49-F238E27FC236}">
                    <a16:creationId xmlns:a16="http://schemas.microsoft.com/office/drawing/2014/main" id="{BE618B56-4C4A-4B4C-9D6F-E4F2FF251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1" name="Line 499">
                <a:extLst>
                  <a:ext uri="{FF2B5EF4-FFF2-40B4-BE49-F238E27FC236}">
                    <a16:creationId xmlns:a16="http://schemas.microsoft.com/office/drawing/2014/main" id="{83197941-A86C-4201-A87E-81A3CF302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2" name="Line 500">
                <a:extLst>
                  <a:ext uri="{FF2B5EF4-FFF2-40B4-BE49-F238E27FC236}">
                    <a16:creationId xmlns:a16="http://schemas.microsoft.com/office/drawing/2014/main" id="{0E1235EE-7B3A-4296-BCE5-37C41575F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3" name="Line 501">
                <a:extLst>
                  <a:ext uri="{FF2B5EF4-FFF2-40B4-BE49-F238E27FC236}">
                    <a16:creationId xmlns:a16="http://schemas.microsoft.com/office/drawing/2014/main" id="{7195725C-B0DB-499E-B1E2-F530C5E02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4" name="Line 502">
                <a:extLst>
                  <a:ext uri="{FF2B5EF4-FFF2-40B4-BE49-F238E27FC236}">
                    <a16:creationId xmlns:a16="http://schemas.microsoft.com/office/drawing/2014/main" id="{E77CD001-CD65-4272-8314-7E14EC38C8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5" name="Line 503">
                <a:extLst>
                  <a:ext uri="{FF2B5EF4-FFF2-40B4-BE49-F238E27FC236}">
                    <a16:creationId xmlns:a16="http://schemas.microsoft.com/office/drawing/2014/main" id="{0B67007D-C30F-478F-ACA6-241C9EC6D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6" name="Line 504">
                <a:extLst>
                  <a:ext uri="{FF2B5EF4-FFF2-40B4-BE49-F238E27FC236}">
                    <a16:creationId xmlns:a16="http://schemas.microsoft.com/office/drawing/2014/main" id="{F4CC02F7-776A-4797-B272-400529159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7" name="Line 505">
                <a:extLst>
                  <a:ext uri="{FF2B5EF4-FFF2-40B4-BE49-F238E27FC236}">
                    <a16:creationId xmlns:a16="http://schemas.microsoft.com/office/drawing/2014/main" id="{4C2CC795-AA5B-47A3-AF62-E28571AB2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8" name="Line 506">
                <a:extLst>
                  <a:ext uri="{FF2B5EF4-FFF2-40B4-BE49-F238E27FC236}">
                    <a16:creationId xmlns:a16="http://schemas.microsoft.com/office/drawing/2014/main" id="{6D5E0BDB-409E-44C8-91DF-4A4E74F91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19" name="Line 507">
                <a:extLst>
                  <a:ext uri="{FF2B5EF4-FFF2-40B4-BE49-F238E27FC236}">
                    <a16:creationId xmlns:a16="http://schemas.microsoft.com/office/drawing/2014/main" id="{CC074A42-72F9-4870-93A6-C8B9F8FD7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0" name="Line 508">
                <a:extLst>
                  <a:ext uri="{FF2B5EF4-FFF2-40B4-BE49-F238E27FC236}">
                    <a16:creationId xmlns:a16="http://schemas.microsoft.com/office/drawing/2014/main" id="{5E83125D-D56C-44BA-A9C4-04BE3B143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1" name="Line 509">
                <a:extLst>
                  <a:ext uri="{FF2B5EF4-FFF2-40B4-BE49-F238E27FC236}">
                    <a16:creationId xmlns:a16="http://schemas.microsoft.com/office/drawing/2014/main" id="{57187D77-ABE8-491C-8E43-FA04F8277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2" name="Line 510">
                <a:extLst>
                  <a:ext uri="{FF2B5EF4-FFF2-40B4-BE49-F238E27FC236}">
                    <a16:creationId xmlns:a16="http://schemas.microsoft.com/office/drawing/2014/main" id="{0B621014-B79A-4EBD-9921-3D00C4E8E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3" name="Line 511">
                <a:extLst>
                  <a:ext uri="{FF2B5EF4-FFF2-40B4-BE49-F238E27FC236}">
                    <a16:creationId xmlns:a16="http://schemas.microsoft.com/office/drawing/2014/main" id="{F249BFAB-34DB-4573-BA97-2D5F10BBB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4" name="Line 512">
                <a:extLst>
                  <a:ext uri="{FF2B5EF4-FFF2-40B4-BE49-F238E27FC236}">
                    <a16:creationId xmlns:a16="http://schemas.microsoft.com/office/drawing/2014/main" id="{B2A6DED2-BBBC-4A0E-911E-C6B88F3FD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5" name="Line 513">
                <a:extLst>
                  <a:ext uri="{FF2B5EF4-FFF2-40B4-BE49-F238E27FC236}">
                    <a16:creationId xmlns:a16="http://schemas.microsoft.com/office/drawing/2014/main" id="{D156B880-ED40-415A-AACB-CC0F5AAB9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6" name="Line 514">
                <a:extLst>
                  <a:ext uri="{FF2B5EF4-FFF2-40B4-BE49-F238E27FC236}">
                    <a16:creationId xmlns:a16="http://schemas.microsoft.com/office/drawing/2014/main" id="{E2831D2C-F497-48F9-BD18-636E595FB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7" name="Line 515">
                <a:extLst>
                  <a:ext uri="{FF2B5EF4-FFF2-40B4-BE49-F238E27FC236}">
                    <a16:creationId xmlns:a16="http://schemas.microsoft.com/office/drawing/2014/main" id="{DD462709-AFC7-4FFE-A57E-4462D6915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8" name="Line 516">
                <a:extLst>
                  <a:ext uri="{FF2B5EF4-FFF2-40B4-BE49-F238E27FC236}">
                    <a16:creationId xmlns:a16="http://schemas.microsoft.com/office/drawing/2014/main" id="{0DE8DC9F-AB76-4C32-91BD-915A2C531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29" name="Line 517">
                <a:extLst>
                  <a:ext uri="{FF2B5EF4-FFF2-40B4-BE49-F238E27FC236}">
                    <a16:creationId xmlns:a16="http://schemas.microsoft.com/office/drawing/2014/main" id="{DF68C296-286E-4A0B-AE24-B10FBCF33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0" name="Line 518">
                <a:extLst>
                  <a:ext uri="{FF2B5EF4-FFF2-40B4-BE49-F238E27FC236}">
                    <a16:creationId xmlns:a16="http://schemas.microsoft.com/office/drawing/2014/main" id="{09D15B56-9853-4773-AF43-9D5C1AB83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1" name="Line 519">
                <a:extLst>
                  <a:ext uri="{FF2B5EF4-FFF2-40B4-BE49-F238E27FC236}">
                    <a16:creationId xmlns:a16="http://schemas.microsoft.com/office/drawing/2014/main" id="{AB7339B9-650B-4E98-81BF-4D1D87370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2" name="Line 520">
                <a:extLst>
                  <a:ext uri="{FF2B5EF4-FFF2-40B4-BE49-F238E27FC236}">
                    <a16:creationId xmlns:a16="http://schemas.microsoft.com/office/drawing/2014/main" id="{276E058C-64CC-4BC1-AE11-C43A6A19A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3" name="Line 521">
                <a:extLst>
                  <a:ext uri="{FF2B5EF4-FFF2-40B4-BE49-F238E27FC236}">
                    <a16:creationId xmlns:a16="http://schemas.microsoft.com/office/drawing/2014/main" id="{2D82C35E-5F9E-4BAC-A413-1CCEAD425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4" name="Line 522">
                <a:extLst>
                  <a:ext uri="{FF2B5EF4-FFF2-40B4-BE49-F238E27FC236}">
                    <a16:creationId xmlns:a16="http://schemas.microsoft.com/office/drawing/2014/main" id="{F3691F7D-1E59-43FC-8016-B29D07172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5" name="Line 523">
                <a:extLst>
                  <a:ext uri="{FF2B5EF4-FFF2-40B4-BE49-F238E27FC236}">
                    <a16:creationId xmlns:a16="http://schemas.microsoft.com/office/drawing/2014/main" id="{098391AE-D8BC-4246-BA03-8A2BBC021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6" name="Line 524">
                <a:extLst>
                  <a:ext uri="{FF2B5EF4-FFF2-40B4-BE49-F238E27FC236}">
                    <a16:creationId xmlns:a16="http://schemas.microsoft.com/office/drawing/2014/main" id="{960F4198-275E-45AD-8533-5DBC1AD48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7" name="Line 525">
                <a:extLst>
                  <a:ext uri="{FF2B5EF4-FFF2-40B4-BE49-F238E27FC236}">
                    <a16:creationId xmlns:a16="http://schemas.microsoft.com/office/drawing/2014/main" id="{5C3B5F6F-AA2E-44C4-B929-E6DBEF50B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8" name="Line 526">
                <a:extLst>
                  <a:ext uri="{FF2B5EF4-FFF2-40B4-BE49-F238E27FC236}">
                    <a16:creationId xmlns:a16="http://schemas.microsoft.com/office/drawing/2014/main" id="{E64D4523-2C49-4790-9770-C1B081F15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39" name="Line 527">
                <a:extLst>
                  <a:ext uri="{FF2B5EF4-FFF2-40B4-BE49-F238E27FC236}">
                    <a16:creationId xmlns:a16="http://schemas.microsoft.com/office/drawing/2014/main" id="{1C541865-CDE6-47A8-AB3C-452AC3EBE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0" name="Line 528">
                <a:extLst>
                  <a:ext uri="{FF2B5EF4-FFF2-40B4-BE49-F238E27FC236}">
                    <a16:creationId xmlns:a16="http://schemas.microsoft.com/office/drawing/2014/main" id="{6D932AE0-5E4A-45C4-B92B-3B3EBF48A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1" name="Line 529">
                <a:extLst>
                  <a:ext uri="{FF2B5EF4-FFF2-40B4-BE49-F238E27FC236}">
                    <a16:creationId xmlns:a16="http://schemas.microsoft.com/office/drawing/2014/main" id="{E8577E05-90CC-4DAC-BE08-2E5EB2F59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2" name="Line 530">
                <a:extLst>
                  <a:ext uri="{FF2B5EF4-FFF2-40B4-BE49-F238E27FC236}">
                    <a16:creationId xmlns:a16="http://schemas.microsoft.com/office/drawing/2014/main" id="{A925F95A-2538-451F-9604-C175B1519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3" name="Line 531">
                <a:extLst>
                  <a:ext uri="{FF2B5EF4-FFF2-40B4-BE49-F238E27FC236}">
                    <a16:creationId xmlns:a16="http://schemas.microsoft.com/office/drawing/2014/main" id="{157AB90A-978A-4363-A1DF-3CF93922B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4" name="Line 532">
                <a:extLst>
                  <a:ext uri="{FF2B5EF4-FFF2-40B4-BE49-F238E27FC236}">
                    <a16:creationId xmlns:a16="http://schemas.microsoft.com/office/drawing/2014/main" id="{A97F13E2-1DCE-4196-B423-147EF3D42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5" name="Line 533">
                <a:extLst>
                  <a:ext uri="{FF2B5EF4-FFF2-40B4-BE49-F238E27FC236}">
                    <a16:creationId xmlns:a16="http://schemas.microsoft.com/office/drawing/2014/main" id="{A1677B6A-4A46-4068-A189-DF09D2F7C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6" name="Line 534">
                <a:extLst>
                  <a:ext uri="{FF2B5EF4-FFF2-40B4-BE49-F238E27FC236}">
                    <a16:creationId xmlns:a16="http://schemas.microsoft.com/office/drawing/2014/main" id="{6F3FF409-FB50-4ADD-B243-03751DFD5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7" name="Line 535">
                <a:extLst>
                  <a:ext uri="{FF2B5EF4-FFF2-40B4-BE49-F238E27FC236}">
                    <a16:creationId xmlns:a16="http://schemas.microsoft.com/office/drawing/2014/main" id="{462CC239-80BF-49F3-AA53-61419BBD9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8" name="Line 536">
                <a:extLst>
                  <a:ext uri="{FF2B5EF4-FFF2-40B4-BE49-F238E27FC236}">
                    <a16:creationId xmlns:a16="http://schemas.microsoft.com/office/drawing/2014/main" id="{F44A91C9-0B4A-491E-939A-DEA836799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49" name="Line 537">
                <a:extLst>
                  <a:ext uri="{FF2B5EF4-FFF2-40B4-BE49-F238E27FC236}">
                    <a16:creationId xmlns:a16="http://schemas.microsoft.com/office/drawing/2014/main" id="{D04E1E07-DD95-4892-9780-4FCCE3518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0" name="Line 538">
                <a:extLst>
                  <a:ext uri="{FF2B5EF4-FFF2-40B4-BE49-F238E27FC236}">
                    <a16:creationId xmlns:a16="http://schemas.microsoft.com/office/drawing/2014/main" id="{76222EA2-2DFE-4D23-9183-B0F3AB74E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1" name="Line 539">
                <a:extLst>
                  <a:ext uri="{FF2B5EF4-FFF2-40B4-BE49-F238E27FC236}">
                    <a16:creationId xmlns:a16="http://schemas.microsoft.com/office/drawing/2014/main" id="{F1E56E7B-D1AF-442A-9190-C432D2BCD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2" name="Line 540">
                <a:extLst>
                  <a:ext uri="{FF2B5EF4-FFF2-40B4-BE49-F238E27FC236}">
                    <a16:creationId xmlns:a16="http://schemas.microsoft.com/office/drawing/2014/main" id="{555E39F4-1054-4770-AD51-896C90E5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3" name="Line 541">
                <a:extLst>
                  <a:ext uri="{FF2B5EF4-FFF2-40B4-BE49-F238E27FC236}">
                    <a16:creationId xmlns:a16="http://schemas.microsoft.com/office/drawing/2014/main" id="{A137CCA5-BA9B-4319-88EB-312E61F85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4" name="Line 542">
                <a:extLst>
                  <a:ext uri="{FF2B5EF4-FFF2-40B4-BE49-F238E27FC236}">
                    <a16:creationId xmlns:a16="http://schemas.microsoft.com/office/drawing/2014/main" id="{3AC96F85-B457-4365-9714-7E89759C0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5" name="Line 543">
                <a:extLst>
                  <a:ext uri="{FF2B5EF4-FFF2-40B4-BE49-F238E27FC236}">
                    <a16:creationId xmlns:a16="http://schemas.microsoft.com/office/drawing/2014/main" id="{787549E8-EE12-488B-BCDE-D210C371CE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6" name="Line 544">
                <a:extLst>
                  <a:ext uri="{FF2B5EF4-FFF2-40B4-BE49-F238E27FC236}">
                    <a16:creationId xmlns:a16="http://schemas.microsoft.com/office/drawing/2014/main" id="{47C4819B-B491-4E1A-BC65-ACA2C2170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7" name="Line 545">
                <a:extLst>
                  <a:ext uri="{FF2B5EF4-FFF2-40B4-BE49-F238E27FC236}">
                    <a16:creationId xmlns:a16="http://schemas.microsoft.com/office/drawing/2014/main" id="{B5B0316F-068C-40CC-B966-88F890C11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8" name="Line 546">
                <a:extLst>
                  <a:ext uri="{FF2B5EF4-FFF2-40B4-BE49-F238E27FC236}">
                    <a16:creationId xmlns:a16="http://schemas.microsoft.com/office/drawing/2014/main" id="{56E94D71-4ABA-4351-8210-85A430EDE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59" name="Line 547">
                <a:extLst>
                  <a:ext uri="{FF2B5EF4-FFF2-40B4-BE49-F238E27FC236}">
                    <a16:creationId xmlns:a16="http://schemas.microsoft.com/office/drawing/2014/main" id="{7FD6AB85-18F9-4502-8F52-3AA0D36B3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0" name="Line 548">
                <a:extLst>
                  <a:ext uri="{FF2B5EF4-FFF2-40B4-BE49-F238E27FC236}">
                    <a16:creationId xmlns:a16="http://schemas.microsoft.com/office/drawing/2014/main" id="{3A3F899A-34B2-4739-A47B-682A68B18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1" name="Line 549">
                <a:extLst>
                  <a:ext uri="{FF2B5EF4-FFF2-40B4-BE49-F238E27FC236}">
                    <a16:creationId xmlns:a16="http://schemas.microsoft.com/office/drawing/2014/main" id="{D5D7DAD9-0B8D-470F-9241-F150D7645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2" name="Line 550">
                <a:extLst>
                  <a:ext uri="{FF2B5EF4-FFF2-40B4-BE49-F238E27FC236}">
                    <a16:creationId xmlns:a16="http://schemas.microsoft.com/office/drawing/2014/main" id="{06117F88-663B-49E0-A381-AF4318127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3" name="Line 551">
                <a:extLst>
                  <a:ext uri="{FF2B5EF4-FFF2-40B4-BE49-F238E27FC236}">
                    <a16:creationId xmlns:a16="http://schemas.microsoft.com/office/drawing/2014/main" id="{312293A4-38E9-4F95-B47B-A7A012D43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4" name="Line 552">
                <a:extLst>
                  <a:ext uri="{FF2B5EF4-FFF2-40B4-BE49-F238E27FC236}">
                    <a16:creationId xmlns:a16="http://schemas.microsoft.com/office/drawing/2014/main" id="{1FCC6977-E4BD-4324-AE74-05FAEC240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5" name="Line 553">
                <a:extLst>
                  <a:ext uri="{FF2B5EF4-FFF2-40B4-BE49-F238E27FC236}">
                    <a16:creationId xmlns:a16="http://schemas.microsoft.com/office/drawing/2014/main" id="{9404E988-C4E5-46D5-8C53-309661348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6" name="Line 554">
                <a:extLst>
                  <a:ext uri="{FF2B5EF4-FFF2-40B4-BE49-F238E27FC236}">
                    <a16:creationId xmlns:a16="http://schemas.microsoft.com/office/drawing/2014/main" id="{1A2E3E15-36CB-4CBA-A1BF-64A0A3247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7" name="Line 555">
                <a:extLst>
                  <a:ext uri="{FF2B5EF4-FFF2-40B4-BE49-F238E27FC236}">
                    <a16:creationId xmlns:a16="http://schemas.microsoft.com/office/drawing/2014/main" id="{931D3B70-E4AC-4AAB-A074-402F146E9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8" name="Line 556">
                <a:extLst>
                  <a:ext uri="{FF2B5EF4-FFF2-40B4-BE49-F238E27FC236}">
                    <a16:creationId xmlns:a16="http://schemas.microsoft.com/office/drawing/2014/main" id="{29A5B83C-48D9-4995-A3F8-93C320695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69" name="Line 557">
                <a:extLst>
                  <a:ext uri="{FF2B5EF4-FFF2-40B4-BE49-F238E27FC236}">
                    <a16:creationId xmlns:a16="http://schemas.microsoft.com/office/drawing/2014/main" id="{17B9E4FF-F4F9-4798-B158-F2406C260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0" name="Line 558">
                <a:extLst>
                  <a:ext uri="{FF2B5EF4-FFF2-40B4-BE49-F238E27FC236}">
                    <a16:creationId xmlns:a16="http://schemas.microsoft.com/office/drawing/2014/main" id="{D73A0A62-062B-4D68-9B37-4559E6EAE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1" name="Line 559">
                <a:extLst>
                  <a:ext uri="{FF2B5EF4-FFF2-40B4-BE49-F238E27FC236}">
                    <a16:creationId xmlns:a16="http://schemas.microsoft.com/office/drawing/2014/main" id="{3D920797-F9A4-4D9A-957A-7CBE0DE1C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2" name="Line 560">
                <a:extLst>
                  <a:ext uri="{FF2B5EF4-FFF2-40B4-BE49-F238E27FC236}">
                    <a16:creationId xmlns:a16="http://schemas.microsoft.com/office/drawing/2014/main" id="{E1168890-4A8B-4722-8AF3-F3B3FCA93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3" name="Line 561">
                <a:extLst>
                  <a:ext uri="{FF2B5EF4-FFF2-40B4-BE49-F238E27FC236}">
                    <a16:creationId xmlns:a16="http://schemas.microsoft.com/office/drawing/2014/main" id="{E73E6017-AB22-4B9C-A23F-483097B8B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4" name="Line 562">
                <a:extLst>
                  <a:ext uri="{FF2B5EF4-FFF2-40B4-BE49-F238E27FC236}">
                    <a16:creationId xmlns:a16="http://schemas.microsoft.com/office/drawing/2014/main" id="{9DAEA007-4855-42EE-9081-A52C831AA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5" name="Line 563">
                <a:extLst>
                  <a:ext uri="{FF2B5EF4-FFF2-40B4-BE49-F238E27FC236}">
                    <a16:creationId xmlns:a16="http://schemas.microsoft.com/office/drawing/2014/main" id="{B39150B7-417D-4A1B-9A1E-C9B4D548B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6" name="Line 564">
                <a:extLst>
                  <a:ext uri="{FF2B5EF4-FFF2-40B4-BE49-F238E27FC236}">
                    <a16:creationId xmlns:a16="http://schemas.microsoft.com/office/drawing/2014/main" id="{993ACAA2-BCAF-4DE1-AC08-C2D2EE190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7" name="Line 565">
                <a:extLst>
                  <a:ext uri="{FF2B5EF4-FFF2-40B4-BE49-F238E27FC236}">
                    <a16:creationId xmlns:a16="http://schemas.microsoft.com/office/drawing/2014/main" id="{CC71254D-484E-4828-A1F3-0D54011FD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8" name="Line 566">
                <a:extLst>
                  <a:ext uri="{FF2B5EF4-FFF2-40B4-BE49-F238E27FC236}">
                    <a16:creationId xmlns:a16="http://schemas.microsoft.com/office/drawing/2014/main" id="{B093EB67-54DB-40A1-BF0F-F62D13941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79" name="Line 567">
                <a:extLst>
                  <a:ext uri="{FF2B5EF4-FFF2-40B4-BE49-F238E27FC236}">
                    <a16:creationId xmlns:a16="http://schemas.microsoft.com/office/drawing/2014/main" id="{FBE478F7-F634-42DA-9EE9-C625DC4AD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0" name="Line 568">
                <a:extLst>
                  <a:ext uri="{FF2B5EF4-FFF2-40B4-BE49-F238E27FC236}">
                    <a16:creationId xmlns:a16="http://schemas.microsoft.com/office/drawing/2014/main" id="{CA259785-5328-46BD-B90B-BCA3E754A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1" name="Line 569">
                <a:extLst>
                  <a:ext uri="{FF2B5EF4-FFF2-40B4-BE49-F238E27FC236}">
                    <a16:creationId xmlns:a16="http://schemas.microsoft.com/office/drawing/2014/main" id="{9ED07B38-519C-4912-8B20-23FDB6CC4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2" name="Line 570">
                <a:extLst>
                  <a:ext uri="{FF2B5EF4-FFF2-40B4-BE49-F238E27FC236}">
                    <a16:creationId xmlns:a16="http://schemas.microsoft.com/office/drawing/2014/main" id="{C74BDC92-980F-4942-ACB9-158BF6BCE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3" name="Line 571">
                <a:extLst>
                  <a:ext uri="{FF2B5EF4-FFF2-40B4-BE49-F238E27FC236}">
                    <a16:creationId xmlns:a16="http://schemas.microsoft.com/office/drawing/2014/main" id="{10998BA7-EF66-467A-B3A5-D9A894BDC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4" name="Line 572">
                <a:extLst>
                  <a:ext uri="{FF2B5EF4-FFF2-40B4-BE49-F238E27FC236}">
                    <a16:creationId xmlns:a16="http://schemas.microsoft.com/office/drawing/2014/main" id="{40232F52-3E29-4121-8D93-821855B4D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5" name="Line 573">
                <a:extLst>
                  <a:ext uri="{FF2B5EF4-FFF2-40B4-BE49-F238E27FC236}">
                    <a16:creationId xmlns:a16="http://schemas.microsoft.com/office/drawing/2014/main" id="{C4867E3C-9A5D-40CC-8B6D-3A64883B1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6" name="Line 574">
                <a:extLst>
                  <a:ext uri="{FF2B5EF4-FFF2-40B4-BE49-F238E27FC236}">
                    <a16:creationId xmlns:a16="http://schemas.microsoft.com/office/drawing/2014/main" id="{26570AD6-B5E1-4838-8B25-D9F27CF4A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7" name="Line 575">
                <a:extLst>
                  <a:ext uri="{FF2B5EF4-FFF2-40B4-BE49-F238E27FC236}">
                    <a16:creationId xmlns:a16="http://schemas.microsoft.com/office/drawing/2014/main" id="{770DA226-B2EA-4700-9909-2EAF8346E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8" name="Line 576">
                <a:extLst>
                  <a:ext uri="{FF2B5EF4-FFF2-40B4-BE49-F238E27FC236}">
                    <a16:creationId xmlns:a16="http://schemas.microsoft.com/office/drawing/2014/main" id="{0DC81C40-CD47-4739-AA5B-5971F02E3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89" name="Line 577">
                <a:extLst>
                  <a:ext uri="{FF2B5EF4-FFF2-40B4-BE49-F238E27FC236}">
                    <a16:creationId xmlns:a16="http://schemas.microsoft.com/office/drawing/2014/main" id="{297B517E-3EA8-4B38-ADF0-387C4BC99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0" name="Line 578">
                <a:extLst>
                  <a:ext uri="{FF2B5EF4-FFF2-40B4-BE49-F238E27FC236}">
                    <a16:creationId xmlns:a16="http://schemas.microsoft.com/office/drawing/2014/main" id="{806E5BBE-1680-45DF-9642-CC60584C3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1" name="Line 579">
                <a:extLst>
                  <a:ext uri="{FF2B5EF4-FFF2-40B4-BE49-F238E27FC236}">
                    <a16:creationId xmlns:a16="http://schemas.microsoft.com/office/drawing/2014/main" id="{15C90F28-D39E-40DC-B5CB-989450611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2" name="Line 580">
                <a:extLst>
                  <a:ext uri="{FF2B5EF4-FFF2-40B4-BE49-F238E27FC236}">
                    <a16:creationId xmlns:a16="http://schemas.microsoft.com/office/drawing/2014/main" id="{1FA35473-301F-4E3F-A9C4-5CECA9BDA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3" name="Line 581">
                <a:extLst>
                  <a:ext uri="{FF2B5EF4-FFF2-40B4-BE49-F238E27FC236}">
                    <a16:creationId xmlns:a16="http://schemas.microsoft.com/office/drawing/2014/main" id="{6754F2CE-3C7E-4CD9-97C1-E5F0D2BF5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4" name="Line 582">
                <a:extLst>
                  <a:ext uri="{FF2B5EF4-FFF2-40B4-BE49-F238E27FC236}">
                    <a16:creationId xmlns:a16="http://schemas.microsoft.com/office/drawing/2014/main" id="{BF7899E3-7D9C-449E-AF64-49B43FA79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5" name="Line 583">
                <a:extLst>
                  <a:ext uri="{FF2B5EF4-FFF2-40B4-BE49-F238E27FC236}">
                    <a16:creationId xmlns:a16="http://schemas.microsoft.com/office/drawing/2014/main" id="{C1EAD17C-94C9-4D15-8A31-2C4BCD0B3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6" name="Line 584">
                <a:extLst>
                  <a:ext uri="{FF2B5EF4-FFF2-40B4-BE49-F238E27FC236}">
                    <a16:creationId xmlns:a16="http://schemas.microsoft.com/office/drawing/2014/main" id="{C42E1F0B-C3B4-470B-8E35-777934C44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7" name="Line 585">
                <a:extLst>
                  <a:ext uri="{FF2B5EF4-FFF2-40B4-BE49-F238E27FC236}">
                    <a16:creationId xmlns:a16="http://schemas.microsoft.com/office/drawing/2014/main" id="{31B63847-870B-4509-9983-40F532992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8" name="Line 586">
                <a:extLst>
                  <a:ext uri="{FF2B5EF4-FFF2-40B4-BE49-F238E27FC236}">
                    <a16:creationId xmlns:a16="http://schemas.microsoft.com/office/drawing/2014/main" id="{DFBD9D19-DFC1-40F4-B15D-E0C5ED1FF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99" name="Line 587">
                <a:extLst>
                  <a:ext uri="{FF2B5EF4-FFF2-40B4-BE49-F238E27FC236}">
                    <a16:creationId xmlns:a16="http://schemas.microsoft.com/office/drawing/2014/main" id="{C16B32FC-6F1F-42AD-BEBE-D770581A1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0" name="Line 588">
                <a:extLst>
                  <a:ext uri="{FF2B5EF4-FFF2-40B4-BE49-F238E27FC236}">
                    <a16:creationId xmlns:a16="http://schemas.microsoft.com/office/drawing/2014/main" id="{59CE7C50-4C46-4B92-AD31-4552366E2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1" name="Line 589">
                <a:extLst>
                  <a:ext uri="{FF2B5EF4-FFF2-40B4-BE49-F238E27FC236}">
                    <a16:creationId xmlns:a16="http://schemas.microsoft.com/office/drawing/2014/main" id="{4F8548FE-506C-4971-BC16-94F74475B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2" name="Line 590">
                <a:extLst>
                  <a:ext uri="{FF2B5EF4-FFF2-40B4-BE49-F238E27FC236}">
                    <a16:creationId xmlns:a16="http://schemas.microsoft.com/office/drawing/2014/main" id="{B637FEBF-C15E-4353-8551-A3D746DA3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3" name="Line 591">
                <a:extLst>
                  <a:ext uri="{FF2B5EF4-FFF2-40B4-BE49-F238E27FC236}">
                    <a16:creationId xmlns:a16="http://schemas.microsoft.com/office/drawing/2014/main" id="{B0B114B6-34CE-40AE-B88D-9862EF7AC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4" name="Line 592">
                <a:extLst>
                  <a:ext uri="{FF2B5EF4-FFF2-40B4-BE49-F238E27FC236}">
                    <a16:creationId xmlns:a16="http://schemas.microsoft.com/office/drawing/2014/main" id="{48A59D77-14C2-4ED5-A7B9-17D29112D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5" name="Line 593">
                <a:extLst>
                  <a:ext uri="{FF2B5EF4-FFF2-40B4-BE49-F238E27FC236}">
                    <a16:creationId xmlns:a16="http://schemas.microsoft.com/office/drawing/2014/main" id="{3E832E48-2038-4B88-8530-20F1C4FAB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6" name="Line 594">
                <a:extLst>
                  <a:ext uri="{FF2B5EF4-FFF2-40B4-BE49-F238E27FC236}">
                    <a16:creationId xmlns:a16="http://schemas.microsoft.com/office/drawing/2014/main" id="{FB963BC5-409C-4B2A-871B-D355AE02E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7" name="Line 595">
                <a:extLst>
                  <a:ext uri="{FF2B5EF4-FFF2-40B4-BE49-F238E27FC236}">
                    <a16:creationId xmlns:a16="http://schemas.microsoft.com/office/drawing/2014/main" id="{72A4821D-A4E1-4D95-B3BF-1A1E4EA02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8" name="Line 596">
                <a:extLst>
                  <a:ext uri="{FF2B5EF4-FFF2-40B4-BE49-F238E27FC236}">
                    <a16:creationId xmlns:a16="http://schemas.microsoft.com/office/drawing/2014/main" id="{69EE8BD0-A9C8-4FE9-A627-7A8C86557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09" name="Line 597">
                <a:extLst>
                  <a:ext uri="{FF2B5EF4-FFF2-40B4-BE49-F238E27FC236}">
                    <a16:creationId xmlns:a16="http://schemas.microsoft.com/office/drawing/2014/main" id="{5A4EB774-54B9-42E5-AD9E-2985DCFDD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0" name="Line 598">
                <a:extLst>
                  <a:ext uri="{FF2B5EF4-FFF2-40B4-BE49-F238E27FC236}">
                    <a16:creationId xmlns:a16="http://schemas.microsoft.com/office/drawing/2014/main" id="{0A8ED362-DF06-4E83-880B-77030B21A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1" name="Line 599">
                <a:extLst>
                  <a:ext uri="{FF2B5EF4-FFF2-40B4-BE49-F238E27FC236}">
                    <a16:creationId xmlns:a16="http://schemas.microsoft.com/office/drawing/2014/main" id="{27ED2A5A-675C-41BF-9847-A3A49A0BD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2" name="Line 600">
                <a:extLst>
                  <a:ext uri="{FF2B5EF4-FFF2-40B4-BE49-F238E27FC236}">
                    <a16:creationId xmlns:a16="http://schemas.microsoft.com/office/drawing/2014/main" id="{915D1A1B-B623-4829-B178-EE1B6401D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3" name="Line 601">
                <a:extLst>
                  <a:ext uri="{FF2B5EF4-FFF2-40B4-BE49-F238E27FC236}">
                    <a16:creationId xmlns:a16="http://schemas.microsoft.com/office/drawing/2014/main" id="{905EC92B-DA59-46D9-86FC-1FEA27C78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4" name="Line 602">
                <a:extLst>
                  <a:ext uri="{FF2B5EF4-FFF2-40B4-BE49-F238E27FC236}">
                    <a16:creationId xmlns:a16="http://schemas.microsoft.com/office/drawing/2014/main" id="{925BDA5B-C2E0-45BC-B0B0-E0B9E9055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5" name="Line 603">
                <a:extLst>
                  <a:ext uri="{FF2B5EF4-FFF2-40B4-BE49-F238E27FC236}">
                    <a16:creationId xmlns:a16="http://schemas.microsoft.com/office/drawing/2014/main" id="{89F5BC1E-D851-48A1-8DBA-7EFDFD5223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6" name="Line 604">
                <a:extLst>
                  <a:ext uri="{FF2B5EF4-FFF2-40B4-BE49-F238E27FC236}">
                    <a16:creationId xmlns:a16="http://schemas.microsoft.com/office/drawing/2014/main" id="{C575B2E1-C4A5-4D9D-B7FF-9B12C4C4A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7" name="Line 605">
                <a:extLst>
                  <a:ext uri="{FF2B5EF4-FFF2-40B4-BE49-F238E27FC236}">
                    <a16:creationId xmlns:a16="http://schemas.microsoft.com/office/drawing/2014/main" id="{4803A36C-C12A-4A06-95D7-259A2B044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8" name="Line 606">
                <a:extLst>
                  <a:ext uri="{FF2B5EF4-FFF2-40B4-BE49-F238E27FC236}">
                    <a16:creationId xmlns:a16="http://schemas.microsoft.com/office/drawing/2014/main" id="{6DC93D1D-4CFD-48F5-A91E-DA766DA33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19" name="Line 607">
                <a:extLst>
                  <a:ext uri="{FF2B5EF4-FFF2-40B4-BE49-F238E27FC236}">
                    <a16:creationId xmlns:a16="http://schemas.microsoft.com/office/drawing/2014/main" id="{585AF4A9-2E1E-40C3-A7AF-4D412815E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897" name="Line 608">
              <a:extLst>
                <a:ext uri="{FF2B5EF4-FFF2-40B4-BE49-F238E27FC236}">
                  <a16:creationId xmlns:a16="http://schemas.microsoft.com/office/drawing/2014/main" id="{6840A1DE-2D9B-4A34-A41C-97633E7E6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8" name="Line 609">
              <a:extLst>
                <a:ext uri="{FF2B5EF4-FFF2-40B4-BE49-F238E27FC236}">
                  <a16:creationId xmlns:a16="http://schemas.microsoft.com/office/drawing/2014/main" id="{BC5317B3-D744-4CD0-BF66-B58DE5764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9" name="Line 610">
              <a:extLst>
                <a:ext uri="{FF2B5EF4-FFF2-40B4-BE49-F238E27FC236}">
                  <a16:creationId xmlns:a16="http://schemas.microsoft.com/office/drawing/2014/main" id="{710EFD59-7F8B-4984-8456-E1A5C7853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0" name="Line 611">
              <a:extLst>
                <a:ext uri="{FF2B5EF4-FFF2-40B4-BE49-F238E27FC236}">
                  <a16:creationId xmlns:a16="http://schemas.microsoft.com/office/drawing/2014/main" id="{A6AA76C3-8162-4CA0-8223-5D6C472E3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1" name="Line 612">
              <a:extLst>
                <a:ext uri="{FF2B5EF4-FFF2-40B4-BE49-F238E27FC236}">
                  <a16:creationId xmlns:a16="http://schemas.microsoft.com/office/drawing/2014/main" id="{B3DE1E75-593E-4FA3-880E-30005F80A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2" name="Line 613">
              <a:extLst>
                <a:ext uri="{FF2B5EF4-FFF2-40B4-BE49-F238E27FC236}">
                  <a16:creationId xmlns:a16="http://schemas.microsoft.com/office/drawing/2014/main" id="{E447CDDB-9F0E-4CD6-A02D-B04FCD21D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3" name="Line 614">
              <a:extLst>
                <a:ext uri="{FF2B5EF4-FFF2-40B4-BE49-F238E27FC236}">
                  <a16:creationId xmlns:a16="http://schemas.microsoft.com/office/drawing/2014/main" id="{E9FB8171-E14A-4D8C-B76B-45992CE5A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Line 615">
              <a:extLst>
                <a:ext uri="{FF2B5EF4-FFF2-40B4-BE49-F238E27FC236}">
                  <a16:creationId xmlns:a16="http://schemas.microsoft.com/office/drawing/2014/main" id="{6D45678C-4098-4AAA-BC81-ACBAF48FA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Line 616">
              <a:extLst>
                <a:ext uri="{FF2B5EF4-FFF2-40B4-BE49-F238E27FC236}">
                  <a16:creationId xmlns:a16="http://schemas.microsoft.com/office/drawing/2014/main" id="{A5FC530E-7B9C-4079-8284-82E7E69FF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Line 617">
              <a:extLst>
                <a:ext uri="{FF2B5EF4-FFF2-40B4-BE49-F238E27FC236}">
                  <a16:creationId xmlns:a16="http://schemas.microsoft.com/office/drawing/2014/main" id="{F7DCF1CB-0F04-42AD-87E4-B3572C461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Line 618">
              <a:extLst>
                <a:ext uri="{FF2B5EF4-FFF2-40B4-BE49-F238E27FC236}">
                  <a16:creationId xmlns:a16="http://schemas.microsoft.com/office/drawing/2014/main" id="{631D2A69-1480-424B-9A34-F6278C63D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Line 619">
              <a:extLst>
                <a:ext uri="{FF2B5EF4-FFF2-40B4-BE49-F238E27FC236}">
                  <a16:creationId xmlns:a16="http://schemas.microsoft.com/office/drawing/2014/main" id="{BA67BBA9-9276-45A3-8726-0960E83AC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Line 620">
              <a:extLst>
                <a:ext uri="{FF2B5EF4-FFF2-40B4-BE49-F238E27FC236}">
                  <a16:creationId xmlns:a16="http://schemas.microsoft.com/office/drawing/2014/main" id="{B35460B1-D39F-426E-A3C8-757551E97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0" name="Line 621">
              <a:extLst>
                <a:ext uri="{FF2B5EF4-FFF2-40B4-BE49-F238E27FC236}">
                  <a16:creationId xmlns:a16="http://schemas.microsoft.com/office/drawing/2014/main" id="{D986A9B2-A90E-4295-A16D-E0FB4ED0A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Line 622">
              <a:extLst>
                <a:ext uri="{FF2B5EF4-FFF2-40B4-BE49-F238E27FC236}">
                  <a16:creationId xmlns:a16="http://schemas.microsoft.com/office/drawing/2014/main" id="{75F6F359-DFEB-4D25-B063-B6C4E415A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Line 623">
              <a:extLst>
                <a:ext uri="{FF2B5EF4-FFF2-40B4-BE49-F238E27FC236}">
                  <a16:creationId xmlns:a16="http://schemas.microsoft.com/office/drawing/2014/main" id="{EFF79930-1F4A-4E9B-BDD5-555D3833B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Line 624">
              <a:extLst>
                <a:ext uri="{FF2B5EF4-FFF2-40B4-BE49-F238E27FC236}">
                  <a16:creationId xmlns:a16="http://schemas.microsoft.com/office/drawing/2014/main" id="{F06771FF-5252-4E90-8052-1410540EA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Line 625">
              <a:extLst>
                <a:ext uri="{FF2B5EF4-FFF2-40B4-BE49-F238E27FC236}">
                  <a16:creationId xmlns:a16="http://schemas.microsoft.com/office/drawing/2014/main" id="{162839B4-43A4-43D3-87D6-D9C176AC6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5" name="Line 626">
              <a:extLst>
                <a:ext uri="{FF2B5EF4-FFF2-40B4-BE49-F238E27FC236}">
                  <a16:creationId xmlns:a16="http://schemas.microsoft.com/office/drawing/2014/main" id="{35040AC3-1733-4890-8145-3B45B8AD8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Line 627">
              <a:extLst>
                <a:ext uri="{FF2B5EF4-FFF2-40B4-BE49-F238E27FC236}">
                  <a16:creationId xmlns:a16="http://schemas.microsoft.com/office/drawing/2014/main" id="{E41408C3-FC7B-49FC-9C38-41CDCCD5B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Line 628">
              <a:extLst>
                <a:ext uri="{FF2B5EF4-FFF2-40B4-BE49-F238E27FC236}">
                  <a16:creationId xmlns:a16="http://schemas.microsoft.com/office/drawing/2014/main" id="{03DDCDBA-0B93-484B-AC7A-FB49C48FD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8" name="Line 629">
              <a:extLst>
                <a:ext uri="{FF2B5EF4-FFF2-40B4-BE49-F238E27FC236}">
                  <a16:creationId xmlns:a16="http://schemas.microsoft.com/office/drawing/2014/main" id="{08D0C4FD-C4E0-45AB-89EA-6084C42D1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9" name="Line 630">
              <a:extLst>
                <a:ext uri="{FF2B5EF4-FFF2-40B4-BE49-F238E27FC236}">
                  <a16:creationId xmlns:a16="http://schemas.microsoft.com/office/drawing/2014/main" id="{A97848FF-9F37-4C4D-8900-AFC4EA68F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0" name="Line 631">
              <a:extLst>
                <a:ext uri="{FF2B5EF4-FFF2-40B4-BE49-F238E27FC236}">
                  <a16:creationId xmlns:a16="http://schemas.microsoft.com/office/drawing/2014/main" id="{FC7C97E6-09A8-4843-8A2C-F10893E00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1" name="Line 632">
              <a:extLst>
                <a:ext uri="{FF2B5EF4-FFF2-40B4-BE49-F238E27FC236}">
                  <a16:creationId xmlns:a16="http://schemas.microsoft.com/office/drawing/2014/main" id="{33666EE8-9BDC-4C1C-9778-D9F9CB142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2" name="Line 633">
              <a:extLst>
                <a:ext uri="{FF2B5EF4-FFF2-40B4-BE49-F238E27FC236}">
                  <a16:creationId xmlns:a16="http://schemas.microsoft.com/office/drawing/2014/main" id="{546A5960-47E5-417A-8D9A-8A0DCBB8F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3" name="Line 634">
              <a:extLst>
                <a:ext uri="{FF2B5EF4-FFF2-40B4-BE49-F238E27FC236}">
                  <a16:creationId xmlns:a16="http://schemas.microsoft.com/office/drawing/2014/main" id="{3C7D8D74-FEC9-409E-8C26-86A75270B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4" name="Line 635">
              <a:extLst>
                <a:ext uri="{FF2B5EF4-FFF2-40B4-BE49-F238E27FC236}">
                  <a16:creationId xmlns:a16="http://schemas.microsoft.com/office/drawing/2014/main" id="{A966F708-E043-4762-8589-18F2654BA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5" name="Line 636">
              <a:extLst>
                <a:ext uri="{FF2B5EF4-FFF2-40B4-BE49-F238E27FC236}">
                  <a16:creationId xmlns:a16="http://schemas.microsoft.com/office/drawing/2014/main" id="{6BF18201-6AE7-4775-8BD0-F74C9E55F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Line 637">
              <a:extLst>
                <a:ext uri="{FF2B5EF4-FFF2-40B4-BE49-F238E27FC236}">
                  <a16:creationId xmlns:a16="http://schemas.microsoft.com/office/drawing/2014/main" id="{2BD989E5-A84D-4DE2-8251-5B5DE9682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7" name="Line 638">
              <a:extLst>
                <a:ext uri="{FF2B5EF4-FFF2-40B4-BE49-F238E27FC236}">
                  <a16:creationId xmlns:a16="http://schemas.microsoft.com/office/drawing/2014/main" id="{E870022F-FE20-47D6-B3D7-ED815296B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Line 639">
              <a:extLst>
                <a:ext uri="{FF2B5EF4-FFF2-40B4-BE49-F238E27FC236}">
                  <a16:creationId xmlns:a16="http://schemas.microsoft.com/office/drawing/2014/main" id="{2AC8F4B2-0C31-42D7-B081-E53A68BC5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9" name="Line 640">
              <a:extLst>
                <a:ext uri="{FF2B5EF4-FFF2-40B4-BE49-F238E27FC236}">
                  <a16:creationId xmlns:a16="http://schemas.microsoft.com/office/drawing/2014/main" id="{4C54A284-1682-42B9-8BEC-E3EAB5335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0" name="Line 641">
              <a:extLst>
                <a:ext uri="{FF2B5EF4-FFF2-40B4-BE49-F238E27FC236}">
                  <a16:creationId xmlns:a16="http://schemas.microsoft.com/office/drawing/2014/main" id="{04F8C2D6-1541-4F59-8275-C13259A0D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1" name="Line 642">
              <a:extLst>
                <a:ext uri="{FF2B5EF4-FFF2-40B4-BE49-F238E27FC236}">
                  <a16:creationId xmlns:a16="http://schemas.microsoft.com/office/drawing/2014/main" id="{E57182F3-F68B-44B6-8F25-41ADAC125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2" name="Line 643">
              <a:extLst>
                <a:ext uri="{FF2B5EF4-FFF2-40B4-BE49-F238E27FC236}">
                  <a16:creationId xmlns:a16="http://schemas.microsoft.com/office/drawing/2014/main" id="{3E852A4D-0FCE-4685-87BC-97976BCF1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3" name="Line 644">
              <a:extLst>
                <a:ext uri="{FF2B5EF4-FFF2-40B4-BE49-F238E27FC236}">
                  <a16:creationId xmlns:a16="http://schemas.microsoft.com/office/drawing/2014/main" id="{8EE2A8B4-D616-4063-8E4F-3A1BF15E5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4" name="Line 645">
              <a:extLst>
                <a:ext uri="{FF2B5EF4-FFF2-40B4-BE49-F238E27FC236}">
                  <a16:creationId xmlns:a16="http://schemas.microsoft.com/office/drawing/2014/main" id="{9E08D9BD-661F-459B-9FD8-D2FA1CA02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5" name="Line 646">
              <a:extLst>
                <a:ext uri="{FF2B5EF4-FFF2-40B4-BE49-F238E27FC236}">
                  <a16:creationId xmlns:a16="http://schemas.microsoft.com/office/drawing/2014/main" id="{67DCAF9C-C29C-4C14-96BF-240D7F304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6" name="Line 647">
              <a:extLst>
                <a:ext uri="{FF2B5EF4-FFF2-40B4-BE49-F238E27FC236}">
                  <a16:creationId xmlns:a16="http://schemas.microsoft.com/office/drawing/2014/main" id="{CE04998F-0A8F-468E-BC3B-66F2BD927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Line 648">
              <a:extLst>
                <a:ext uri="{FF2B5EF4-FFF2-40B4-BE49-F238E27FC236}">
                  <a16:creationId xmlns:a16="http://schemas.microsoft.com/office/drawing/2014/main" id="{0C54CC54-ECA0-4EB1-8026-5B02BF298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8" name="Line 649">
              <a:extLst>
                <a:ext uri="{FF2B5EF4-FFF2-40B4-BE49-F238E27FC236}">
                  <a16:creationId xmlns:a16="http://schemas.microsoft.com/office/drawing/2014/main" id="{517A07BD-AB74-4196-B83E-17A942630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9" name="Line 650">
              <a:extLst>
                <a:ext uri="{FF2B5EF4-FFF2-40B4-BE49-F238E27FC236}">
                  <a16:creationId xmlns:a16="http://schemas.microsoft.com/office/drawing/2014/main" id="{8F181C1E-02D7-4382-AA09-527964B17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0" name="Line 651">
              <a:extLst>
                <a:ext uri="{FF2B5EF4-FFF2-40B4-BE49-F238E27FC236}">
                  <a16:creationId xmlns:a16="http://schemas.microsoft.com/office/drawing/2014/main" id="{AA25D5AD-E596-4D33-9DC8-F6B2D167A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1" name="Line 652">
              <a:extLst>
                <a:ext uri="{FF2B5EF4-FFF2-40B4-BE49-F238E27FC236}">
                  <a16:creationId xmlns:a16="http://schemas.microsoft.com/office/drawing/2014/main" id="{54A96BA7-3D6C-49B5-AAE4-5808658B4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2" name="Line 653">
              <a:extLst>
                <a:ext uri="{FF2B5EF4-FFF2-40B4-BE49-F238E27FC236}">
                  <a16:creationId xmlns:a16="http://schemas.microsoft.com/office/drawing/2014/main" id="{3CE167D8-6307-498A-BB69-D8385BAD5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3" name="Line 654">
              <a:extLst>
                <a:ext uri="{FF2B5EF4-FFF2-40B4-BE49-F238E27FC236}">
                  <a16:creationId xmlns:a16="http://schemas.microsoft.com/office/drawing/2014/main" id="{31960E38-2898-4DBC-8EE7-89A7C6773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4" name="Line 655">
              <a:extLst>
                <a:ext uri="{FF2B5EF4-FFF2-40B4-BE49-F238E27FC236}">
                  <a16:creationId xmlns:a16="http://schemas.microsoft.com/office/drawing/2014/main" id="{ECB2C574-B7B9-4F0E-9FC1-566E96F8D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5" name="Line 656">
              <a:extLst>
                <a:ext uri="{FF2B5EF4-FFF2-40B4-BE49-F238E27FC236}">
                  <a16:creationId xmlns:a16="http://schemas.microsoft.com/office/drawing/2014/main" id="{C21DB3D8-E30F-4964-8351-483271875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6" name="Line 657">
              <a:extLst>
                <a:ext uri="{FF2B5EF4-FFF2-40B4-BE49-F238E27FC236}">
                  <a16:creationId xmlns:a16="http://schemas.microsoft.com/office/drawing/2014/main" id="{A82EA95E-6140-4BB0-8155-BEC329603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7" name="Line 658">
              <a:extLst>
                <a:ext uri="{FF2B5EF4-FFF2-40B4-BE49-F238E27FC236}">
                  <a16:creationId xmlns:a16="http://schemas.microsoft.com/office/drawing/2014/main" id="{848E0BF9-9402-4CCB-A8BA-4D658126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8" name="Line 659">
              <a:extLst>
                <a:ext uri="{FF2B5EF4-FFF2-40B4-BE49-F238E27FC236}">
                  <a16:creationId xmlns:a16="http://schemas.microsoft.com/office/drawing/2014/main" id="{ED94D497-BCA7-48AA-86DC-39743F154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9" name="Line 660">
              <a:extLst>
                <a:ext uri="{FF2B5EF4-FFF2-40B4-BE49-F238E27FC236}">
                  <a16:creationId xmlns:a16="http://schemas.microsoft.com/office/drawing/2014/main" id="{FB7D3FEE-E964-4D96-A4AB-C7664D850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0" name="Line 661">
              <a:extLst>
                <a:ext uri="{FF2B5EF4-FFF2-40B4-BE49-F238E27FC236}">
                  <a16:creationId xmlns:a16="http://schemas.microsoft.com/office/drawing/2014/main" id="{257C7127-8EC2-412D-9478-3F5875815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1" name="Line 662">
              <a:extLst>
                <a:ext uri="{FF2B5EF4-FFF2-40B4-BE49-F238E27FC236}">
                  <a16:creationId xmlns:a16="http://schemas.microsoft.com/office/drawing/2014/main" id="{6707312A-29F9-4F08-9D07-AB048F873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Line 663">
              <a:extLst>
                <a:ext uri="{FF2B5EF4-FFF2-40B4-BE49-F238E27FC236}">
                  <a16:creationId xmlns:a16="http://schemas.microsoft.com/office/drawing/2014/main" id="{81D1F274-39BF-41E8-A558-CBE8F544F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3" name="Line 664">
              <a:extLst>
                <a:ext uri="{FF2B5EF4-FFF2-40B4-BE49-F238E27FC236}">
                  <a16:creationId xmlns:a16="http://schemas.microsoft.com/office/drawing/2014/main" id="{AA65D322-BD2C-4BDF-84EA-0781B747B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4" name="Line 665">
              <a:extLst>
                <a:ext uri="{FF2B5EF4-FFF2-40B4-BE49-F238E27FC236}">
                  <a16:creationId xmlns:a16="http://schemas.microsoft.com/office/drawing/2014/main" id="{9005561C-4BAC-4AC9-B6A0-D7628597D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5" name="Line 666">
              <a:extLst>
                <a:ext uri="{FF2B5EF4-FFF2-40B4-BE49-F238E27FC236}">
                  <a16:creationId xmlns:a16="http://schemas.microsoft.com/office/drawing/2014/main" id="{80E3AB8C-14E6-430C-9F86-D72A5B8FC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6" name="Line 667">
              <a:extLst>
                <a:ext uri="{FF2B5EF4-FFF2-40B4-BE49-F238E27FC236}">
                  <a16:creationId xmlns:a16="http://schemas.microsoft.com/office/drawing/2014/main" id="{0A0888CE-BD6F-4D5D-A5E7-B85362B0A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Line 668">
              <a:extLst>
                <a:ext uri="{FF2B5EF4-FFF2-40B4-BE49-F238E27FC236}">
                  <a16:creationId xmlns:a16="http://schemas.microsoft.com/office/drawing/2014/main" id="{4F0F5456-E293-46F0-8317-39398A47D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8" name="Line 669">
              <a:extLst>
                <a:ext uri="{FF2B5EF4-FFF2-40B4-BE49-F238E27FC236}">
                  <a16:creationId xmlns:a16="http://schemas.microsoft.com/office/drawing/2014/main" id="{35194BBB-27ED-4FC2-9505-FD5B8C978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9" name="Line 670">
              <a:extLst>
                <a:ext uri="{FF2B5EF4-FFF2-40B4-BE49-F238E27FC236}">
                  <a16:creationId xmlns:a16="http://schemas.microsoft.com/office/drawing/2014/main" id="{F5FCB95B-DAF1-4D20-AAC7-13C05178F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0" name="Line 671">
              <a:extLst>
                <a:ext uri="{FF2B5EF4-FFF2-40B4-BE49-F238E27FC236}">
                  <a16:creationId xmlns:a16="http://schemas.microsoft.com/office/drawing/2014/main" id="{67022821-243B-403B-96CF-E495AC777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1" name="Line 672">
              <a:extLst>
                <a:ext uri="{FF2B5EF4-FFF2-40B4-BE49-F238E27FC236}">
                  <a16:creationId xmlns:a16="http://schemas.microsoft.com/office/drawing/2014/main" id="{43E7B21E-BA6B-4433-9838-DB87EE163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2" name="Line 673">
              <a:extLst>
                <a:ext uri="{FF2B5EF4-FFF2-40B4-BE49-F238E27FC236}">
                  <a16:creationId xmlns:a16="http://schemas.microsoft.com/office/drawing/2014/main" id="{B24D4EA4-F284-4F53-940D-C1CC695EA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3" name="Line 674">
              <a:extLst>
                <a:ext uri="{FF2B5EF4-FFF2-40B4-BE49-F238E27FC236}">
                  <a16:creationId xmlns:a16="http://schemas.microsoft.com/office/drawing/2014/main" id="{54B6B0C9-D286-4F10-8C95-5358C0633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4" name="Line 675">
              <a:extLst>
                <a:ext uri="{FF2B5EF4-FFF2-40B4-BE49-F238E27FC236}">
                  <a16:creationId xmlns:a16="http://schemas.microsoft.com/office/drawing/2014/main" id="{22EAF144-8CF4-407C-8F5C-20333053D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5" name="Line 676">
              <a:extLst>
                <a:ext uri="{FF2B5EF4-FFF2-40B4-BE49-F238E27FC236}">
                  <a16:creationId xmlns:a16="http://schemas.microsoft.com/office/drawing/2014/main" id="{11EFB50B-7644-4A77-8486-140B96808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6" name="Line 677">
              <a:extLst>
                <a:ext uri="{FF2B5EF4-FFF2-40B4-BE49-F238E27FC236}">
                  <a16:creationId xmlns:a16="http://schemas.microsoft.com/office/drawing/2014/main" id="{F8846FD7-4046-447A-A963-7032FDE12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7" name="Line 678">
              <a:extLst>
                <a:ext uri="{FF2B5EF4-FFF2-40B4-BE49-F238E27FC236}">
                  <a16:creationId xmlns:a16="http://schemas.microsoft.com/office/drawing/2014/main" id="{6DD46A3D-8940-4D72-B5D6-79B705DDE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8" name="Line 679">
              <a:extLst>
                <a:ext uri="{FF2B5EF4-FFF2-40B4-BE49-F238E27FC236}">
                  <a16:creationId xmlns:a16="http://schemas.microsoft.com/office/drawing/2014/main" id="{44CD5672-E1EB-42FC-AAA5-FE71370D2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9" name="Line 680">
              <a:extLst>
                <a:ext uri="{FF2B5EF4-FFF2-40B4-BE49-F238E27FC236}">
                  <a16:creationId xmlns:a16="http://schemas.microsoft.com/office/drawing/2014/main" id="{DDCE1409-EFDB-4585-A650-3D5C1F0D9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0" name="Line 681">
              <a:extLst>
                <a:ext uri="{FF2B5EF4-FFF2-40B4-BE49-F238E27FC236}">
                  <a16:creationId xmlns:a16="http://schemas.microsoft.com/office/drawing/2014/main" id="{6C633E67-EF59-453C-AB08-94F2DAB29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1" name="Line 682">
              <a:extLst>
                <a:ext uri="{FF2B5EF4-FFF2-40B4-BE49-F238E27FC236}">
                  <a16:creationId xmlns:a16="http://schemas.microsoft.com/office/drawing/2014/main" id="{3EE07495-927E-40E9-A38F-90E2C8E49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2" name="Line 683">
              <a:extLst>
                <a:ext uri="{FF2B5EF4-FFF2-40B4-BE49-F238E27FC236}">
                  <a16:creationId xmlns:a16="http://schemas.microsoft.com/office/drawing/2014/main" id="{04238D78-D4A4-43E1-ADF6-BDCE900AC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3" name="Line 684">
              <a:extLst>
                <a:ext uri="{FF2B5EF4-FFF2-40B4-BE49-F238E27FC236}">
                  <a16:creationId xmlns:a16="http://schemas.microsoft.com/office/drawing/2014/main" id="{32CDE53A-94C4-4FC8-A13F-D3A58400C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4" name="Line 685">
              <a:extLst>
                <a:ext uri="{FF2B5EF4-FFF2-40B4-BE49-F238E27FC236}">
                  <a16:creationId xmlns:a16="http://schemas.microsoft.com/office/drawing/2014/main" id="{305D07D5-A7C4-469C-86C5-714F443BF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5" name="Line 686">
              <a:extLst>
                <a:ext uri="{FF2B5EF4-FFF2-40B4-BE49-F238E27FC236}">
                  <a16:creationId xmlns:a16="http://schemas.microsoft.com/office/drawing/2014/main" id="{33A11B1B-92EF-4915-8E7E-2107E1BFA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1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6" name="Line 687">
              <a:extLst>
                <a:ext uri="{FF2B5EF4-FFF2-40B4-BE49-F238E27FC236}">
                  <a16:creationId xmlns:a16="http://schemas.microsoft.com/office/drawing/2014/main" id="{0204EAA5-BAC5-4E8C-9ECD-2C79850EC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7" name="Rectangle 688">
              <a:extLst>
                <a:ext uri="{FF2B5EF4-FFF2-40B4-BE49-F238E27FC236}">
                  <a16:creationId xmlns:a16="http://schemas.microsoft.com/office/drawing/2014/main" id="{819EA7C8-8E8F-4080-BB41-E80564012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0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78" name="Line 689">
              <a:extLst>
                <a:ext uri="{FF2B5EF4-FFF2-40B4-BE49-F238E27FC236}">
                  <a16:creationId xmlns:a16="http://schemas.microsoft.com/office/drawing/2014/main" id="{A57B44DA-CD6F-44BF-9786-671FF7F139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3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9" name="Line 690">
              <a:extLst>
                <a:ext uri="{FF2B5EF4-FFF2-40B4-BE49-F238E27FC236}">
                  <a16:creationId xmlns:a16="http://schemas.microsoft.com/office/drawing/2014/main" id="{D39C3186-DEA8-414F-B00B-6DF3E2478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9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0" name="Rectangle 691">
              <a:extLst>
                <a:ext uri="{FF2B5EF4-FFF2-40B4-BE49-F238E27FC236}">
                  <a16:creationId xmlns:a16="http://schemas.microsoft.com/office/drawing/2014/main" id="{D9DD7375-F549-49F4-9B0D-A3A7E1EFA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3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9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81" name="Line 692">
              <a:extLst>
                <a:ext uri="{FF2B5EF4-FFF2-40B4-BE49-F238E27FC236}">
                  <a16:creationId xmlns:a16="http://schemas.microsoft.com/office/drawing/2014/main" id="{C1C752C2-8D83-468B-B63F-7D3195DAA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6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2" name="Line 693">
              <a:extLst>
                <a:ext uri="{FF2B5EF4-FFF2-40B4-BE49-F238E27FC236}">
                  <a16:creationId xmlns:a16="http://schemas.microsoft.com/office/drawing/2014/main" id="{C4CC6F67-0CF2-4BC0-B505-2AF498F32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3109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3" name="Rectangle 694">
              <a:extLst>
                <a:ext uri="{FF2B5EF4-FFF2-40B4-BE49-F238E27FC236}">
                  <a16:creationId xmlns:a16="http://schemas.microsoft.com/office/drawing/2014/main" id="{E124B768-485E-4353-880D-C625FF755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8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84" name="Line 695">
              <a:extLst>
                <a:ext uri="{FF2B5EF4-FFF2-40B4-BE49-F238E27FC236}">
                  <a16:creationId xmlns:a16="http://schemas.microsoft.com/office/drawing/2014/main" id="{3394AB54-6658-4936-9EC4-2C9011A3A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8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5" name="Line 696">
              <a:extLst>
                <a:ext uri="{FF2B5EF4-FFF2-40B4-BE49-F238E27FC236}">
                  <a16:creationId xmlns:a16="http://schemas.microsoft.com/office/drawing/2014/main" id="{97F6CF7E-C3D5-445B-976C-248063F8C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6" name="Rectangle 697">
              <a:extLst>
                <a:ext uri="{FF2B5EF4-FFF2-40B4-BE49-F238E27FC236}">
                  <a16:creationId xmlns:a16="http://schemas.microsoft.com/office/drawing/2014/main" id="{3C0C3628-3151-444D-952E-E5C498F8D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7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87" name="Line 698">
              <a:extLst>
                <a:ext uri="{FF2B5EF4-FFF2-40B4-BE49-F238E27FC236}">
                  <a16:creationId xmlns:a16="http://schemas.microsoft.com/office/drawing/2014/main" id="{BF49B219-94D7-4459-8768-3FF797E51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0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8" name="Line 699">
              <a:extLst>
                <a:ext uri="{FF2B5EF4-FFF2-40B4-BE49-F238E27FC236}">
                  <a16:creationId xmlns:a16="http://schemas.microsoft.com/office/drawing/2014/main" id="{063F564A-A492-434A-A150-8EF135380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89" name="Rectangle 700">
              <a:extLst>
                <a:ext uri="{FF2B5EF4-FFF2-40B4-BE49-F238E27FC236}">
                  <a16:creationId xmlns:a16="http://schemas.microsoft.com/office/drawing/2014/main" id="{10CDAD49-72BA-4C4B-B8C2-70BACB0F2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6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90" name="Line 701">
              <a:extLst>
                <a:ext uri="{FF2B5EF4-FFF2-40B4-BE49-F238E27FC236}">
                  <a16:creationId xmlns:a16="http://schemas.microsoft.com/office/drawing/2014/main" id="{09C7FFC2-B547-45F4-AA5D-C41E8B063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1" name="Line 702">
              <a:extLst>
                <a:ext uri="{FF2B5EF4-FFF2-40B4-BE49-F238E27FC236}">
                  <a16:creationId xmlns:a16="http://schemas.microsoft.com/office/drawing/2014/main" id="{327502EE-86A4-4451-9462-1469D4809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2" name="Rectangle 703">
              <a:extLst>
                <a:ext uri="{FF2B5EF4-FFF2-40B4-BE49-F238E27FC236}">
                  <a16:creationId xmlns:a16="http://schemas.microsoft.com/office/drawing/2014/main" id="{E9CE352F-81A5-42B5-991C-A76A3F42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5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93" name="Line 704">
              <a:extLst>
                <a:ext uri="{FF2B5EF4-FFF2-40B4-BE49-F238E27FC236}">
                  <a16:creationId xmlns:a16="http://schemas.microsoft.com/office/drawing/2014/main" id="{D2AB9D83-D9E9-47A2-8A5E-247EC4E3B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4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4" name="Line 705">
              <a:extLst>
                <a:ext uri="{FF2B5EF4-FFF2-40B4-BE49-F238E27FC236}">
                  <a16:creationId xmlns:a16="http://schemas.microsoft.com/office/drawing/2014/main" id="{F02F1D88-ECDC-4F2C-AD76-FFF372494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5" name="Rectangle 706">
              <a:extLst>
                <a:ext uri="{FF2B5EF4-FFF2-40B4-BE49-F238E27FC236}">
                  <a16:creationId xmlns:a16="http://schemas.microsoft.com/office/drawing/2014/main" id="{3983A990-2659-4DC1-AEC0-21089E8B0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4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96" name="Line 707">
              <a:extLst>
                <a:ext uri="{FF2B5EF4-FFF2-40B4-BE49-F238E27FC236}">
                  <a16:creationId xmlns:a16="http://schemas.microsoft.com/office/drawing/2014/main" id="{5951B5CE-49A2-4FFF-87FB-1B97DA5EF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7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7" name="Line 708">
              <a:extLst>
                <a:ext uri="{FF2B5EF4-FFF2-40B4-BE49-F238E27FC236}">
                  <a16:creationId xmlns:a16="http://schemas.microsoft.com/office/drawing/2014/main" id="{1FD92631-F5DC-43F6-89C2-FDFB165A4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3109"/>
              <a:ext cx="28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98" name="Rectangle 709">
              <a:extLst>
                <a:ext uri="{FF2B5EF4-FFF2-40B4-BE49-F238E27FC236}">
                  <a16:creationId xmlns:a16="http://schemas.microsoft.com/office/drawing/2014/main" id="{E634A6EC-1539-4CD0-A83F-E74EC98EE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3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7999" name="Line 710">
              <a:extLst>
                <a:ext uri="{FF2B5EF4-FFF2-40B4-BE49-F238E27FC236}">
                  <a16:creationId xmlns:a16="http://schemas.microsoft.com/office/drawing/2014/main" id="{7C8DA6FB-EA90-4456-86EB-D6DD65F0B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9" y="3109"/>
              <a:ext cx="1" cy="7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00" name="Line 711">
              <a:extLst>
                <a:ext uri="{FF2B5EF4-FFF2-40B4-BE49-F238E27FC236}">
                  <a16:creationId xmlns:a16="http://schemas.microsoft.com/office/drawing/2014/main" id="{0EE9FF16-FE8C-4190-BEF6-35A99E640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5" y="3109"/>
              <a:ext cx="2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01" name="Rectangle 712">
              <a:extLst>
                <a:ext uri="{FF2B5EF4-FFF2-40B4-BE49-F238E27FC236}">
                  <a16:creationId xmlns:a16="http://schemas.microsoft.com/office/drawing/2014/main" id="{57ED486F-6581-475F-B569-E68767279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3284"/>
              <a:ext cx="42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</a:rPr>
                <a:t>2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8002" name="Freeform 713">
              <a:extLst>
                <a:ext uri="{FF2B5EF4-FFF2-40B4-BE49-F238E27FC236}">
                  <a16:creationId xmlns:a16="http://schemas.microsoft.com/office/drawing/2014/main" id="{7A377771-3D58-4A54-91BF-A843107C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904"/>
              <a:ext cx="863" cy="72"/>
            </a:xfrm>
            <a:custGeom>
              <a:avLst/>
              <a:gdLst>
                <a:gd name="T0" fmla="*/ 5 w 863"/>
                <a:gd name="T1" fmla="*/ 72 h 72"/>
                <a:gd name="T2" fmla="*/ 857 w 863"/>
                <a:gd name="T3" fmla="*/ 72 h 72"/>
                <a:gd name="T4" fmla="*/ 861 w 863"/>
                <a:gd name="T5" fmla="*/ 70 h 72"/>
                <a:gd name="T6" fmla="*/ 863 w 863"/>
                <a:gd name="T7" fmla="*/ 66 h 72"/>
                <a:gd name="T8" fmla="*/ 863 w 863"/>
                <a:gd name="T9" fmla="*/ 6 h 72"/>
                <a:gd name="T10" fmla="*/ 861 w 863"/>
                <a:gd name="T11" fmla="*/ 2 h 72"/>
                <a:gd name="T12" fmla="*/ 857 w 863"/>
                <a:gd name="T13" fmla="*/ 0 h 72"/>
                <a:gd name="T14" fmla="*/ 5 w 863"/>
                <a:gd name="T15" fmla="*/ 0 h 72"/>
                <a:gd name="T16" fmla="*/ 2 w 863"/>
                <a:gd name="T17" fmla="*/ 2 h 72"/>
                <a:gd name="T18" fmla="*/ 0 w 863"/>
                <a:gd name="T19" fmla="*/ 6 h 72"/>
                <a:gd name="T20" fmla="*/ 0 w 863"/>
                <a:gd name="T21" fmla="*/ 66 h 72"/>
                <a:gd name="T22" fmla="*/ 2 w 863"/>
                <a:gd name="T23" fmla="*/ 70 h 72"/>
                <a:gd name="T24" fmla="*/ 5 w 863"/>
                <a:gd name="T25" fmla="*/ 7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5" y="72"/>
                  </a:moveTo>
                  <a:lnTo>
                    <a:pt x="857" y="72"/>
                  </a:lnTo>
                  <a:lnTo>
                    <a:pt x="861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1" y="2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3" name="Freeform 714">
              <a:extLst>
                <a:ext uri="{FF2B5EF4-FFF2-40B4-BE49-F238E27FC236}">
                  <a16:creationId xmlns:a16="http://schemas.microsoft.com/office/drawing/2014/main" id="{DB163970-BB22-4C96-8062-FBD6CCC2D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918"/>
              <a:ext cx="1" cy="45"/>
            </a:xfrm>
            <a:custGeom>
              <a:avLst/>
              <a:gdLst>
                <a:gd name="T0" fmla="*/ 0 w 1"/>
                <a:gd name="T1" fmla="*/ 45 h 45"/>
                <a:gd name="T2" fmla="*/ 0 w 1"/>
                <a:gd name="T3" fmla="*/ 0 h 45"/>
                <a:gd name="T4" fmla="*/ 0 w 1"/>
                <a:gd name="T5" fmla="*/ 45 h 45"/>
                <a:gd name="T6" fmla="*/ 0 60000 65536"/>
                <a:gd name="T7" fmla="*/ 0 60000 65536"/>
                <a:gd name="T8" fmla="*/ 0 60000 65536"/>
                <a:gd name="T9" fmla="*/ 0 w 1"/>
                <a:gd name="T10" fmla="*/ 0 h 45"/>
                <a:gd name="T11" fmla="*/ 1 w 1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4" name="Freeform 715">
              <a:extLst>
                <a:ext uri="{FF2B5EF4-FFF2-40B4-BE49-F238E27FC236}">
                  <a16:creationId xmlns:a16="http://schemas.microsoft.com/office/drawing/2014/main" id="{B20531AE-AAC8-45B2-B270-0732F0565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2617"/>
              <a:ext cx="1151" cy="72"/>
            </a:xfrm>
            <a:custGeom>
              <a:avLst/>
              <a:gdLst>
                <a:gd name="T0" fmla="*/ 6 w 1151"/>
                <a:gd name="T1" fmla="*/ 72 h 72"/>
                <a:gd name="T2" fmla="*/ 1146 w 1151"/>
                <a:gd name="T3" fmla="*/ 72 h 72"/>
                <a:gd name="T4" fmla="*/ 1150 w 1151"/>
                <a:gd name="T5" fmla="*/ 70 h 72"/>
                <a:gd name="T6" fmla="*/ 1151 w 1151"/>
                <a:gd name="T7" fmla="*/ 66 h 72"/>
                <a:gd name="T8" fmla="*/ 1151 w 1151"/>
                <a:gd name="T9" fmla="*/ 6 h 72"/>
                <a:gd name="T10" fmla="*/ 1150 w 1151"/>
                <a:gd name="T11" fmla="*/ 2 h 72"/>
                <a:gd name="T12" fmla="*/ 1146 w 1151"/>
                <a:gd name="T13" fmla="*/ 0 h 72"/>
                <a:gd name="T14" fmla="*/ 6 w 1151"/>
                <a:gd name="T15" fmla="*/ 0 h 72"/>
                <a:gd name="T16" fmla="*/ 2 w 1151"/>
                <a:gd name="T17" fmla="*/ 2 h 72"/>
                <a:gd name="T18" fmla="*/ 0 w 1151"/>
                <a:gd name="T19" fmla="*/ 6 h 72"/>
                <a:gd name="T20" fmla="*/ 0 w 1151"/>
                <a:gd name="T21" fmla="*/ 66 h 72"/>
                <a:gd name="T22" fmla="*/ 2 w 1151"/>
                <a:gd name="T23" fmla="*/ 70 h 72"/>
                <a:gd name="T24" fmla="*/ 6 w 1151"/>
                <a:gd name="T25" fmla="*/ 7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51"/>
                <a:gd name="T40" fmla="*/ 0 h 72"/>
                <a:gd name="T41" fmla="*/ 1151 w 1151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51" h="72">
                  <a:moveTo>
                    <a:pt x="6" y="72"/>
                  </a:moveTo>
                  <a:lnTo>
                    <a:pt x="1146" y="72"/>
                  </a:lnTo>
                  <a:lnTo>
                    <a:pt x="1150" y="70"/>
                  </a:lnTo>
                  <a:lnTo>
                    <a:pt x="1151" y="66"/>
                  </a:lnTo>
                  <a:lnTo>
                    <a:pt x="1151" y="6"/>
                  </a:lnTo>
                  <a:lnTo>
                    <a:pt x="1150" y="2"/>
                  </a:lnTo>
                  <a:lnTo>
                    <a:pt x="114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5" name="Freeform 716">
              <a:extLst>
                <a:ext uri="{FF2B5EF4-FFF2-40B4-BE49-F238E27FC236}">
                  <a16:creationId xmlns:a16="http://schemas.microsoft.com/office/drawing/2014/main" id="{ECFE62EF-0A90-43C4-91B1-D904EB492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2630"/>
              <a:ext cx="1" cy="46"/>
            </a:xfrm>
            <a:custGeom>
              <a:avLst/>
              <a:gdLst>
                <a:gd name="T0" fmla="*/ 0 w 1"/>
                <a:gd name="T1" fmla="*/ 46 h 46"/>
                <a:gd name="T2" fmla="*/ 0 w 1"/>
                <a:gd name="T3" fmla="*/ 0 h 46"/>
                <a:gd name="T4" fmla="*/ 0 w 1"/>
                <a:gd name="T5" fmla="*/ 46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6" name="Freeform 717">
              <a:extLst>
                <a:ext uri="{FF2B5EF4-FFF2-40B4-BE49-F238E27FC236}">
                  <a16:creationId xmlns:a16="http://schemas.microsoft.com/office/drawing/2014/main" id="{A97D799F-0A3A-45D8-9849-05A638B38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904"/>
              <a:ext cx="863" cy="72"/>
            </a:xfrm>
            <a:custGeom>
              <a:avLst/>
              <a:gdLst>
                <a:gd name="T0" fmla="*/ 6 w 863"/>
                <a:gd name="T1" fmla="*/ 72 h 72"/>
                <a:gd name="T2" fmla="*/ 858 w 863"/>
                <a:gd name="T3" fmla="*/ 72 h 72"/>
                <a:gd name="T4" fmla="*/ 862 w 863"/>
                <a:gd name="T5" fmla="*/ 70 h 72"/>
                <a:gd name="T6" fmla="*/ 863 w 863"/>
                <a:gd name="T7" fmla="*/ 66 h 72"/>
                <a:gd name="T8" fmla="*/ 863 w 863"/>
                <a:gd name="T9" fmla="*/ 6 h 72"/>
                <a:gd name="T10" fmla="*/ 862 w 863"/>
                <a:gd name="T11" fmla="*/ 2 h 72"/>
                <a:gd name="T12" fmla="*/ 858 w 863"/>
                <a:gd name="T13" fmla="*/ 0 h 72"/>
                <a:gd name="T14" fmla="*/ 6 w 863"/>
                <a:gd name="T15" fmla="*/ 0 h 72"/>
                <a:gd name="T16" fmla="*/ 2 w 863"/>
                <a:gd name="T17" fmla="*/ 2 h 72"/>
                <a:gd name="T18" fmla="*/ 0 w 863"/>
                <a:gd name="T19" fmla="*/ 6 h 72"/>
                <a:gd name="T20" fmla="*/ 0 w 863"/>
                <a:gd name="T21" fmla="*/ 66 h 72"/>
                <a:gd name="T22" fmla="*/ 2 w 863"/>
                <a:gd name="T23" fmla="*/ 70 h 72"/>
                <a:gd name="T24" fmla="*/ 6 w 863"/>
                <a:gd name="T25" fmla="*/ 7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6" y="72"/>
                  </a:moveTo>
                  <a:lnTo>
                    <a:pt x="858" y="72"/>
                  </a:lnTo>
                  <a:lnTo>
                    <a:pt x="862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2" y="2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7" name="Freeform 718">
              <a:extLst>
                <a:ext uri="{FF2B5EF4-FFF2-40B4-BE49-F238E27FC236}">
                  <a16:creationId xmlns:a16="http://schemas.microsoft.com/office/drawing/2014/main" id="{77308F7E-DE08-4EA1-8C74-8A153205D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918"/>
              <a:ext cx="1" cy="45"/>
            </a:xfrm>
            <a:custGeom>
              <a:avLst/>
              <a:gdLst>
                <a:gd name="T0" fmla="*/ 0 w 1"/>
                <a:gd name="T1" fmla="*/ 45 h 45"/>
                <a:gd name="T2" fmla="*/ 0 w 1"/>
                <a:gd name="T3" fmla="*/ 0 h 45"/>
                <a:gd name="T4" fmla="*/ 0 w 1"/>
                <a:gd name="T5" fmla="*/ 45 h 45"/>
                <a:gd name="T6" fmla="*/ 0 60000 65536"/>
                <a:gd name="T7" fmla="*/ 0 60000 65536"/>
                <a:gd name="T8" fmla="*/ 0 60000 65536"/>
                <a:gd name="T9" fmla="*/ 0 w 1"/>
                <a:gd name="T10" fmla="*/ 0 h 45"/>
                <a:gd name="T11" fmla="*/ 1 w 1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8" name="Freeform 719">
              <a:extLst>
                <a:ext uri="{FF2B5EF4-FFF2-40B4-BE49-F238E27FC236}">
                  <a16:creationId xmlns:a16="http://schemas.microsoft.com/office/drawing/2014/main" id="{3B416093-8A97-47A4-8E03-A79646597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2761"/>
              <a:ext cx="863" cy="71"/>
            </a:xfrm>
            <a:custGeom>
              <a:avLst/>
              <a:gdLst>
                <a:gd name="T0" fmla="*/ 5 w 863"/>
                <a:gd name="T1" fmla="*/ 71 h 71"/>
                <a:gd name="T2" fmla="*/ 857 w 863"/>
                <a:gd name="T3" fmla="*/ 71 h 71"/>
                <a:gd name="T4" fmla="*/ 862 w 863"/>
                <a:gd name="T5" fmla="*/ 69 h 71"/>
                <a:gd name="T6" fmla="*/ 863 w 863"/>
                <a:gd name="T7" fmla="*/ 66 h 71"/>
                <a:gd name="T8" fmla="*/ 863 w 863"/>
                <a:gd name="T9" fmla="*/ 5 h 71"/>
                <a:gd name="T10" fmla="*/ 862 w 863"/>
                <a:gd name="T11" fmla="*/ 1 h 71"/>
                <a:gd name="T12" fmla="*/ 857 w 863"/>
                <a:gd name="T13" fmla="*/ 0 h 71"/>
                <a:gd name="T14" fmla="*/ 5 w 863"/>
                <a:gd name="T15" fmla="*/ 0 h 71"/>
                <a:gd name="T16" fmla="*/ 2 w 863"/>
                <a:gd name="T17" fmla="*/ 1 h 71"/>
                <a:gd name="T18" fmla="*/ 0 w 863"/>
                <a:gd name="T19" fmla="*/ 5 h 71"/>
                <a:gd name="T20" fmla="*/ 0 w 863"/>
                <a:gd name="T21" fmla="*/ 66 h 71"/>
                <a:gd name="T22" fmla="*/ 2 w 863"/>
                <a:gd name="T23" fmla="*/ 69 h 71"/>
                <a:gd name="T24" fmla="*/ 5 w 863"/>
                <a:gd name="T25" fmla="*/ 71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1"/>
                <a:gd name="T41" fmla="*/ 863 w 863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1">
                  <a:moveTo>
                    <a:pt x="5" y="71"/>
                  </a:moveTo>
                  <a:lnTo>
                    <a:pt x="857" y="71"/>
                  </a:lnTo>
                  <a:lnTo>
                    <a:pt x="862" y="69"/>
                  </a:lnTo>
                  <a:lnTo>
                    <a:pt x="863" y="66"/>
                  </a:lnTo>
                  <a:lnTo>
                    <a:pt x="863" y="5"/>
                  </a:lnTo>
                  <a:lnTo>
                    <a:pt x="862" y="1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5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09" name="Freeform 720">
              <a:extLst>
                <a:ext uri="{FF2B5EF4-FFF2-40B4-BE49-F238E27FC236}">
                  <a16:creationId xmlns:a16="http://schemas.microsoft.com/office/drawing/2014/main" id="{0DC13153-551A-4C9C-A04D-41404ED9A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2774"/>
              <a:ext cx="1" cy="46"/>
            </a:xfrm>
            <a:custGeom>
              <a:avLst/>
              <a:gdLst>
                <a:gd name="T0" fmla="*/ 0 w 1"/>
                <a:gd name="T1" fmla="*/ 46 h 46"/>
                <a:gd name="T2" fmla="*/ 0 w 1"/>
                <a:gd name="T3" fmla="*/ 0 h 46"/>
                <a:gd name="T4" fmla="*/ 0 w 1"/>
                <a:gd name="T5" fmla="*/ 46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0" name="Freeform 721">
              <a:extLst>
                <a:ext uri="{FF2B5EF4-FFF2-40B4-BE49-F238E27FC236}">
                  <a16:creationId xmlns:a16="http://schemas.microsoft.com/office/drawing/2014/main" id="{6B43A759-D85F-4F27-9636-2DBE254B0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617"/>
              <a:ext cx="288" cy="72"/>
            </a:xfrm>
            <a:custGeom>
              <a:avLst/>
              <a:gdLst>
                <a:gd name="T0" fmla="*/ 6 w 288"/>
                <a:gd name="T1" fmla="*/ 72 h 72"/>
                <a:gd name="T2" fmla="*/ 282 w 288"/>
                <a:gd name="T3" fmla="*/ 72 h 72"/>
                <a:gd name="T4" fmla="*/ 287 w 288"/>
                <a:gd name="T5" fmla="*/ 70 h 72"/>
                <a:gd name="T6" fmla="*/ 288 w 288"/>
                <a:gd name="T7" fmla="*/ 66 h 72"/>
                <a:gd name="T8" fmla="*/ 288 w 288"/>
                <a:gd name="T9" fmla="*/ 6 h 72"/>
                <a:gd name="T10" fmla="*/ 287 w 288"/>
                <a:gd name="T11" fmla="*/ 2 h 72"/>
                <a:gd name="T12" fmla="*/ 282 w 288"/>
                <a:gd name="T13" fmla="*/ 0 h 72"/>
                <a:gd name="T14" fmla="*/ 6 w 288"/>
                <a:gd name="T15" fmla="*/ 0 h 72"/>
                <a:gd name="T16" fmla="*/ 2 w 288"/>
                <a:gd name="T17" fmla="*/ 2 h 72"/>
                <a:gd name="T18" fmla="*/ 0 w 288"/>
                <a:gd name="T19" fmla="*/ 6 h 72"/>
                <a:gd name="T20" fmla="*/ 0 w 288"/>
                <a:gd name="T21" fmla="*/ 66 h 72"/>
                <a:gd name="T22" fmla="*/ 2 w 288"/>
                <a:gd name="T23" fmla="*/ 70 h 72"/>
                <a:gd name="T24" fmla="*/ 6 w 288"/>
                <a:gd name="T25" fmla="*/ 7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8"/>
                <a:gd name="T40" fmla="*/ 0 h 72"/>
                <a:gd name="T41" fmla="*/ 288 w 28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8" h="72">
                  <a:moveTo>
                    <a:pt x="6" y="72"/>
                  </a:moveTo>
                  <a:lnTo>
                    <a:pt x="282" y="72"/>
                  </a:lnTo>
                  <a:lnTo>
                    <a:pt x="287" y="70"/>
                  </a:lnTo>
                  <a:lnTo>
                    <a:pt x="288" y="66"/>
                  </a:lnTo>
                  <a:lnTo>
                    <a:pt x="288" y="6"/>
                  </a:lnTo>
                  <a:lnTo>
                    <a:pt x="287" y="2"/>
                  </a:lnTo>
                  <a:lnTo>
                    <a:pt x="282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1" name="Freeform 722">
              <a:extLst>
                <a:ext uri="{FF2B5EF4-FFF2-40B4-BE49-F238E27FC236}">
                  <a16:creationId xmlns:a16="http://schemas.microsoft.com/office/drawing/2014/main" id="{D6EE4D48-AFF6-4D3A-A3B5-FC3C64C0F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630"/>
              <a:ext cx="1" cy="46"/>
            </a:xfrm>
            <a:custGeom>
              <a:avLst/>
              <a:gdLst>
                <a:gd name="T0" fmla="*/ 0 w 1"/>
                <a:gd name="T1" fmla="*/ 46 h 46"/>
                <a:gd name="T2" fmla="*/ 0 w 1"/>
                <a:gd name="T3" fmla="*/ 0 h 46"/>
                <a:gd name="T4" fmla="*/ 0 w 1"/>
                <a:gd name="T5" fmla="*/ 46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2" name="Rectangle 723">
              <a:extLst>
                <a:ext uri="{FF2B5EF4-FFF2-40B4-BE49-F238E27FC236}">
                  <a16:creationId xmlns:a16="http://schemas.microsoft.com/office/drawing/2014/main" id="{1F339A34-BB25-4138-81F6-8C53B4CF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875"/>
              <a:ext cx="325" cy="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" panose="02020603050405020304" pitchFamily="18" charset="0"/>
                </a:rPr>
                <a:t>Machine 1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8013" name="Rectangle 724">
              <a:extLst>
                <a:ext uri="{FF2B5EF4-FFF2-40B4-BE49-F238E27FC236}">
                  <a16:creationId xmlns:a16="http://schemas.microsoft.com/office/drawing/2014/main" id="{4D2C0B64-7673-4C84-8C71-80E5BCCC0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581"/>
              <a:ext cx="325" cy="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" panose="02020603050405020304" pitchFamily="18" charset="0"/>
                </a:rPr>
                <a:t>Machine 3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8014" name="Rectangle 725">
              <a:extLst>
                <a:ext uri="{FF2B5EF4-FFF2-40B4-BE49-F238E27FC236}">
                  <a16:creationId xmlns:a16="http://schemas.microsoft.com/office/drawing/2014/main" id="{5B2F0307-C40F-4E6B-992F-918CBD47C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732"/>
              <a:ext cx="325" cy="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0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" panose="02020603050405020304" pitchFamily="18" charset="0"/>
                </a:rPr>
                <a:t>Machine 2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8015" name="Freeform 726">
              <a:extLst>
                <a:ext uri="{FF2B5EF4-FFF2-40B4-BE49-F238E27FC236}">
                  <a16:creationId xmlns:a16="http://schemas.microsoft.com/office/drawing/2014/main" id="{2B7EF3B1-35E4-43EF-A902-82EFB4B37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3" y="2391"/>
              <a:ext cx="2878" cy="718"/>
            </a:xfrm>
            <a:custGeom>
              <a:avLst/>
              <a:gdLst>
                <a:gd name="T0" fmla="*/ 0 w 2878"/>
                <a:gd name="T1" fmla="*/ 0 h 718"/>
                <a:gd name="T2" fmla="*/ 0 w 2878"/>
                <a:gd name="T3" fmla="*/ 718 h 718"/>
                <a:gd name="T4" fmla="*/ 2878 w 2878"/>
                <a:gd name="T5" fmla="*/ 718 h 718"/>
                <a:gd name="T6" fmla="*/ 0 60000 65536"/>
                <a:gd name="T7" fmla="*/ 0 60000 65536"/>
                <a:gd name="T8" fmla="*/ 0 60000 65536"/>
                <a:gd name="T9" fmla="*/ 0 w 2878"/>
                <a:gd name="T10" fmla="*/ 0 h 718"/>
                <a:gd name="T11" fmla="*/ 2878 w 2878"/>
                <a:gd name="T12" fmla="*/ 718 h 7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8" h="718">
                  <a:moveTo>
                    <a:pt x="0" y="0"/>
                  </a:moveTo>
                  <a:lnTo>
                    <a:pt x="0" y="718"/>
                  </a:lnTo>
                  <a:lnTo>
                    <a:pt x="2878" y="71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16" name="Freeform 727">
              <a:extLst>
                <a:ext uri="{FF2B5EF4-FFF2-40B4-BE49-F238E27FC236}">
                  <a16:creationId xmlns:a16="http://schemas.microsoft.com/office/drawing/2014/main" id="{5B135548-6058-4A74-9743-60145CD10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617"/>
              <a:ext cx="575" cy="72"/>
            </a:xfrm>
            <a:custGeom>
              <a:avLst/>
              <a:gdLst>
                <a:gd name="T0" fmla="*/ 5 w 575"/>
                <a:gd name="T1" fmla="*/ 72 h 72"/>
                <a:gd name="T2" fmla="*/ 569 w 575"/>
                <a:gd name="T3" fmla="*/ 72 h 72"/>
                <a:gd name="T4" fmla="*/ 573 w 575"/>
                <a:gd name="T5" fmla="*/ 70 h 72"/>
                <a:gd name="T6" fmla="*/ 575 w 575"/>
                <a:gd name="T7" fmla="*/ 66 h 72"/>
                <a:gd name="T8" fmla="*/ 575 w 575"/>
                <a:gd name="T9" fmla="*/ 6 h 72"/>
                <a:gd name="T10" fmla="*/ 573 w 575"/>
                <a:gd name="T11" fmla="*/ 2 h 72"/>
                <a:gd name="T12" fmla="*/ 569 w 575"/>
                <a:gd name="T13" fmla="*/ 0 h 72"/>
                <a:gd name="T14" fmla="*/ 5 w 575"/>
                <a:gd name="T15" fmla="*/ 0 h 72"/>
                <a:gd name="T16" fmla="*/ 2 w 575"/>
                <a:gd name="T17" fmla="*/ 2 h 72"/>
                <a:gd name="T18" fmla="*/ 0 w 575"/>
                <a:gd name="T19" fmla="*/ 6 h 72"/>
                <a:gd name="T20" fmla="*/ 0 w 575"/>
                <a:gd name="T21" fmla="*/ 66 h 72"/>
                <a:gd name="T22" fmla="*/ 2 w 575"/>
                <a:gd name="T23" fmla="*/ 70 h 72"/>
                <a:gd name="T24" fmla="*/ 5 w 575"/>
                <a:gd name="T25" fmla="*/ 7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5"/>
                <a:gd name="T40" fmla="*/ 0 h 72"/>
                <a:gd name="T41" fmla="*/ 575 w 575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5" h="72">
                  <a:moveTo>
                    <a:pt x="5" y="72"/>
                  </a:moveTo>
                  <a:lnTo>
                    <a:pt x="569" y="72"/>
                  </a:lnTo>
                  <a:lnTo>
                    <a:pt x="573" y="70"/>
                  </a:lnTo>
                  <a:lnTo>
                    <a:pt x="575" y="66"/>
                  </a:lnTo>
                  <a:lnTo>
                    <a:pt x="575" y="6"/>
                  </a:lnTo>
                  <a:lnTo>
                    <a:pt x="573" y="2"/>
                  </a:lnTo>
                  <a:lnTo>
                    <a:pt x="56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7" name="Freeform 728">
              <a:extLst>
                <a:ext uri="{FF2B5EF4-FFF2-40B4-BE49-F238E27FC236}">
                  <a16:creationId xmlns:a16="http://schemas.microsoft.com/office/drawing/2014/main" id="{914BEB16-7B7F-436B-AD52-305D7FEC7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630"/>
              <a:ext cx="1" cy="46"/>
            </a:xfrm>
            <a:custGeom>
              <a:avLst/>
              <a:gdLst>
                <a:gd name="T0" fmla="*/ 0 w 1"/>
                <a:gd name="T1" fmla="*/ 46 h 46"/>
                <a:gd name="T2" fmla="*/ 0 w 1"/>
                <a:gd name="T3" fmla="*/ 0 h 46"/>
                <a:gd name="T4" fmla="*/ 0 w 1"/>
                <a:gd name="T5" fmla="*/ 46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8" name="Freeform 729">
              <a:extLst>
                <a:ext uri="{FF2B5EF4-FFF2-40B4-BE49-F238E27FC236}">
                  <a16:creationId xmlns:a16="http://schemas.microsoft.com/office/drawing/2014/main" id="{7174D42D-E327-4BF0-8CD0-4709A412F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761"/>
              <a:ext cx="864" cy="71"/>
            </a:xfrm>
            <a:custGeom>
              <a:avLst/>
              <a:gdLst>
                <a:gd name="T0" fmla="*/ 6 w 864"/>
                <a:gd name="T1" fmla="*/ 71 h 71"/>
                <a:gd name="T2" fmla="*/ 858 w 864"/>
                <a:gd name="T3" fmla="*/ 71 h 71"/>
                <a:gd name="T4" fmla="*/ 863 w 864"/>
                <a:gd name="T5" fmla="*/ 69 h 71"/>
                <a:gd name="T6" fmla="*/ 864 w 864"/>
                <a:gd name="T7" fmla="*/ 66 h 71"/>
                <a:gd name="T8" fmla="*/ 864 w 864"/>
                <a:gd name="T9" fmla="*/ 5 h 71"/>
                <a:gd name="T10" fmla="*/ 863 w 864"/>
                <a:gd name="T11" fmla="*/ 1 h 71"/>
                <a:gd name="T12" fmla="*/ 858 w 864"/>
                <a:gd name="T13" fmla="*/ 0 h 71"/>
                <a:gd name="T14" fmla="*/ 6 w 864"/>
                <a:gd name="T15" fmla="*/ 0 h 71"/>
                <a:gd name="T16" fmla="*/ 2 w 864"/>
                <a:gd name="T17" fmla="*/ 1 h 71"/>
                <a:gd name="T18" fmla="*/ 0 w 864"/>
                <a:gd name="T19" fmla="*/ 5 h 71"/>
                <a:gd name="T20" fmla="*/ 0 w 864"/>
                <a:gd name="T21" fmla="*/ 66 h 71"/>
                <a:gd name="T22" fmla="*/ 2 w 864"/>
                <a:gd name="T23" fmla="*/ 69 h 71"/>
                <a:gd name="T24" fmla="*/ 6 w 864"/>
                <a:gd name="T25" fmla="*/ 71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4"/>
                <a:gd name="T40" fmla="*/ 0 h 71"/>
                <a:gd name="T41" fmla="*/ 864 w 864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4" h="71">
                  <a:moveTo>
                    <a:pt x="6" y="71"/>
                  </a:moveTo>
                  <a:lnTo>
                    <a:pt x="858" y="71"/>
                  </a:lnTo>
                  <a:lnTo>
                    <a:pt x="863" y="69"/>
                  </a:lnTo>
                  <a:lnTo>
                    <a:pt x="864" y="66"/>
                  </a:lnTo>
                  <a:lnTo>
                    <a:pt x="864" y="5"/>
                  </a:lnTo>
                  <a:lnTo>
                    <a:pt x="863" y="1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6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19" name="Freeform 730">
              <a:extLst>
                <a:ext uri="{FF2B5EF4-FFF2-40B4-BE49-F238E27FC236}">
                  <a16:creationId xmlns:a16="http://schemas.microsoft.com/office/drawing/2014/main" id="{85C4701A-5550-4D68-89D4-237CA8841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774"/>
              <a:ext cx="1" cy="46"/>
            </a:xfrm>
            <a:custGeom>
              <a:avLst/>
              <a:gdLst>
                <a:gd name="T0" fmla="*/ 0 w 1"/>
                <a:gd name="T1" fmla="*/ 46 h 46"/>
                <a:gd name="T2" fmla="*/ 0 w 1"/>
                <a:gd name="T3" fmla="*/ 0 h 46"/>
                <a:gd name="T4" fmla="*/ 0 w 1"/>
                <a:gd name="T5" fmla="*/ 46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CAB9-C2ED-412C-8B57-11F6B871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Task Scheduling II (examples)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B57C7-133E-4B9D-BCB4-2F1E2673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 typeface="Wingdings" panose="05000000000000000000" pitchFamily="2" charset="2"/>
              <a:buChar char="Ø"/>
            </a:pPr>
            <a:r>
              <a:rPr lang="en-US" sz="1600" b="1" dirty="0">
                <a:highlight>
                  <a:srgbClr val="FFFF00"/>
                </a:highlight>
              </a:rPr>
              <a:t>Classroom Scheduling at a University</a:t>
            </a:r>
          </a:p>
          <a:p>
            <a:pPr algn="l" rtl="0"/>
            <a:r>
              <a:rPr lang="en-US" sz="1600" dirty="0"/>
              <a:t>Each lecture has: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start time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finish time </a:t>
            </a:r>
          </a:p>
          <a:p>
            <a:pPr algn="l" rtl="0"/>
            <a:r>
              <a:rPr lang="en-US" sz="1600" dirty="0"/>
              <a:t>A classroom cannot host two lectures at the same time.</a:t>
            </a:r>
          </a:p>
          <a:p>
            <a:pPr algn="l" rtl="0"/>
            <a:r>
              <a:rPr lang="en-US" sz="1600" b="1" dirty="0"/>
              <a:t>Goal</a:t>
            </a:r>
          </a:p>
          <a:p>
            <a:pPr algn="l" rtl="0"/>
            <a:r>
              <a:rPr lang="en-US" sz="1600" dirty="0"/>
              <a:t>Use the minimum number of classrooms.</a:t>
            </a:r>
          </a:p>
          <a:p>
            <a:pPr marL="0" indent="0" algn="l" rtl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FBAFB-6363-40B3-92A6-458079DA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03AC1A-A3DF-4537-BE26-5D33668CDBA7}" type="slidenum">
              <a:rPr lang="ar-SA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56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CAB9-C2ED-412C-8B57-11F6B871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Task Scheduling II (examples)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B57C7-133E-4B9D-BCB4-2F1E2673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buFont typeface="Wingdings" panose="05000000000000000000" pitchFamily="2" charset="2"/>
              <a:buChar char="Ø"/>
            </a:pPr>
            <a:r>
              <a:rPr lang="en-US" sz="1600" b="1" dirty="0">
                <a:highlight>
                  <a:srgbClr val="FFFF00"/>
                </a:highlight>
              </a:rPr>
              <a:t>Train Platform Scheduling</a:t>
            </a:r>
          </a:p>
          <a:p>
            <a:pPr algn="l" rtl="0"/>
            <a:r>
              <a:rPr lang="en-US" sz="1600" dirty="0"/>
              <a:t>Each train: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arrives at a station,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departs later. </a:t>
            </a:r>
          </a:p>
          <a:p>
            <a:pPr algn="l" rtl="0"/>
            <a:r>
              <a:rPr lang="en-US" sz="1600" dirty="0"/>
              <a:t>A platform can hold only one train at a time.</a:t>
            </a:r>
          </a:p>
          <a:p>
            <a:pPr algn="l" rtl="0"/>
            <a:r>
              <a:rPr lang="en-US" sz="1600" b="1" dirty="0"/>
              <a:t>Goal</a:t>
            </a:r>
          </a:p>
          <a:p>
            <a:pPr algn="l" rtl="0"/>
            <a:r>
              <a:rPr lang="en-US" sz="1600" dirty="0"/>
              <a:t>Find the minimum number of train platforms required.</a:t>
            </a:r>
          </a:p>
          <a:p>
            <a:pPr algn="l" rtl="0"/>
            <a:r>
              <a:rPr lang="en-US" sz="1600" dirty="0"/>
              <a:t>Very famous scheduling application.</a:t>
            </a: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sz="1600" b="1" dirty="0">
                <a:highlight>
                  <a:srgbClr val="FFFF00"/>
                </a:highlight>
              </a:rPr>
              <a:t>Cloud Server Allocation</a:t>
            </a:r>
          </a:p>
          <a:p>
            <a:pPr algn="l" rtl="0"/>
            <a:r>
              <a:rPr lang="en-US" sz="1600" dirty="0"/>
              <a:t>Each computational task: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starts at some time,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/>
              <a:t>ends later. </a:t>
            </a:r>
          </a:p>
          <a:p>
            <a:pPr algn="l" rtl="0"/>
            <a:r>
              <a:rPr lang="en-US" sz="1600" dirty="0"/>
              <a:t>A server can process only one heavy task at a time.</a:t>
            </a:r>
          </a:p>
          <a:p>
            <a:pPr algn="l" rtl="0"/>
            <a:r>
              <a:rPr lang="en-US" sz="1600" b="1" dirty="0"/>
              <a:t>Goal</a:t>
            </a:r>
          </a:p>
          <a:p>
            <a:pPr algn="l" rtl="0"/>
            <a:r>
              <a:rPr lang="en-US" sz="1600" dirty="0"/>
              <a:t>Use the minimum number of servers.</a:t>
            </a:r>
          </a:p>
          <a:p>
            <a:pPr algn="l" rtl="0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FBAFB-6363-40B3-92A6-458079DA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03AC1A-A3DF-4537-BE26-5D33668CDBA7}" type="slidenum">
              <a:rPr lang="ar-SA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77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4C618060-5998-4EAD-B625-45FB67A6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B09A071-270A-4411-824F-C812AC77AFEA}" type="slidenum">
              <a:rPr lang="ar-SA" altLang="en-US" sz="1400" smtClean="0"/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9B81A19-A9D9-4134-8D4F-D0459EA6B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/>
              <a:t>Task Scheduling Algorithm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7387C3A-BA0E-4A85-938D-16771A6CE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229600" cy="685800"/>
          </a:xfrm>
        </p:spPr>
        <p:txBody>
          <a:bodyPr/>
          <a:lstStyle/>
          <a:p>
            <a:pPr marL="0" indent="0" algn="l" rtl="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Greedy choice: consider tasks by their start time and use as few machines as possible with this order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FA903A72-2F7D-414E-A605-CE4C5A45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05000"/>
            <a:ext cx="8077200" cy="4060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r" defTabSz="342900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algn="r" defTabSz="342900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defTabSz="342900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defTabSz="342900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defTabSz="342900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defTabSz="342900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defTabSz="342900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defTabSz="342900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defTabSz="342900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rgbClr val="2C61F6"/>
                </a:solidFill>
                <a:latin typeface="Times New Roman" panose="02020603050405020304" pitchFamily="18" charset="0"/>
              </a:rPr>
              <a:t>taskSchedule</a:t>
            </a:r>
            <a:r>
              <a:rPr lang="en-US" altLang="en-US" sz="2000">
                <a:solidFill>
                  <a:srgbClr val="2C61F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rgbClr val="2C61F6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>
                <a:solidFill>
                  <a:srgbClr val="2C61F6"/>
                </a:solidFill>
                <a:latin typeface="Times New Roman" panose="02020603050405020304" pitchFamily="18" charset="0"/>
              </a:rPr>
              <a:t>)</a:t>
            </a:r>
          </a:p>
          <a:p>
            <a:pPr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 of tasks with start time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and finish time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endParaRPr lang="en-US" altLang="en-US" sz="20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accent2"/>
                </a:solidFill>
                <a:latin typeface="Times New Roman" panose="02020603050405020304" pitchFamily="18" charset="0"/>
              </a:rPr>
              <a:t>non-conflicting schedule with minimum number of machines</a:t>
            </a:r>
          </a:p>
          <a:p>
            <a:pPr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</a:p>
          <a:p>
            <a:pPr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0				</a:t>
            </a:r>
            <a:r>
              <a:rPr lang="en-US" altLang="en-US" sz="1800">
                <a:solidFill>
                  <a:srgbClr val="2C61F6"/>
                </a:solidFill>
                <a:latin typeface="Times New Roman" panose="02020603050405020304" pitchFamily="18" charset="0"/>
              </a:rPr>
              <a:t>{no. of machines}</a:t>
            </a:r>
            <a:endParaRPr lang="en-US" altLang="en-US" sz="2000">
              <a:solidFill>
                <a:srgbClr val="2C61F6"/>
              </a:solidFill>
              <a:latin typeface="Times New Roman" panose="02020603050405020304" pitchFamily="18" charset="0"/>
            </a:endParaRP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is not empty</a:t>
            </a: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remove task i with smallest s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b="1" i="1">
                <a:solidFill>
                  <a:srgbClr val="2C61F6"/>
                </a:solidFill>
                <a:latin typeface="Times New Roman" panose="02020603050405020304" pitchFamily="18" charset="0"/>
              </a:rPr>
              <a:t>there’s a machine j for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rgbClr val="2C61F6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  <a:endParaRPr lang="en-US" altLang="en-US" sz="2000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j</a:t>
            </a:r>
            <a:endParaRPr lang="en-US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m + 1	</a:t>
            </a:r>
            <a:endParaRPr lang="en-US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rtl="0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423B43FD-83A8-4DA3-9AE3-D4345A243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6388"/>
            <a:ext cx="8229600" cy="88265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F959EC49-8B7A-49DB-BD47-B2DFA6D9A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Given: a set T of n tasks, each having: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start time, s</a:t>
            </a:r>
            <a:r>
              <a:rPr lang="en-US" sz="2000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finish time, f</a:t>
            </a:r>
            <a:r>
              <a:rPr lang="en-US" sz="2000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(where s</a:t>
            </a:r>
            <a:r>
              <a:rPr lang="en-US" sz="2000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&lt; f</a:t>
            </a:r>
            <a:r>
              <a:rPr lang="en-US" sz="2000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[1,4], [1,3], [2,5], [3,7], [4,7], [6,9], [7,8] (ordered by start)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Goal: Perform all tasks on min. number of machines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9B8F8700-31AA-4A4B-9B07-76307A901558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4492625"/>
            <a:ext cx="4632325" cy="131763"/>
            <a:chOff x="1563" y="2893"/>
            <a:chExt cx="2590" cy="73"/>
          </a:xfrm>
        </p:grpSpPr>
        <p:sp>
          <p:nvSpPr>
            <p:cNvPr id="40459" name="Line 5">
              <a:extLst>
                <a:ext uri="{FF2B5EF4-FFF2-40B4-BE49-F238E27FC236}">
                  <a16:creationId xmlns:a16="http://schemas.microsoft.com/office/drawing/2014/main" id="{45F9B865-8214-410E-820A-878F0935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0" name="Line 6">
              <a:extLst>
                <a:ext uri="{FF2B5EF4-FFF2-40B4-BE49-F238E27FC236}">
                  <a16:creationId xmlns:a16="http://schemas.microsoft.com/office/drawing/2014/main" id="{77648A2E-986D-4D31-8543-99D9C6215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1" name="Line 7">
              <a:extLst>
                <a:ext uri="{FF2B5EF4-FFF2-40B4-BE49-F238E27FC236}">
                  <a16:creationId xmlns:a16="http://schemas.microsoft.com/office/drawing/2014/main" id="{9B4ED6F4-29E0-4F4C-9050-FED4160DC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2" name="Line 8">
              <a:extLst>
                <a:ext uri="{FF2B5EF4-FFF2-40B4-BE49-F238E27FC236}">
                  <a16:creationId xmlns:a16="http://schemas.microsoft.com/office/drawing/2014/main" id="{6E0F228C-BB4B-4C34-9308-1E8B74C8D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3" name="Line 9">
              <a:extLst>
                <a:ext uri="{FF2B5EF4-FFF2-40B4-BE49-F238E27FC236}">
                  <a16:creationId xmlns:a16="http://schemas.microsoft.com/office/drawing/2014/main" id="{439E0D82-0075-4C46-82EA-F598A5485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4" name="Line 10">
              <a:extLst>
                <a:ext uri="{FF2B5EF4-FFF2-40B4-BE49-F238E27FC236}">
                  <a16:creationId xmlns:a16="http://schemas.microsoft.com/office/drawing/2014/main" id="{8E7A411B-0F04-4FE1-ADBC-8996AEFCC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5" name="Line 11">
              <a:extLst>
                <a:ext uri="{FF2B5EF4-FFF2-40B4-BE49-F238E27FC236}">
                  <a16:creationId xmlns:a16="http://schemas.microsoft.com/office/drawing/2014/main" id="{50B3CA95-1FAF-4522-B8D1-9F9EF22E6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6" name="Line 12">
              <a:extLst>
                <a:ext uri="{FF2B5EF4-FFF2-40B4-BE49-F238E27FC236}">
                  <a16:creationId xmlns:a16="http://schemas.microsoft.com/office/drawing/2014/main" id="{82DABF48-1A77-46B4-966E-A9B33028D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7" name="Line 13">
              <a:extLst>
                <a:ext uri="{FF2B5EF4-FFF2-40B4-BE49-F238E27FC236}">
                  <a16:creationId xmlns:a16="http://schemas.microsoft.com/office/drawing/2014/main" id="{812B5900-DE5F-4E82-938B-302580E607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8" name="Line 14">
              <a:extLst>
                <a:ext uri="{FF2B5EF4-FFF2-40B4-BE49-F238E27FC236}">
                  <a16:creationId xmlns:a16="http://schemas.microsoft.com/office/drawing/2014/main" id="{61482EAD-5141-4616-80D9-77BA47D33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69" name="Line 15">
              <a:extLst>
                <a:ext uri="{FF2B5EF4-FFF2-40B4-BE49-F238E27FC236}">
                  <a16:creationId xmlns:a16="http://schemas.microsoft.com/office/drawing/2014/main" id="{CFF31C5E-6B4C-45CE-9E7A-8B39949F4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0" name="Line 16">
              <a:extLst>
                <a:ext uri="{FF2B5EF4-FFF2-40B4-BE49-F238E27FC236}">
                  <a16:creationId xmlns:a16="http://schemas.microsoft.com/office/drawing/2014/main" id="{7703F28B-98F5-405B-B170-EE6085B65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1" name="Line 17">
              <a:extLst>
                <a:ext uri="{FF2B5EF4-FFF2-40B4-BE49-F238E27FC236}">
                  <a16:creationId xmlns:a16="http://schemas.microsoft.com/office/drawing/2014/main" id="{AF755631-5567-4E0F-92EF-B63A5B6C9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2" name="Line 18">
              <a:extLst>
                <a:ext uri="{FF2B5EF4-FFF2-40B4-BE49-F238E27FC236}">
                  <a16:creationId xmlns:a16="http://schemas.microsoft.com/office/drawing/2014/main" id="{7493DC4E-278B-4166-81B6-2EB4C03F0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3" name="Line 19">
              <a:extLst>
                <a:ext uri="{FF2B5EF4-FFF2-40B4-BE49-F238E27FC236}">
                  <a16:creationId xmlns:a16="http://schemas.microsoft.com/office/drawing/2014/main" id="{D3F40B35-D8D7-401E-B3F2-916149208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4" name="Line 20">
              <a:extLst>
                <a:ext uri="{FF2B5EF4-FFF2-40B4-BE49-F238E27FC236}">
                  <a16:creationId xmlns:a16="http://schemas.microsoft.com/office/drawing/2014/main" id="{20EC8A62-84B1-4BB2-9C35-57552D779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5" name="Line 21">
              <a:extLst>
                <a:ext uri="{FF2B5EF4-FFF2-40B4-BE49-F238E27FC236}">
                  <a16:creationId xmlns:a16="http://schemas.microsoft.com/office/drawing/2014/main" id="{028E00D9-5036-42C3-87C4-4BE08C5FC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6" name="Line 22">
              <a:extLst>
                <a:ext uri="{FF2B5EF4-FFF2-40B4-BE49-F238E27FC236}">
                  <a16:creationId xmlns:a16="http://schemas.microsoft.com/office/drawing/2014/main" id="{39788EB5-BCD5-4CD4-965D-37C99A15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7" name="Line 23">
              <a:extLst>
                <a:ext uri="{FF2B5EF4-FFF2-40B4-BE49-F238E27FC236}">
                  <a16:creationId xmlns:a16="http://schemas.microsoft.com/office/drawing/2014/main" id="{B4051A12-2B61-426E-AD7B-442CF8ED7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8" name="Line 24">
              <a:extLst>
                <a:ext uri="{FF2B5EF4-FFF2-40B4-BE49-F238E27FC236}">
                  <a16:creationId xmlns:a16="http://schemas.microsoft.com/office/drawing/2014/main" id="{9FF357B6-435E-405E-A61E-4D2A804D0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79" name="Line 25">
              <a:extLst>
                <a:ext uri="{FF2B5EF4-FFF2-40B4-BE49-F238E27FC236}">
                  <a16:creationId xmlns:a16="http://schemas.microsoft.com/office/drawing/2014/main" id="{86CDDA1A-5672-46E9-A781-FF9ADD6A2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0" name="Line 26">
              <a:extLst>
                <a:ext uri="{FF2B5EF4-FFF2-40B4-BE49-F238E27FC236}">
                  <a16:creationId xmlns:a16="http://schemas.microsoft.com/office/drawing/2014/main" id="{11D2BF14-4A25-4D69-A13B-B7210752B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1" name="Line 27">
              <a:extLst>
                <a:ext uri="{FF2B5EF4-FFF2-40B4-BE49-F238E27FC236}">
                  <a16:creationId xmlns:a16="http://schemas.microsoft.com/office/drawing/2014/main" id="{BB756054-0B12-4852-9A7C-90B128930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2" name="Line 28">
              <a:extLst>
                <a:ext uri="{FF2B5EF4-FFF2-40B4-BE49-F238E27FC236}">
                  <a16:creationId xmlns:a16="http://schemas.microsoft.com/office/drawing/2014/main" id="{042FDF88-0E08-4DE9-9944-4A3424B43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3" name="Line 29">
              <a:extLst>
                <a:ext uri="{FF2B5EF4-FFF2-40B4-BE49-F238E27FC236}">
                  <a16:creationId xmlns:a16="http://schemas.microsoft.com/office/drawing/2014/main" id="{62C941F1-C4A0-4580-9721-A80396668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4" name="Line 30">
              <a:extLst>
                <a:ext uri="{FF2B5EF4-FFF2-40B4-BE49-F238E27FC236}">
                  <a16:creationId xmlns:a16="http://schemas.microsoft.com/office/drawing/2014/main" id="{81E8A9F1-F37B-41C3-A253-3327BA04C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5" name="Line 31">
              <a:extLst>
                <a:ext uri="{FF2B5EF4-FFF2-40B4-BE49-F238E27FC236}">
                  <a16:creationId xmlns:a16="http://schemas.microsoft.com/office/drawing/2014/main" id="{B1B97B9F-3CB1-4880-B7E2-93377C3D9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6" name="Line 32">
              <a:extLst>
                <a:ext uri="{FF2B5EF4-FFF2-40B4-BE49-F238E27FC236}">
                  <a16:creationId xmlns:a16="http://schemas.microsoft.com/office/drawing/2014/main" id="{AA630489-F7A2-4A89-9FAD-F4BC25F4E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7" name="Line 33">
              <a:extLst>
                <a:ext uri="{FF2B5EF4-FFF2-40B4-BE49-F238E27FC236}">
                  <a16:creationId xmlns:a16="http://schemas.microsoft.com/office/drawing/2014/main" id="{48008957-9737-47BC-8230-66D755EEA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8" name="Line 34">
              <a:extLst>
                <a:ext uri="{FF2B5EF4-FFF2-40B4-BE49-F238E27FC236}">
                  <a16:creationId xmlns:a16="http://schemas.microsoft.com/office/drawing/2014/main" id="{1D58D58F-2BA4-4F5C-817C-87E51698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89" name="Line 35">
              <a:extLst>
                <a:ext uri="{FF2B5EF4-FFF2-40B4-BE49-F238E27FC236}">
                  <a16:creationId xmlns:a16="http://schemas.microsoft.com/office/drawing/2014/main" id="{2712ECDB-8666-4F2F-8A9F-DC0E723AC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0" name="Line 36">
              <a:extLst>
                <a:ext uri="{FF2B5EF4-FFF2-40B4-BE49-F238E27FC236}">
                  <a16:creationId xmlns:a16="http://schemas.microsoft.com/office/drawing/2014/main" id="{787796DA-6FA4-4EFD-A7B3-7D01C17D7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1" name="Line 37">
              <a:extLst>
                <a:ext uri="{FF2B5EF4-FFF2-40B4-BE49-F238E27FC236}">
                  <a16:creationId xmlns:a16="http://schemas.microsoft.com/office/drawing/2014/main" id="{EE2BE0DE-5867-4BED-A30E-FDBB19FE4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2" name="Line 38">
              <a:extLst>
                <a:ext uri="{FF2B5EF4-FFF2-40B4-BE49-F238E27FC236}">
                  <a16:creationId xmlns:a16="http://schemas.microsoft.com/office/drawing/2014/main" id="{09494022-5A9B-444E-A608-B006B8988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3" name="Line 39">
              <a:extLst>
                <a:ext uri="{FF2B5EF4-FFF2-40B4-BE49-F238E27FC236}">
                  <a16:creationId xmlns:a16="http://schemas.microsoft.com/office/drawing/2014/main" id="{015E86BA-E92B-4EDD-8071-C264ADA8C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4" name="Line 40">
              <a:extLst>
                <a:ext uri="{FF2B5EF4-FFF2-40B4-BE49-F238E27FC236}">
                  <a16:creationId xmlns:a16="http://schemas.microsoft.com/office/drawing/2014/main" id="{CF7FCF66-6FF0-4AC5-A248-A6FB9ADE1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5" name="Line 41">
              <a:extLst>
                <a:ext uri="{FF2B5EF4-FFF2-40B4-BE49-F238E27FC236}">
                  <a16:creationId xmlns:a16="http://schemas.microsoft.com/office/drawing/2014/main" id="{28243A6B-B080-4971-9129-90E14A040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6" name="Line 42">
              <a:extLst>
                <a:ext uri="{FF2B5EF4-FFF2-40B4-BE49-F238E27FC236}">
                  <a16:creationId xmlns:a16="http://schemas.microsoft.com/office/drawing/2014/main" id="{F44CFDF7-1B67-475A-A5BD-308864395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7" name="Line 43">
              <a:extLst>
                <a:ext uri="{FF2B5EF4-FFF2-40B4-BE49-F238E27FC236}">
                  <a16:creationId xmlns:a16="http://schemas.microsoft.com/office/drawing/2014/main" id="{3B16A058-A390-4B06-A4AA-8888EAA9E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8" name="Line 44">
              <a:extLst>
                <a:ext uri="{FF2B5EF4-FFF2-40B4-BE49-F238E27FC236}">
                  <a16:creationId xmlns:a16="http://schemas.microsoft.com/office/drawing/2014/main" id="{E83A5AC3-90FA-40D4-9616-720231EC2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99" name="Line 45">
              <a:extLst>
                <a:ext uri="{FF2B5EF4-FFF2-40B4-BE49-F238E27FC236}">
                  <a16:creationId xmlns:a16="http://schemas.microsoft.com/office/drawing/2014/main" id="{172B112D-8AF5-4D6C-A1F1-1E647AD84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0" name="Line 46">
              <a:extLst>
                <a:ext uri="{FF2B5EF4-FFF2-40B4-BE49-F238E27FC236}">
                  <a16:creationId xmlns:a16="http://schemas.microsoft.com/office/drawing/2014/main" id="{F2ED9F44-307C-4BC8-B6F9-58B2DB6ED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1" name="Line 47">
              <a:extLst>
                <a:ext uri="{FF2B5EF4-FFF2-40B4-BE49-F238E27FC236}">
                  <a16:creationId xmlns:a16="http://schemas.microsoft.com/office/drawing/2014/main" id="{ABA40507-892D-4238-8936-7FE893651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2" name="Line 48">
              <a:extLst>
                <a:ext uri="{FF2B5EF4-FFF2-40B4-BE49-F238E27FC236}">
                  <a16:creationId xmlns:a16="http://schemas.microsoft.com/office/drawing/2014/main" id="{D41DB0C4-A3E8-42D0-BF04-09CCB28EF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3" name="Line 49">
              <a:extLst>
                <a:ext uri="{FF2B5EF4-FFF2-40B4-BE49-F238E27FC236}">
                  <a16:creationId xmlns:a16="http://schemas.microsoft.com/office/drawing/2014/main" id="{934FEE79-6955-4750-BA75-7C8CDCFEC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4" name="Line 50">
              <a:extLst>
                <a:ext uri="{FF2B5EF4-FFF2-40B4-BE49-F238E27FC236}">
                  <a16:creationId xmlns:a16="http://schemas.microsoft.com/office/drawing/2014/main" id="{B8A92C9C-1EB2-4CE5-A62D-BD738085C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5" name="Line 51">
              <a:extLst>
                <a:ext uri="{FF2B5EF4-FFF2-40B4-BE49-F238E27FC236}">
                  <a16:creationId xmlns:a16="http://schemas.microsoft.com/office/drawing/2014/main" id="{CB9E0AD8-47B9-49E3-A6A4-D9E56437C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6" name="Line 52">
              <a:extLst>
                <a:ext uri="{FF2B5EF4-FFF2-40B4-BE49-F238E27FC236}">
                  <a16:creationId xmlns:a16="http://schemas.microsoft.com/office/drawing/2014/main" id="{51673007-6EAA-412B-8E32-72E8DEF50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7" name="Line 53">
              <a:extLst>
                <a:ext uri="{FF2B5EF4-FFF2-40B4-BE49-F238E27FC236}">
                  <a16:creationId xmlns:a16="http://schemas.microsoft.com/office/drawing/2014/main" id="{06EE50FF-A901-4D7C-986A-72C793BD3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8" name="Line 54">
              <a:extLst>
                <a:ext uri="{FF2B5EF4-FFF2-40B4-BE49-F238E27FC236}">
                  <a16:creationId xmlns:a16="http://schemas.microsoft.com/office/drawing/2014/main" id="{B7CDB227-7105-4979-B09F-7529CFC9B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09" name="Line 55">
              <a:extLst>
                <a:ext uri="{FF2B5EF4-FFF2-40B4-BE49-F238E27FC236}">
                  <a16:creationId xmlns:a16="http://schemas.microsoft.com/office/drawing/2014/main" id="{DED83363-C194-4C4B-A985-6120A523E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0" name="Line 56">
              <a:extLst>
                <a:ext uri="{FF2B5EF4-FFF2-40B4-BE49-F238E27FC236}">
                  <a16:creationId xmlns:a16="http://schemas.microsoft.com/office/drawing/2014/main" id="{BC3B54D3-4016-482B-A405-D91A95D17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1" name="Line 57">
              <a:extLst>
                <a:ext uri="{FF2B5EF4-FFF2-40B4-BE49-F238E27FC236}">
                  <a16:creationId xmlns:a16="http://schemas.microsoft.com/office/drawing/2014/main" id="{C90887AF-0981-466B-87FD-8BA4E56E3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2" name="Line 58">
              <a:extLst>
                <a:ext uri="{FF2B5EF4-FFF2-40B4-BE49-F238E27FC236}">
                  <a16:creationId xmlns:a16="http://schemas.microsoft.com/office/drawing/2014/main" id="{DF7CAA3D-5CBA-4293-96F6-FD5B36D74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3" name="Line 59">
              <a:extLst>
                <a:ext uri="{FF2B5EF4-FFF2-40B4-BE49-F238E27FC236}">
                  <a16:creationId xmlns:a16="http://schemas.microsoft.com/office/drawing/2014/main" id="{BD2A1682-B28D-4B8C-ADF7-67230C70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4" name="Line 60">
              <a:extLst>
                <a:ext uri="{FF2B5EF4-FFF2-40B4-BE49-F238E27FC236}">
                  <a16:creationId xmlns:a16="http://schemas.microsoft.com/office/drawing/2014/main" id="{6B26C5AA-6891-4EEE-8A61-36FE2C132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5" name="Line 61">
              <a:extLst>
                <a:ext uri="{FF2B5EF4-FFF2-40B4-BE49-F238E27FC236}">
                  <a16:creationId xmlns:a16="http://schemas.microsoft.com/office/drawing/2014/main" id="{304DA857-D162-4B5E-85BF-EF9EE8E43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6" name="Line 62">
              <a:extLst>
                <a:ext uri="{FF2B5EF4-FFF2-40B4-BE49-F238E27FC236}">
                  <a16:creationId xmlns:a16="http://schemas.microsoft.com/office/drawing/2014/main" id="{D1C7471F-EF67-44CB-974B-7B1D0B89D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7" name="Line 63">
              <a:extLst>
                <a:ext uri="{FF2B5EF4-FFF2-40B4-BE49-F238E27FC236}">
                  <a16:creationId xmlns:a16="http://schemas.microsoft.com/office/drawing/2014/main" id="{453BCF31-AC0F-49D7-93FF-F9D72BD46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8" name="Line 64">
              <a:extLst>
                <a:ext uri="{FF2B5EF4-FFF2-40B4-BE49-F238E27FC236}">
                  <a16:creationId xmlns:a16="http://schemas.microsoft.com/office/drawing/2014/main" id="{2CB75B20-3722-447B-8E73-5644F4868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19" name="Line 65">
              <a:extLst>
                <a:ext uri="{FF2B5EF4-FFF2-40B4-BE49-F238E27FC236}">
                  <a16:creationId xmlns:a16="http://schemas.microsoft.com/office/drawing/2014/main" id="{8026BF32-F47D-4CBB-B3C6-D8D027374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0" name="Line 66">
              <a:extLst>
                <a:ext uri="{FF2B5EF4-FFF2-40B4-BE49-F238E27FC236}">
                  <a16:creationId xmlns:a16="http://schemas.microsoft.com/office/drawing/2014/main" id="{11A19610-6F7B-4D32-9ED1-0472A878E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1" name="Line 67">
              <a:extLst>
                <a:ext uri="{FF2B5EF4-FFF2-40B4-BE49-F238E27FC236}">
                  <a16:creationId xmlns:a16="http://schemas.microsoft.com/office/drawing/2014/main" id="{BF2224E1-D5CD-42B3-9A9C-8FD94E0A3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2" name="Line 68">
              <a:extLst>
                <a:ext uri="{FF2B5EF4-FFF2-40B4-BE49-F238E27FC236}">
                  <a16:creationId xmlns:a16="http://schemas.microsoft.com/office/drawing/2014/main" id="{4BAF7EFB-2D63-4FF4-B9CA-C50175C7B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3" name="Line 69">
              <a:extLst>
                <a:ext uri="{FF2B5EF4-FFF2-40B4-BE49-F238E27FC236}">
                  <a16:creationId xmlns:a16="http://schemas.microsoft.com/office/drawing/2014/main" id="{1D275522-A292-42CE-8A74-C449CEB01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4" name="Line 70">
              <a:extLst>
                <a:ext uri="{FF2B5EF4-FFF2-40B4-BE49-F238E27FC236}">
                  <a16:creationId xmlns:a16="http://schemas.microsoft.com/office/drawing/2014/main" id="{96042874-9D02-427C-AD3C-B8520596A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5" name="Line 71">
              <a:extLst>
                <a:ext uri="{FF2B5EF4-FFF2-40B4-BE49-F238E27FC236}">
                  <a16:creationId xmlns:a16="http://schemas.microsoft.com/office/drawing/2014/main" id="{1A579332-650B-4350-BB0C-DC61E2CC7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6" name="Line 72">
              <a:extLst>
                <a:ext uri="{FF2B5EF4-FFF2-40B4-BE49-F238E27FC236}">
                  <a16:creationId xmlns:a16="http://schemas.microsoft.com/office/drawing/2014/main" id="{B311DD94-5E65-414A-AFD8-5EAA2B4EF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7" name="Line 73">
              <a:extLst>
                <a:ext uri="{FF2B5EF4-FFF2-40B4-BE49-F238E27FC236}">
                  <a16:creationId xmlns:a16="http://schemas.microsoft.com/office/drawing/2014/main" id="{BC468A97-F877-4499-A605-5D6E5D069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8" name="Line 74">
              <a:extLst>
                <a:ext uri="{FF2B5EF4-FFF2-40B4-BE49-F238E27FC236}">
                  <a16:creationId xmlns:a16="http://schemas.microsoft.com/office/drawing/2014/main" id="{1571D6D8-32C6-4AB4-B0C7-EB2965AA1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29" name="Line 75">
              <a:extLst>
                <a:ext uri="{FF2B5EF4-FFF2-40B4-BE49-F238E27FC236}">
                  <a16:creationId xmlns:a16="http://schemas.microsoft.com/office/drawing/2014/main" id="{10B372AE-6922-478C-AC03-D4C5102E8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0" name="Line 76">
              <a:extLst>
                <a:ext uri="{FF2B5EF4-FFF2-40B4-BE49-F238E27FC236}">
                  <a16:creationId xmlns:a16="http://schemas.microsoft.com/office/drawing/2014/main" id="{B6C4CCC5-8B30-498C-A9F1-B1618BBA5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1" name="Line 77">
              <a:extLst>
                <a:ext uri="{FF2B5EF4-FFF2-40B4-BE49-F238E27FC236}">
                  <a16:creationId xmlns:a16="http://schemas.microsoft.com/office/drawing/2014/main" id="{17A9DDF3-B49A-4A13-BC3A-53569584D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2" name="Line 78">
              <a:extLst>
                <a:ext uri="{FF2B5EF4-FFF2-40B4-BE49-F238E27FC236}">
                  <a16:creationId xmlns:a16="http://schemas.microsoft.com/office/drawing/2014/main" id="{29183644-FF08-45E9-A4E3-641244497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3" name="Line 79">
              <a:extLst>
                <a:ext uri="{FF2B5EF4-FFF2-40B4-BE49-F238E27FC236}">
                  <a16:creationId xmlns:a16="http://schemas.microsoft.com/office/drawing/2014/main" id="{6654A462-3169-4C71-B842-FA7CA0890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4" name="Line 80">
              <a:extLst>
                <a:ext uri="{FF2B5EF4-FFF2-40B4-BE49-F238E27FC236}">
                  <a16:creationId xmlns:a16="http://schemas.microsoft.com/office/drawing/2014/main" id="{0FA5812C-031E-461A-B654-6E8C3E263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5" name="Line 81">
              <a:extLst>
                <a:ext uri="{FF2B5EF4-FFF2-40B4-BE49-F238E27FC236}">
                  <a16:creationId xmlns:a16="http://schemas.microsoft.com/office/drawing/2014/main" id="{6D775D4B-D1B1-4824-9CB7-50408A23C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6" name="Line 82">
              <a:extLst>
                <a:ext uri="{FF2B5EF4-FFF2-40B4-BE49-F238E27FC236}">
                  <a16:creationId xmlns:a16="http://schemas.microsoft.com/office/drawing/2014/main" id="{9AA433F4-7F69-474E-BBD7-3FCCBE8C1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7" name="Line 83">
              <a:extLst>
                <a:ext uri="{FF2B5EF4-FFF2-40B4-BE49-F238E27FC236}">
                  <a16:creationId xmlns:a16="http://schemas.microsoft.com/office/drawing/2014/main" id="{8BAADE59-B25E-4E8D-A03D-E1FA82D65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8" name="Line 84">
              <a:extLst>
                <a:ext uri="{FF2B5EF4-FFF2-40B4-BE49-F238E27FC236}">
                  <a16:creationId xmlns:a16="http://schemas.microsoft.com/office/drawing/2014/main" id="{CC23FE2D-022E-4034-BC7B-EBB054319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39" name="Line 85">
              <a:extLst>
                <a:ext uri="{FF2B5EF4-FFF2-40B4-BE49-F238E27FC236}">
                  <a16:creationId xmlns:a16="http://schemas.microsoft.com/office/drawing/2014/main" id="{F9D0B2ED-BFD2-4F3B-AB73-9F7ACB203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0" name="Line 86">
              <a:extLst>
                <a:ext uri="{FF2B5EF4-FFF2-40B4-BE49-F238E27FC236}">
                  <a16:creationId xmlns:a16="http://schemas.microsoft.com/office/drawing/2014/main" id="{9E28A234-5C2E-4767-A123-DA0CA4942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1" name="Line 87">
              <a:extLst>
                <a:ext uri="{FF2B5EF4-FFF2-40B4-BE49-F238E27FC236}">
                  <a16:creationId xmlns:a16="http://schemas.microsoft.com/office/drawing/2014/main" id="{C20D70CE-A395-46E2-88C9-673368BB4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2" name="Line 88">
              <a:extLst>
                <a:ext uri="{FF2B5EF4-FFF2-40B4-BE49-F238E27FC236}">
                  <a16:creationId xmlns:a16="http://schemas.microsoft.com/office/drawing/2014/main" id="{807FC611-B05A-4DC4-B65D-58B094055D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3" name="Line 89">
              <a:extLst>
                <a:ext uri="{FF2B5EF4-FFF2-40B4-BE49-F238E27FC236}">
                  <a16:creationId xmlns:a16="http://schemas.microsoft.com/office/drawing/2014/main" id="{09AE7B52-8328-42A7-AA2A-1157AD948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4" name="Line 90">
              <a:extLst>
                <a:ext uri="{FF2B5EF4-FFF2-40B4-BE49-F238E27FC236}">
                  <a16:creationId xmlns:a16="http://schemas.microsoft.com/office/drawing/2014/main" id="{A5985A50-FC17-4CE6-8F9E-16D13B742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5" name="Line 91">
              <a:extLst>
                <a:ext uri="{FF2B5EF4-FFF2-40B4-BE49-F238E27FC236}">
                  <a16:creationId xmlns:a16="http://schemas.microsoft.com/office/drawing/2014/main" id="{F39AE0B4-1BF1-4CB4-B2D8-96385904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6" name="Line 92">
              <a:extLst>
                <a:ext uri="{FF2B5EF4-FFF2-40B4-BE49-F238E27FC236}">
                  <a16:creationId xmlns:a16="http://schemas.microsoft.com/office/drawing/2014/main" id="{6184E1CB-6C54-47D2-AFA7-F95BB8C44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7" name="Line 93">
              <a:extLst>
                <a:ext uri="{FF2B5EF4-FFF2-40B4-BE49-F238E27FC236}">
                  <a16:creationId xmlns:a16="http://schemas.microsoft.com/office/drawing/2014/main" id="{27617910-006B-4C55-B1BA-AB841DB71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8" name="Line 94">
              <a:extLst>
                <a:ext uri="{FF2B5EF4-FFF2-40B4-BE49-F238E27FC236}">
                  <a16:creationId xmlns:a16="http://schemas.microsoft.com/office/drawing/2014/main" id="{9755CCAD-A293-48C8-B330-9E846ECEF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49" name="Line 95">
              <a:extLst>
                <a:ext uri="{FF2B5EF4-FFF2-40B4-BE49-F238E27FC236}">
                  <a16:creationId xmlns:a16="http://schemas.microsoft.com/office/drawing/2014/main" id="{6015DCBD-8E4D-4696-A3CC-F613A26CE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0" name="Line 96">
              <a:extLst>
                <a:ext uri="{FF2B5EF4-FFF2-40B4-BE49-F238E27FC236}">
                  <a16:creationId xmlns:a16="http://schemas.microsoft.com/office/drawing/2014/main" id="{23B1EA8C-CC16-45BD-88D6-E9F71A63E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1" name="Line 97">
              <a:extLst>
                <a:ext uri="{FF2B5EF4-FFF2-40B4-BE49-F238E27FC236}">
                  <a16:creationId xmlns:a16="http://schemas.microsoft.com/office/drawing/2014/main" id="{608D8AD2-8F9B-4AD0-99F8-4C6BACDC3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2" name="Line 98">
              <a:extLst>
                <a:ext uri="{FF2B5EF4-FFF2-40B4-BE49-F238E27FC236}">
                  <a16:creationId xmlns:a16="http://schemas.microsoft.com/office/drawing/2014/main" id="{3DEA797C-A7B7-4816-8640-C55020A43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3" name="Line 99">
              <a:extLst>
                <a:ext uri="{FF2B5EF4-FFF2-40B4-BE49-F238E27FC236}">
                  <a16:creationId xmlns:a16="http://schemas.microsoft.com/office/drawing/2014/main" id="{72354AA9-432C-4EA1-9BF6-DD7CA6329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4" name="Line 100">
              <a:extLst>
                <a:ext uri="{FF2B5EF4-FFF2-40B4-BE49-F238E27FC236}">
                  <a16:creationId xmlns:a16="http://schemas.microsoft.com/office/drawing/2014/main" id="{57625EF0-3472-4D54-ACBC-E42EA3BBE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5" name="Line 101">
              <a:extLst>
                <a:ext uri="{FF2B5EF4-FFF2-40B4-BE49-F238E27FC236}">
                  <a16:creationId xmlns:a16="http://schemas.microsoft.com/office/drawing/2014/main" id="{C759D511-C366-4E6A-8D11-5DD561BB9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6" name="Line 102">
              <a:extLst>
                <a:ext uri="{FF2B5EF4-FFF2-40B4-BE49-F238E27FC236}">
                  <a16:creationId xmlns:a16="http://schemas.microsoft.com/office/drawing/2014/main" id="{F3E04646-C7F2-454D-A202-EED1F8267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7" name="Line 103">
              <a:extLst>
                <a:ext uri="{FF2B5EF4-FFF2-40B4-BE49-F238E27FC236}">
                  <a16:creationId xmlns:a16="http://schemas.microsoft.com/office/drawing/2014/main" id="{63D4130F-09E2-4CAB-B8C8-94957BAE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8" name="Line 104">
              <a:extLst>
                <a:ext uri="{FF2B5EF4-FFF2-40B4-BE49-F238E27FC236}">
                  <a16:creationId xmlns:a16="http://schemas.microsoft.com/office/drawing/2014/main" id="{957DFD5A-3DDE-40E8-BF31-053C63161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59" name="Line 105">
              <a:extLst>
                <a:ext uri="{FF2B5EF4-FFF2-40B4-BE49-F238E27FC236}">
                  <a16:creationId xmlns:a16="http://schemas.microsoft.com/office/drawing/2014/main" id="{C830B2D7-A778-43A9-96F1-B5F0A61F6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0" name="Line 106">
              <a:extLst>
                <a:ext uri="{FF2B5EF4-FFF2-40B4-BE49-F238E27FC236}">
                  <a16:creationId xmlns:a16="http://schemas.microsoft.com/office/drawing/2014/main" id="{981FF522-ED50-41C6-B0D8-BB7C36F46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1" name="Line 107">
              <a:extLst>
                <a:ext uri="{FF2B5EF4-FFF2-40B4-BE49-F238E27FC236}">
                  <a16:creationId xmlns:a16="http://schemas.microsoft.com/office/drawing/2014/main" id="{4F65AA72-CCDF-472B-82FE-DA2790DF7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2" name="Line 108">
              <a:extLst>
                <a:ext uri="{FF2B5EF4-FFF2-40B4-BE49-F238E27FC236}">
                  <a16:creationId xmlns:a16="http://schemas.microsoft.com/office/drawing/2014/main" id="{47B10E65-1EB3-4E68-9191-72B1F9364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3" name="Line 109">
              <a:extLst>
                <a:ext uri="{FF2B5EF4-FFF2-40B4-BE49-F238E27FC236}">
                  <a16:creationId xmlns:a16="http://schemas.microsoft.com/office/drawing/2014/main" id="{01D71754-7D95-4742-B431-BBBCD224D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4" name="Line 110">
              <a:extLst>
                <a:ext uri="{FF2B5EF4-FFF2-40B4-BE49-F238E27FC236}">
                  <a16:creationId xmlns:a16="http://schemas.microsoft.com/office/drawing/2014/main" id="{76DD7063-5D64-49F6-8E0A-6EC12A88D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5" name="Line 111">
              <a:extLst>
                <a:ext uri="{FF2B5EF4-FFF2-40B4-BE49-F238E27FC236}">
                  <a16:creationId xmlns:a16="http://schemas.microsoft.com/office/drawing/2014/main" id="{E1CD081F-7719-4BD8-A39A-EBB52C2A7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6" name="Line 112">
              <a:extLst>
                <a:ext uri="{FF2B5EF4-FFF2-40B4-BE49-F238E27FC236}">
                  <a16:creationId xmlns:a16="http://schemas.microsoft.com/office/drawing/2014/main" id="{90D7C7F6-0BCD-4BCB-83F2-A6E8A0673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7" name="Line 113">
              <a:extLst>
                <a:ext uri="{FF2B5EF4-FFF2-40B4-BE49-F238E27FC236}">
                  <a16:creationId xmlns:a16="http://schemas.microsoft.com/office/drawing/2014/main" id="{85381819-18AD-4F77-945E-2BBF20B50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8" name="Line 114">
              <a:extLst>
                <a:ext uri="{FF2B5EF4-FFF2-40B4-BE49-F238E27FC236}">
                  <a16:creationId xmlns:a16="http://schemas.microsoft.com/office/drawing/2014/main" id="{D7C71475-5FAC-4DF9-B3AB-ED0C3E240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69" name="Line 115">
              <a:extLst>
                <a:ext uri="{FF2B5EF4-FFF2-40B4-BE49-F238E27FC236}">
                  <a16:creationId xmlns:a16="http://schemas.microsoft.com/office/drawing/2014/main" id="{28953DC5-DE07-4CF9-A0D6-4BFD7F118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0" name="Line 116">
              <a:extLst>
                <a:ext uri="{FF2B5EF4-FFF2-40B4-BE49-F238E27FC236}">
                  <a16:creationId xmlns:a16="http://schemas.microsoft.com/office/drawing/2014/main" id="{0B6D1D33-E2B4-4AC3-9B1D-43964FA94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1" name="Line 117">
              <a:extLst>
                <a:ext uri="{FF2B5EF4-FFF2-40B4-BE49-F238E27FC236}">
                  <a16:creationId xmlns:a16="http://schemas.microsoft.com/office/drawing/2014/main" id="{F854B58E-258F-410B-A2CE-E6F18967D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2" name="Line 118">
              <a:extLst>
                <a:ext uri="{FF2B5EF4-FFF2-40B4-BE49-F238E27FC236}">
                  <a16:creationId xmlns:a16="http://schemas.microsoft.com/office/drawing/2014/main" id="{3850E1BF-D2EB-4D3C-8C89-EF21A8AB0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3" name="Line 119">
              <a:extLst>
                <a:ext uri="{FF2B5EF4-FFF2-40B4-BE49-F238E27FC236}">
                  <a16:creationId xmlns:a16="http://schemas.microsoft.com/office/drawing/2014/main" id="{EF421A02-DFF0-4DA6-9113-07D1B20BF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4" name="Line 120">
              <a:extLst>
                <a:ext uri="{FF2B5EF4-FFF2-40B4-BE49-F238E27FC236}">
                  <a16:creationId xmlns:a16="http://schemas.microsoft.com/office/drawing/2014/main" id="{FB0DE157-9BD9-4F89-9565-E275F1ACC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5" name="Line 121">
              <a:extLst>
                <a:ext uri="{FF2B5EF4-FFF2-40B4-BE49-F238E27FC236}">
                  <a16:creationId xmlns:a16="http://schemas.microsoft.com/office/drawing/2014/main" id="{497A122F-0365-4FA1-B9D6-8EF4D840C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6" name="Line 122">
              <a:extLst>
                <a:ext uri="{FF2B5EF4-FFF2-40B4-BE49-F238E27FC236}">
                  <a16:creationId xmlns:a16="http://schemas.microsoft.com/office/drawing/2014/main" id="{26C0CBF8-2B9D-4D3B-8782-8CBE9565E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7" name="Line 123">
              <a:extLst>
                <a:ext uri="{FF2B5EF4-FFF2-40B4-BE49-F238E27FC236}">
                  <a16:creationId xmlns:a16="http://schemas.microsoft.com/office/drawing/2014/main" id="{F3FFDF4F-4CC8-4FCB-A698-655E24F8E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8" name="Line 124">
              <a:extLst>
                <a:ext uri="{FF2B5EF4-FFF2-40B4-BE49-F238E27FC236}">
                  <a16:creationId xmlns:a16="http://schemas.microsoft.com/office/drawing/2014/main" id="{5593ED7A-5093-4678-8461-E292A26A9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79" name="Line 125">
              <a:extLst>
                <a:ext uri="{FF2B5EF4-FFF2-40B4-BE49-F238E27FC236}">
                  <a16:creationId xmlns:a16="http://schemas.microsoft.com/office/drawing/2014/main" id="{26157D1D-3670-43AF-A935-521F9202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0" name="Line 126">
              <a:extLst>
                <a:ext uri="{FF2B5EF4-FFF2-40B4-BE49-F238E27FC236}">
                  <a16:creationId xmlns:a16="http://schemas.microsoft.com/office/drawing/2014/main" id="{F985E612-5B0D-49BF-9A02-A1D2CFD6B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1" name="Line 127">
              <a:extLst>
                <a:ext uri="{FF2B5EF4-FFF2-40B4-BE49-F238E27FC236}">
                  <a16:creationId xmlns:a16="http://schemas.microsoft.com/office/drawing/2014/main" id="{C27FCB36-A926-40B2-9C51-AE50D7BF1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2" name="Line 128">
              <a:extLst>
                <a:ext uri="{FF2B5EF4-FFF2-40B4-BE49-F238E27FC236}">
                  <a16:creationId xmlns:a16="http://schemas.microsoft.com/office/drawing/2014/main" id="{7E89B7ED-C2F7-4B9F-9126-0A17EDF42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3" name="Line 129">
              <a:extLst>
                <a:ext uri="{FF2B5EF4-FFF2-40B4-BE49-F238E27FC236}">
                  <a16:creationId xmlns:a16="http://schemas.microsoft.com/office/drawing/2014/main" id="{F23D5FFD-ECA1-4688-85B0-995183DA7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4" name="Line 130">
              <a:extLst>
                <a:ext uri="{FF2B5EF4-FFF2-40B4-BE49-F238E27FC236}">
                  <a16:creationId xmlns:a16="http://schemas.microsoft.com/office/drawing/2014/main" id="{135023DB-9494-4ECA-A636-E743B7A8F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5" name="Line 131">
              <a:extLst>
                <a:ext uri="{FF2B5EF4-FFF2-40B4-BE49-F238E27FC236}">
                  <a16:creationId xmlns:a16="http://schemas.microsoft.com/office/drawing/2014/main" id="{F00AFD1F-4A64-45EF-8D05-A1B435A9B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6" name="Line 132">
              <a:extLst>
                <a:ext uri="{FF2B5EF4-FFF2-40B4-BE49-F238E27FC236}">
                  <a16:creationId xmlns:a16="http://schemas.microsoft.com/office/drawing/2014/main" id="{1486309A-949A-4915-B547-A2F6CDB77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7" name="Line 133">
              <a:extLst>
                <a:ext uri="{FF2B5EF4-FFF2-40B4-BE49-F238E27FC236}">
                  <a16:creationId xmlns:a16="http://schemas.microsoft.com/office/drawing/2014/main" id="{2AD1EBBD-ACEA-40CF-8854-CA1A69B34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8" name="Line 134">
              <a:extLst>
                <a:ext uri="{FF2B5EF4-FFF2-40B4-BE49-F238E27FC236}">
                  <a16:creationId xmlns:a16="http://schemas.microsoft.com/office/drawing/2014/main" id="{7931DAB9-6524-4FAD-9912-E651AD323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89" name="Line 135">
              <a:extLst>
                <a:ext uri="{FF2B5EF4-FFF2-40B4-BE49-F238E27FC236}">
                  <a16:creationId xmlns:a16="http://schemas.microsoft.com/office/drawing/2014/main" id="{15E9962C-40CC-4F56-B71F-7C2B125CD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0" name="Line 136">
              <a:extLst>
                <a:ext uri="{FF2B5EF4-FFF2-40B4-BE49-F238E27FC236}">
                  <a16:creationId xmlns:a16="http://schemas.microsoft.com/office/drawing/2014/main" id="{95E6916B-AFD9-40DF-982C-8EFC56E3C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1" name="Line 137">
              <a:extLst>
                <a:ext uri="{FF2B5EF4-FFF2-40B4-BE49-F238E27FC236}">
                  <a16:creationId xmlns:a16="http://schemas.microsoft.com/office/drawing/2014/main" id="{0F6F486D-4BA5-4836-9EDC-DC3FCA3A2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2" name="Line 138">
              <a:extLst>
                <a:ext uri="{FF2B5EF4-FFF2-40B4-BE49-F238E27FC236}">
                  <a16:creationId xmlns:a16="http://schemas.microsoft.com/office/drawing/2014/main" id="{684EB877-799A-466B-A1EA-748A66C6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3" name="Line 139">
              <a:extLst>
                <a:ext uri="{FF2B5EF4-FFF2-40B4-BE49-F238E27FC236}">
                  <a16:creationId xmlns:a16="http://schemas.microsoft.com/office/drawing/2014/main" id="{9BA0FD05-43CF-43F7-8A7B-CD4575D6B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4" name="Line 140">
              <a:extLst>
                <a:ext uri="{FF2B5EF4-FFF2-40B4-BE49-F238E27FC236}">
                  <a16:creationId xmlns:a16="http://schemas.microsoft.com/office/drawing/2014/main" id="{F1216016-0F6D-42B5-B6A2-78013631E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5" name="Line 141">
              <a:extLst>
                <a:ext uri="{FF2B5EF4-FFF2-40B4-BE49-F238E27FC236}">
                  <a16:creationId xmlns:a16="http://schemas.microsoft.com/office/drawing/2014/main" id="{718CF190-AFF3-4B8D-BA45-B5861BDFC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6" name="Line 142">
              <a:extLst>
                <a:ext uri="{FF2B5EF4-FFF2-40B4-BE49-F238E27FC236}">
                  <a16:creationId xmlns:a16="http://schemas.microsoft.com/office/drawing/2014/main" id="{6A601A43-7B6B-42ED-B0DB-A4DFFF39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7" name="Line 143">
              <a:extLst>
                <a:ext uri="{FF2B5EF4-FFF2-40B4-BE49-F238E27FC236}">
                  <a16:creationId xmlns:a16="http://schemas.microsoft.com/office/drawing/2014/main" id="{2167EFB8-CD46-4E95-8E8D-7EEF6B5DD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8" name="Line 144">
              <a:extLst>
                <a:ext uri="{FF2B5EF4-FFF2-40B4-BE49-F238E27FC236}">
                  <a16:creationId xmlns:a16="http://schemas.microsoft.com/office/drawing/2014/main" id="{EB12A837-8043-4E7A-A39C-A034DA411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99" name="Line 145">
              <a:extLst>
                <a:ext uri="{FF2B5EF4-FFF2-40B4-BE49-F238E27FC236}">
                  <a16:creationId xmlns:a16="http://schemas.microsoft.com/office/drawing/2014/main" id="{B715DF52-BC3C-4369-8004-A01D8102D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0" name="Line 146">
              <a:extLst>
                <a:ext uri="{FF2B5EF4-FFF2-40B4-BE49-F238E27FC236}">
                  <a16:creationId xmlns:a16="http://schemas.microsoft.com/office/drawing/2014/main" id="{9960DD2A-EF72-490C-A56E-0FA16DD2E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1" name="Line 147">
              <a:extLst>
                <a:ext uri="{FF2B5EF4-FFF2-40B4-BE49-F238E27FC236}">
                  <a16:creationId xmlns:a16="http://schemas.microsoft.com/office/drawing/2014/main" id="{CDB04B5A-C298-4CEB-B0FD-56267BD79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2" name="Line 148">
              <a:extLst>
                <a:ext uri="{FF2B5EF4-FFF2-40B4-BE49-F238E27FC236}">
                  <a16:creationId xmlns:a16="http://schemas.microsoft.com/office/drawing/2014/main" id="{7DD284EE-FE20-4D4D-8F91-7155F243C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3" name="Line 149">
              <a:extLst>
                <a:ext uri="{FF2B5EF4-FFF2-40B4-BE49-F238E27FC236}">
                  <a16:creationId xmlns:a16="http://schemas.microsoft.com/office/drawing/2014/main" id="{162EC8CC-2844-47AF-9388-CEE2410E5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4" name="Line 150">
              <a:extLst>
                <a:ext uri="{FF2B5EF4-FFF2-40B4-BE49-F238E27FC236}">
                  <a16:creationId xmlns:a16="http://schemas.microsoft.com/office/drawing/2014/main" id="{B7AFA41C-643A-4A39-AF5D-A6AD51028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5" name="Line 151">
              <a:extLst>
                <a:ext uri="{FF2B5EF4-FFF2-40B4-BE49-F238E27FC236}">
                  <a16:creationId xmlns:a16="http://schemas.microsoft.com/office/drawing/2014/main" id="{1F42B76A-D26E-41A5-B03A-35E82CF53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6" name="Line 152">
              <a:extLst>
                <a:ext uri="{FF2B5EF4-FFF2-40B4-BE49-F238E27FC236}">
                  <a16:creationId xmlns:a16="http://schemas.microsoft.com/office/drawing/2014/main" id="{F2CADC70-FDF1-4B82-A8FE-2E308290F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7" name="Line 153">
              <a:extLst>
                <a:ext uri="{FF2B5EF4-FFF2-40B4-BE49-F238E27FC236}">
                  <a16:creationId xmlns:a16="http://schemas.microsoft.com/office/drawing/2014/main" id="{87946FCC-ACEA-4E45-9C67-4772C993A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8" name="Line 154">
              <a:extLst>
                <a:ext uri="{FF2B5EF4-FFF2-40B4-BE49-F238E27FC236}">
                  <a16:creationId xmlns:a16="http://schemas.microsoft.com/office/drawing/2014/main" id="{B6DC00E8-1224-4EA4-81C5-D6CB6BAF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09" name="Line 155">
              <a:extLst>
                <a:ext uri="{FF2B5EF4-FFF2-40B4-BE49-F238E27FC236}">
                  <a16:creationId xmlns:a16="http://schemas.microsoft.com/office/drawing/2014/main" id="{60C729DE-6AB7-4D21-B072-401835F89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0" name="Line 156">
              <a:extLst>
                <a:ext uri="{FF2B5EF4-FFF2-40B4-BE49-F238E27FC236}">
                  <a16:creationId xmlns:a16="http://schemas.microsoft.com/office/drawing/2014/main" id="{32BF5B93-1E59-4C6A-846B-09C96CA36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1" name="Line 157">
              <a:extLst>
                <a:ext uri="{FF2B5EF4-FFF2-40B4-BE49-F238E27FC236}">
                  <a16:creationId xmlns:a16="http://schemas.microsoft.com/office/drawing/2014/main" id="{FEF81D6D-F563-4269-B85C-41AF675DF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2" name="Line 158">
              <a:extLst>
                <a:ext uri="{FF2B5EF4-FFF2-40B4-BE49-F238E27FC236}">
                  <a16:creationId xmlns:a16="http://schemas.microsoft.com/office/drawing/2014/main" id="{277AF3DC-A0AF-401E-A37F-7370C4650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3" name="Line 159">
              <a:extLst>
                <a:ext uri="{FF2B5EF4-FFF2-40B4-BE49-F238E27FC236}">
                  <a16:creationId xmlns:a16="http://schemas.microsoft.com/office/drawing/2014/main" id="{A37CE2D0-7B88-4B10-A4C0-22C077463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4" name="Line 160">
              <a:extLst>
                <a:ext uri="{FF2B5EF4-FFF2-40B4-BE49-F238E27FC236}">
                  <a16:creationId xmlns:a16="http://schemas.microsoft.com/office/drawing/2014/main" id="{10F79750-1884-43CC-A79C-7E1341919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5" name="Line 161">
              <a:extLst>
                <a:ext uri="{FF2B5EF4-FFF2-40B4-BE49-F238E27FC236}">
                  <a16:creationId xmlns:a16="http://schemas.microsoft.com/office/drawing/2014/main" id="{3EAAEB7E-8DA1-4493-B0F2-8400DF06A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6" name="Line 162">
              <a:extLst>
                <a:ext uri="{FF2B5EF4-FFF2-40B4-BE49-F238E27FC236}">
                  <a16:creationId xmlns:a16="http://schemas.microsoft.com/office/drawing/2014/main" id="{CE9E5382-508D-43D6-A4DA-AFADE9E6E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7" name="Line 163">
              <a:extLst>
                <a:ext uri="{FF2B5EF4-FFF2-40B4-BE49-F238E27FC236}">
                  <a16:creationId xmlns:a16="http://schemas.microsoft.com/office/drawing/2014/main" id="{7C62FFD3-5829-43C1-81B0-580A1B02B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8" name="Line 164">
              <a:extLst>
                <a:ext uri="{FF2B5EF4-FFF2-40B4-BE49-F238E27FC236}">
                  <a16:creationId xmlns:a16="http://schemas.microsoft.com/office/drawing/2014/main" id="{13864875-76DD-41BE-A17A-E3A3017F8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19" name="Line 165">
              <a:extLst>
                <a:ext uri="{FF2B5EF4-FFF2-40B4-BE49-F238E27FC236}">
                  <a16:creationId xmlns:a16="http://schemas.microsoft.com/office/drawing/2014/main" id="{02ECF26E-DFCA-4E41-865E-44D0E6807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0" name="Line 166">
              <a:extLst>
                <a:ext uri="{FF2B5EF4-FFF2-40B4-BE49-F238E27FC236}">
                  <a16:creationId xmlns:a16="http://schemas.microsoft.com/office/drawing/2014/main" id="{F24A5293-4B94-49E8-B8DA-F21DCE697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1" name="Line 167">
              <a:extLst>
                <a:ext uri="{FF2B5EF4-FFF2-40B4-BE49-F238E27FC236}">
                  <a16:creationId xmlns:a16="http://schemas.microsoft.com/office/drawing/2014/main" id="{08947E55-46B1-4A0B-82E9-342266F31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2" name="Line 168">
              <a:extLst>
                <a:ext uri="{FF2B5EF4-FFF2-40B4-BE49-F238E27FC236}">
                  <a16:creationId xmlns:a16="http://schemas.microsoft.com/office/drawing/2014/main" id="{D26E925E-5D7C-459F-81C1-0F9A50FD6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3" name="Line 169">
              <a:extLst>
                <a:ext uri="{FF2B5EF4-FFF2-40B4-BE49-F238E27FC236}">
                  <a16:creationId xmlns:a16="http://schemas.microsoft.com/office/drawing/2014/main" id="{5708383A-7E6F-40ED-8D67-25A71C3C5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4" name="Line 170">
              <a:extLst>
                <a:ext uri="{FF2B5EF4-FFF2-40B4-BE49-F238E27FC236}">
                  <a16:creationId xmlns:a16="http://schemas.microsoft.com/office/drawing/2014/main" id="{F24D9C94-6BF3-4BBD-9F44-7C5262BF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5" name="Line 171">
              <a:extLst>
                <a:ext uri="{FF2B5EF4-FFF2-40B4-BE49-F238E27FC236}">
                  <a16:creationId xmlns:a16="http://schemas.microsoft.com/office/drawing/2014/main" id="{501F62CA-DA64-4FED-A9B0-FD6C3894E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6" name="Line 172">
              <a:extLst>
                <a:ext uri="{FF2B5EF4-FFF2-40B4-BE49-F238E27FC236}">
                  <a16:creationId xmlns:a16="http://schemas.microsoft.com/office/drawing/2014/main" id="{8F095EBF-4DCA-4131-957C-5C2421CE4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7" name="Line 173">
              <a:extLst>
                <a:ext uri="{FF2B5EF4-FFF2-40B4-BE49-F238E27FC236}">
                  <a16:creationId xmlns:a16="http://schemas.microsoft.com/office/drawing/2014/main" id="{487C1A80-2EE0-4D3E-9F7D-8ED6686A6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8" name="Line 174">
              <a:extLst>
                <a:ext uri="{FF2B5EF4-FFF2-40B4-BE49-F238E27FC236}">
                  <a16:creationId xmlns:a16="http://schemas.microsoft.com/office/drawing/2014/main" id="{E87ACFFA-4DC7-4D9D-AFE0-EC2DC28BC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29" name="Line 175">
              <a:extLst>
                <a:ext uri="{FF2B5EF4-FFF2-40B4-BE49-F238E27FC236}">
                  <a16:creationId xmlns:a16="http://schemas.microsoft.com/office/drawing/2014/main" id="{41335447-A046-4577-BCCE-321032761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0" name="Line 176">
              <a:extLst>
                <a:ext uri="{FF2B5EF4-FFF2-40B4-BE49-F238E27FC236}">
                  <a16:creationId xmlns:a16="http://schemas.microsoft.com/office/drawing/2014/main" id="{2EC01B9C-46B7-4755-A705-247F359E7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1" name="Line 177">
              <a:extLst>
                <a:ext uri="{FF2B5EF4-FFF2-40B4-BE49-F238E27FC236}">
                  <a16:creationId xmlns:a16="http://schemas.microsoft.com/office/drawing/2014/main" id="{5AFB9D01-7D31-438B-ABCD-C548954DD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2" name="Line 178">
              <a:extLst>
                <a:ext uri="{FF2B5EF4-FFF2-40B4-BE49-F238E27FC236}">
                  <a16:creationId xmlns:a16="http://schemas.microsoft.com/office/drawing/2014/main" id="{1EFBAE1D-9041-4F9D-A527-3763EECE9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3" name="Line 179">
              <a:extLst>
                <a:ext uri="{FF2B5EF4-FFF2-40B4-BE49-F238E27FC236}">
                  <a16:creationId xmlns:a16="http://schemas.microsoft.com/office/drawing/2014/main" id="{3C4EB015-7A32-4204-839B-22A0267BD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4" name="Line 180">
              <a:extLst>
                <a:ext uri="{FF2B5EF4-FFF2-40B4-BE49-F238E27FC236}">
                  <a16:creationId xmlns:a16="http://schemas.microsoft.com/office/drawing/2014/main" id="{935E7022-E30E-49D1-AD49-0C5BBF0E0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5" name="Line 181">
              <a:extLst>
                <a:ext uri="{FF2B5EF4-FFF2-40B4-BE49-F238E27FC236}">
                  <a16:creationId xmlns:a16="http://schemas.microsoft.com/office/drawing/2014/main" id="{AFCB1CA1-9336-4BA1-8B71-13E8EDACE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6" name="Line 182">
              <a:extLst>
                <a:ext uri="{FF2B5EF4-FFF2-40B4-BE49-F238E27FC236}">
                  <a16:creationId xmlns:a16="http://schemas.microsoft.com/office/drawing/2014/main" id="{92344A88-6AFA-406E-8F5E-F503F60BE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7" name="Line 183">
              <a:extLst>
                <a:ext uri="{FF2B5EF4-FFF2-40B4-BE49-F238E27FC236}">
                  <a16:creationId xmlns:a16="http://schemas.microsoft.com/office/drawing/2014/main" id="{9030F116-FB58-41E1-BEB3-A5CE5174F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8" name="Line 184">
              <a:extLst>
                <a:ext uri="{FF2B5EF4-FFF2-40B4-BE49-F238E27FC236}">
                  <a16:creationId xmlns:a16="http://schemas.microsoft.com/office/drawing/2014/main" id="{E2779E6D-479A-49F1-8896-3CEDB8F5F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39" name="Line 185">
              <a:extLst>
                <a:ext uri="{FF2B5EF4-FFF2-40B4-BE49-F238E27FC236}">
                  <a16:creationId xmlns:a16="http://schemas.microsoft.com/office/drawing/2014/main" id="{798AA63E-E5E9-4B5F-9FF0-E90C60472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0" name="Line 186">
              <a:extLst>
                <a:ext uri="{FF2B5EF4-FFF2-40B4-BE49-F238E27FC236}">
                  <a16:creationId xmlns:a16="http://schemas.microsoft.com/office/drawing/2014/main" id="{567D2826-C61D-40A6-9427-EFDA17BFF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1" name="Line 187">
              <a:extLst>
                <a:ext uri="{FF2B5EF4-FFF2-40B4-BE49-F238E27FC236}">
                  <a16:creationId xmlns:a16="http://schemas.microsoft.com/office/drawing/2014/main" id="{E6C23C3E-E64B-4E82-8B70-68D906ECC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2" name="Line 188">
              <a:extLst>
                <a:ext uri="{FF2B5EF4-FFF2-40B4-BE49-F238E27FC236}">
                  <a16:creationId xmlns:a16="http://schemas.microsoft.com/office/drawing/2014/main" id="{CC20B1F1-639A-434A-A349-77E1BAF27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3" name="Line 189">
              <a:extLst>
                <a:ext uri="{FF2B5EF4-FFF2-40B4-BE49-F238E27FC236}">
                  <a16:creationId xmlns:a16="http://schemas.microsoft.com/office/drawing/2014/main" id="{ED2584BE-62FD-491D-B57B-B33D48614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4" name="Line 190">
              <a:extLst>
                <a:ext uri="{FF2B5EF4-FFF2-40B4-BE49-F238E27FC236}">
                  <a16:creationId xmlns:a16="http://schemas.microsoft.com/office/drawing/2014/main" id="{AFEEA32F-67E3-484A-8006-54B800A30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5" name="Line 191">
              <a:extLst>
                <a:ext uri="{FF2B5EF4-FFF2-40B4-BE49-F238E27FC236}">
                  <a16:creationId xmlns:a16="http://schemas.microsoft.com/office/drawing/2014/main" id="{70104B03-EC75-4071-BE27-9526E11BC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6" name="Line 192">
              <a:extLst>
                <a:ext uri="{FF2B5EF4-FFF2-40B4-BE49-F238E27FC236}">
                  <a16:creationId xmlns:a16="http://schemas.microsoft.com/office/drawing/2014/main" id="{9E94B35D-5535-4252-92B5-01B961C6D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7" name="Line 193">
              <a:extLst>
                <a:ext uri="{FF2B5EF4-FFF2-40B4-BE49-F238E27FC236}">
                  <a16:creationId xmlns:a16="http://schemas.microsoft.com/office/drawing/2014/main" id="{2117A41F-4340-442E-82AF-DFCAA0811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8" name="Line 194">
              <a:extLst>
                <a:ext uri="{FF2B5EF4-FFF2-40B4-BE49-F238E27FC236}">
                  <a16:creationId xmlns:a16="http://schemas.microsoft.com/office/drawing/2014/main" id="{C1942B88-2875-4249-9F26-E7AD98517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49" name="Line 195">
              <a:extLst>
                <a:ext uri="{FF2B5EF4-FFF2-40B4-BE49-F238E27FC236}">
                  <a16:creationId xmlns:a16="http://schemas.microsoft.com/office/drawing/2014/main" id="{4587EFDF-6839-4C16-AB1E-800ADE6AC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0" name="Line 196">
              <a:extLst>
                <a:ext uri="{FF2B5EF4-FFF2-40B4-BE49-F238E27FC236}">
                  <a16:creationId xmlns:a16="http://schemas.microsoft.com/office/drawing/2014/main" id="{E22DF5B7-B801-4AF9-99F4-CA5C6BCF9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1" name="Line 197">
              <a:extLst>
                <a:ext uri="{FF2B5EF4-FFF2-40B4-BE49-F238E27FC236}">
                  <a16:creationId xmlns:a16="http://schemas.microsoft.com/office/drawing/2014/main" id="{E2246D0A-684C-4F94-AEC7-4D6D0D175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2" name="Line 198">
              <a:extLst>
                <a:ext uri="{FF2B5EF4-FFF2-40B4-BE49-F238E27FC236}">
                  <a16:creationId xmlns:a16="http://schemas.microsoft.com/office/drawing/2014/main" id="{A0D0B24C-FA30-4F47-A148-F510689FC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3" name="Line 199">
              <a:extLst>
                <a:ext uri="{FF2B5EF4-FFF2-40B4-BE49-F238E27FC236}">
                  <a16:creationId xmlns:a16="http://schemas.microsoft.com/office/drawing/2014/main" id="{EE5F6864-CA51-4744-AC41-E51761C95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4" name="Line 200">
              <a:extLst>
                <a:ext uri="{FF2B5EF4-FFF2-40B4-BE49-F238E27FC236}">
                  <a16:creationId xmlns:a16="http://schemas.microsoft.com/office/drawing/2014/main" id="{941E2091-C886-413B-A03D-4DE8636CF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5" name="Line 201">
              <a:extLst>
                <a:ext uri="{FF2B5EF4-FFF2-40B4-BE49-F238E27FC236}">
                  <a16:creationId xmlns:a16="http://schemas.microsoft.com/office/drawing/2014/main" id="{3F5604DA-B65A-4D19-B7A7-C7B388E33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6" name="Line 202">
              <a:extLst>
                <a:ext uri="{FF2B5EF4-FFF2-40B4-BE49-F238E27FC236}">
                  <a16:creationId xmlns:a16="http://schemas.microsoft.com/office/drawing/2014/main" id="{0063CA1D-D111-45E9-ADA4-87C514537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7" name="Line 203">
              <a:extLst>
                <a:ext uri="{FF2B5EF4-FFF2-40B4-BE49-F238E27FC236}">
                  <a16:creationId xmlns:a16="http://schemas.microsoft.com/office/drawing/2014/main" id="{7920D886-A451-49A6-835C-2BDE8A458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658" name="Line 204">
              <a:extLst>
                <a:ext uri="{FF2B5EF4-FFF2-40B4-BE49-F238E27FC236}">
                  <a16:creationId xmlns:a16="http://schemas.microsoft.com/office/drawing/2014/main" id="{F94977CD-D4BD-4E93-826F-D554EB18C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1" name="Group 205">
            <a:extLst>
              <a:ext uri="{FF2B5EF4-FFF2-40B4-BE49-F238E27FC236}">
                <a16:creationId xmlns:a16="http://schemas.microsoft.com/office/drawing/2014/main" id="{B2B81372-CA60-423A-89B4-0228BF615527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4232275"/>
            <a:ext cx="4632325" cy="261938"/>
            <a:chOff x="1563" y="2750"/>
            <a:chExt cx="2590" cy="144"/>
          </a:xfrm>
        </p:grpSpPr>
        <p:sp>
          <p:nvSpPr>
            <p:cNvPr id="40259" name="Line 206">
              <a:extLst>
                <a:ext uri="{FF2B5EF4-FFF2-40B4-BE49-F238E27FC236}">
                  <a16:creationId xmlns:a16="http://schemas.microsoft.com/office/drawing/2014/main" id="{19C59E21-C3C2-433B-985D-27F44775F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0" name="Line 207">
              <a:extLst>
                <a:ext uri="{FF2B5EF4-FFF2-40B4-BE49-F238E27FC236}">
                  <a16:creationId xmlns:a16="http://schemas.microsoft.com/office/drawing/2014/main" id="{0BA2BC38-40E1-4E23-9B2A-AA802F639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1" name="Line 208">
              <a:extLst>
                <a:ext uri="{FF2B5EF4-FFF2-40B4-BE49-F238E27FC236}">
                  <a16:creationId xmlns:a16="http://schemas.microsoft.com/office/drawing/2014/main" id="{0853433E-2EBC-419E-85DF-4DEEB35B4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2" name="Line 209">
              <a:extLst>
                <a:ext uri="{FF2B5EF4-FFF2-40B4-BE49-F238E27FC236}">
                  <a16:creationId xmlns:a16="http://schemas.microsoft.com/office/drawing/2014/main" id="{6BDE2456-61B9-4559-872F-484433FBA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3" name="Line 210">
              <a:extLst>
                <a:ext uri="{FF2B5EF4-FFF2-40B4-BE49-F238E27FC236}">
                  <a16:creationId xmlns:a16="http://schemas.microsoft.com/office/drawing/2014/main" id="{38AA9423-65A3-47A0-AD4C-11A1CB4DA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4" name="Line 211">
              <a:extLst>
                <a:ext uri="{FF2B5EF4-FFF2-40B4-BE49-F238E27FC236}">
                  <a16:creationId xmlns:a16="http://schemas.microsoft.com/office/drawing/2014/main" id="{1D2556D3-2A23-4403-8856-45787F056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5" name="Line 212">
              <a:extLst>
                <a:ext uri="{FF2B5EF4-FFF2-40B4-BE49-F238E27FC236}">
                  <a16:creationId xmlns:a16="http://schemas.microsoft.com/office/drawing/2014/main" id="{1A0BA440-3FF4-4713-A6B7-E1ED5AF5B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6" name="Line 213">
              <a:extLst>
                <a:ext uri="{FF2B5EF4-FFF2-40B4-BE49-F238E27FC236}">
                  <a16:creationId xmlns:a16="http://schemas.microsoft.com/office/drawing/2014/main" id="{C94EF2F4-2A0C-4FE9-A148-CA158ADBA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7" name="Line 214">
              <a:extLst>
                <a:ext uri="{FF2B5EF4-FFF2-40B4-BE49-F238E27FC236}">
                  <a16:creationId xmlns:a16="http://schemas.microsoft.com/office/drawing/2014/main" id="{7F80ECE5-9BAC-4DAD-97F9-F878A94AA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8" name="Line 215">
              <a:extLst>
                <a:ext uri="{FF2B5EF4-FFF2-40B4-BE49-F238E27FC236}">
                  <a16:creationId xmlns:a16="http://schemas.microsoft.com/office/drawing/2014/main" id="{0556AD8F-5132-4A2C-99C1-14517ACC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69" name="Line 216">
              <a:extLst>
                <a:ext uri="{FF2B5EF4-FFF2-40B4-BE49-F238E27FC236}">
                  <a16:creationId xmlns:a16="http://schemas.microsoft.com/office/drawing/2014/main" id="{E423CE94-ECFD-4200-9626-005F7DAED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0" name="Line 217">
              <a:extLst>
                <a:ext uri="{FF2B5EF4-FFF2-40B4-BE49-F238E27FC236}">
                  <a16:creationId xmlns:a16="http://schemas.microsoft.com/office/drawing/2014/main" id="{A5ACA09B-56AE-4368-AC4E-B8CFAE75E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1" name="Line 218">
              <a:extLst>
                <a:ext uri="{FF2B5EF4-FFF2-40B4-BE49-F238E27FC236}">
                  <a16:creationId xmlns:a16="http://schemas.microsoft.com/office/drawing/2014/main" id="{912F5626-66C7-4866-ACE3-D00879325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2" name="Line 219">
              <a:extLst>
                <a:ext uri="{FF2B5EF4-FFF2-40B4-BE49-F238E27FC236}">
                  <a16:creationId xmlns:a16="http://schemas.microsoft.com/office/drawing/2014/main" id="{44440992-4F1D-4619-AA56-EBC0E5AEF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3" name="Line 220">
              <a:extLst>
                <a:ext uri="{FF2B5EF4-FFF2-40B4-BE49-F238E27FC236}">
                  <a16:creationId xmlns:a16="http://schemas.microsoft.com/office/drawing/2014/main" id="{F793093C-D4A0-4FC9-83EE-CA6BB423D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4" name="Line 221">
              <a:extLst>
                <a:ext uri="{FF2B5EF4-FFF2-40B4-BE49-F238E27FC236}">
                  <a16:creationId xmlns:a16="http://schemas.microsoft.com/office/drawing/2014/main" id="{FA5A89C7-C0A9-4BDE-BC6B-ACB3FC840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5" name="Line 222">
              <a:extLst>
                <a:ext uri="{FF2B5EF4-FFF2-40B4-BE49-F238E27FC236}">
                  <a16:creationId xmlns:a16="http://schemas.microsoft.com/office/drawing/2014/main" id="{89671A4D-83E0-40D9-95D0-355496445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6" name="Line 223">
              <a:extLst>
                <a:ext uri="{FF2B5EF4-FFF2-40B4-BE49-F238E27FC236}">
                  <a16:creationId xmlns:a16="http://schemas.microsoft.com/office/drawing/2014/main" id="{4BB27211-B12A-4211-8082-26EC625A3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7" name="Line 224">
              <a:extLst>
                <a:ext uri="{FF2B5EF4-FFF2-40B4-BE49-F238E27FC236}">
                  <a16:creationId xmlns:a16="http://schemas.microsoft.com/office/drawing/2014/main" id="{6EE2D6E0-9AC8-42DD-8C53-E5157F67F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8" name="Line 225">
              <a:extLst>
                <a:ext uri="{FF2B5EF4-FFF2-40B4-BE49-F238E27FC236}">
                  <a16:creationId xmlns:a16="http://schemas.microsoft.com/office/drawing/2014/main" id="{0B3064D0-4971-4CD1-A874-4B0CD2571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79" name="Line 226">
              <a:extLst>
                <a:ext uri="{FF2B5EF4-FFF2-40B4-BE49-F238E27FC236}">
                  <a16:creationId xmlns:a16="http://schemas.microsoft.com/office/drawing/2014/main" id="{0832C4AE-04C6-4D81-9FCC-79F26530B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0" name="Line 227">
              <a:extLst>
                <a:ext uri="{FF2B5EF4-FFF2-40B4-BE49-F238E27FC236}">
                  <a16:creationId xmlns:a16="http://schemas.microsoft.com/office/drawing/2014/main" id="{4480AB0D-357D-493F-B2D2-C6FB4A620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1" name="Line 228">
              <a:extLst>
                <a:ext uri="{FF2B5EF4-FFF2-40B4-BE49-F238E27FC236}">
                  <a16:creationId xmlns:a16="http://schemas.microsoft.com/office/drawing/2014/main" id="{7D0A243B-F881-424F-92F0-5FFD1F579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2" name="Line 229">
              <a:extLst>
                <a:ext uri="{FF2B5EF4-FFF2-40B4-BE49-F238E27FC236}">
                  <a16:creationId xmlns:a16="http://schemas.microsoft.com/office/drawing/2014/main" id="{B7A9BD3E-118E-4E7A-A7CA-5EFB64288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3" name="Line 230">
              <a:extLst>
                <a:ext uri="{FF2B5EF4-FFF2-40B4-BE49-F238E27FC236}">
                  <a16:creationId xmlns:a16="http://schemas.microsoft.com/office/drawing/2014/main" id="{C161EC36-AE0B-4828-A018-680BBAFA6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4" name="Line 231">
              <a:extLst>
                <a:ext uri="{FF2B5EF4-FFF2-40B4-BE49-F238E27FC236}">
                  <a16:creationId xmlns:a16="http://schemas.microsoft.com/office/drawing/2014/main" id="{6419D393-CA79-4A39-BAE4-923E1EFC4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5" name="Line 232">
              <a:extLst>
                <a:ext uri="{FF2B5EF4-FFF2-40B4-BE49-F238E27FC236}">
                  <a16:creationId xmlns:a16="http://schemas.microsoft.com/office/drawing/2014/main" id="{AF7541F8-7C37-4A4B-B183-78D1C63F6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6" name="Line 233">
              <a:extLst>
                <a:ext uri="{FF2B5EF4-FFF2-40B4-BE49-F238E27FC236}">
                  <a16:creationId xmlns:a16="http://schemas.microsoft.com/office/drawing/2014/main" id="{FB292979-4E65-412A-B39A-60FBBD331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7" name="Line 234">
              <a:extLst>
                <a:ext uri="{FF2B5EF4-FFF2-40B4-BE49-F238E27FC236}">
                  <a16:creationId xmlns:a16="http://schemas.microsoft.com/office/drawing/2014/main" id="{008BC21B-1FE8-4054-BC74-9E72DB69F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8" name="Line 235">
              <a:extLst>
                <a:ext uri="{FF2B5EF4-FFF2-40B4-BE49-F238E27FC236}">
                  <a16:creationId xmlns:a16="http://schemas.microsoft.com/office/drawing/2014/main" id="{629AA893-FEE1-4E3D-B768-584CBCC1D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89" name="Line 236">
              <a:extLst>
                <a:ext uri="{FF2B5EF4-FFF2-40B4-BE49-F238E27FC236}">
                  <a16:creationId xmlns:a16="http://schemas.microsoft.com/office/drawing/2014/main" id="{6D4287F7-A9F3-45E0-9278-D86FAF61E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0" name="Line 237">
              <a:extLst>
                <a:ext uri="{FF2B5EF4-FFF2-40B4-BE49-F238E27FC236}">
                  <a16:creationId xmlns:a16="http://schemas.microsoft.com/office/drawing/2014/main" id="{5017F41A-7879-431A-825B-4D86BA95F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1" name="Line 238">
              <a:extLst>
                <a:ext uri="{FF2B5EF4-FFF2-40B4-BE49-F238E27FC236}">
                  <a16:creationId xmlns:a16="http://schemas.microsoft.com/office/drawing/2014/main" id="{F5189B62-9C34-4CC7-95DD-CB6630524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2" name="Line 239">
              <a:extLst>
                <a:ext uri="{FF2B5EF4-FFF2-40B4-BE49-F238E27FC236}">
                  <a16:creationId xmlns:a16="http://schemas.microsoft.com/office/drawing/2014/main" id="{8D2A416A-E14A-4100-A5D4-EDEE1C3BD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3" name="Line 240">
              <a:extLst>
                <a:ext uri="{FF2B5EF4-FFF2-40B4-BE49-F238E27FC236}">
                  <a16:creationId xmlns:a16="http://schemas.microsoft.com/office/drawing/2014/main" id="{48D093B4-2DFA-41AB-B57C-67C1A68CD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4" name="Line 241">
              <a:extLst>
                <a:ext uri="{FF2B5EF4-FFF2-40B4-BE49-F238E27FC236}">
                  <a16:creationId xmlns:a16="http://schemas.microsoft.com/office/drawing/2014/main" id="{4C50F7DE-549C-49B7-9B16-EDB966ACD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5" name="Line 242">
              <a:extLst>
                <a:ext uri="{FF2B5EF4-FFF2-40B4-BE49-F238E27FC236}">
                  <a16:creationId xmlns:a16="http://schemas.microsoft.com/office/drawing/2014/main" id="{D892A3D2-7145-443D-AAE3-6F45623CA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6" name="Line 243">
              <a:extLst>
                <a:ext uri="{FF2B5EF4-FFF2-40B4-BE49-F238E27FC236}">
                  <a16:creationId xmlns:a16="http://schemas.microsoft.com/office/drawing/2014/main" id="{067C4F71-84BD-46C1-AE8D-C84363792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7" name="Line 244">
              <a:extLst>
                <a:ext uri="{FF2B5EF4-FFF2-40B4-BE49-F238E27FC236}">
                  <a16:creationId xmlns:a16="http://schemas.microsoft.com/office/drawing/2014/main" id="{13261248-E2D8-4CCA-A776-4E2A83816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8" name="Line 245">
              <a:extLst>
                <a:ext uri="{FF2B5EF4-FFF2-40B4-BE49-F238E27FC236}">
                  <a16:creationId xmlns:a16="http://schemas.microsoft.com/office/drawing/2014/main" id="{19D4E624-0AEC-4FD2-AA27-162369571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99" name="Line 246">
              <a:extLst>
                <a:ext uri="{FF2B5EF4-FFF2-40B4-BE49-F238E27FC236}">
                  <a16:creationId xmlns:a16="http://schemas.microsoft.com/office/drawing/2014/main" id="{02508A6A-761D-4125-BCDD-3C8FCE573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0" name="Line 247">
              <a:extLst>
                <a:ext uri="{FF2B5EF4-FFF2-40B4-BE49-F238E27FC236}">
                  <a16:creationId xmlns:a16="http://schemas.microsoft.com/office/drawing/2014/main" id="{A7504D0E-D730-4799-9009-97410EEDD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1" name="Line 248">
              <a:extLst>
                <a:ext uri="{FF2B5EF4-FFF2-40B4-BE49-F238E27FC236}">
                  <a16:creationId xmlns:a16="http://schemas.microsoft.com/office/drawing/2014/main" id="{7611E77D-65B7-4C21-A699-80E5989FF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2" name="Line 249">
              <a:extLst>
                <a:ext uri="{FF2B5EF4-FFF2-40B4-BE49-F238E27FC236}">
                  <a16:creationId xmlns:a16="http://schemas.microsoft.com/office/drawing/2014/main" id="{6F1EE3BA-7570-48FD-87D2-1AF720218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3" name="Line 250">
              <a:extLst>
                <a:ext uri="{FF2B5EF4-FFF2-40B4-BE49-F238E27FC236}">
                  <a16:creationId xmlns:a16="http://schemas.microsoft.com/office/drawing/2014/main" id="{1429A5D8-FE88-4939-8E94-DFAC38A2E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4" name="Line 251">
              <a:extLst>
                <a:ext uri="{FF2B5EF4-FFF2-40B4-BE49-F238E27FC236}">
                  <a16:creationId xmlns:a16="http://schemas.microsoft.com/office/drawing/2014/main" id="{317F5767-CF30-460C-AF62-81E3933B7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5" name="Line 252">
              <a:extLst>
                <a:ext uri="{FF2B5EF4-FFF2-40B4-BE49-F238E27FC236}">
                  <a16:creationId xmlns:a16="http://schemas.microsoft.com/office/drawing/2014/main" id="{CB629C5B-1136-4DB6-B7FD-B131D1E92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6" name="Line 253">
              <a:extLst>
                <a:ext uri="{FF2B5EF4-FFF2-40B4-BE49-F238E27FC236}">
                  <a16:creationId xmlns:a16="http://schemas.microsoft.com/office/drawing/2014/main" id="{45817C29-63CF-4E6A-9DC4-1E905C5EC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7" name="Line 254">
              <a:extLst>
                <a:ext uri="{FF2B5EF4-FFF2-40B4-BE49-F238E27FC236}">
                  <a16:creationId xmlns:a16="http://schemas.microsoft.com/office/drawing/2014/main" id="{72C50F2A-41EF-4CD9-8602-9204E035E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8" name="Line 255">
              <a:extLst>
                <a:ext uri="{FF2B5EF4-FFF2-40B4-BE49-F238E27FC236}">
                  <a16:creationId xmlns:a16="http://schemas.microsoft.com/office/drawing/2014/main" id="{B1713970-18B8-4A3F-AE6B-20241EE28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09" name="Line 256">
              <a:extLst>
                <a:ext uri="{FF2B5EF4-FFF2-40B4-BE49-F238E27FC236}">
                  <a16:creationId xmlns:a16="http://schemas.microsoft.com/office/drawing/2014/main" id="{5D68E0AA-3BBC-44DB-B084-ED6E024EE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0" name="Line 257">
              <a:extLst>
                <a:ext uri="{FF2B5EF4-FFF2-40B4-BE49-F238E27FC236}">
                  <a16:creationId xmlns:a16="http://schemas.microsoft.com/office/drawing/2014/main" id="{A9F5A53B-28C7-466E-B279-E22C1AD59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1" name="Line 258">
              <a:extLst>
                <a:ext uri="{FF2B5EF4-FFF2-40B4-BE49-F238E27FC236}">
                  <a16:creationId xmlns:a16="http://schemas.microsoft.com/office/drawing/2014/main" id="{35679002-F7B5-4FA5-B72E-E3115A26E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2" name="Line 259">
              <a:extLst>
                <a:ext uri="{FF2B5EF4-FFF2-40B4-BE49-F238E27FC236}">
                  <a16:creationId xmlns:a16="http://schemas.microsoft.com/office/drawing/2014/main" id="{E295B475-B297-4A3B-A81E-805D62424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3" name="Line 260">
              <a:extLst>
                <a:ext uri="{FF2B5EF4-FFF2-40B4-BE49-F238E27FC236}">
                  <a16:creationId xmlns:a16="http://schemas.microsoft.com/office/drawing/2014/main" id="{979A282F-8A81-45B0-94B7-E80D26FB6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4" name="Line 261">
              <a:extLst>
                <a:ext uri="{FF2B5EF4-FFF2-40B4-BE49-F238E27FC236}">
                  <a16:creationId xmlns:a16="http://schemas.microsoft.com/office/drawing/2014/main" id="{8A944299-DB7D-4025-B1A5-11C557B55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5" name="Line 262">
              <a:extLst>
                <a:ext uri="{FF2B5EF4-FFF2-40B4-BE49-F238E27FC236}">
                  <a16:creationId xmlns:a16="http://schemas.microsoft.com/office/drawing/2014/main" id="{33EE3723-6C61-46AD-98AB-8E7E6B256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6" name="Line 263">
              <a:extLst>
                <a:ext uri="{FF2B5EF4-FFF2-40B4-BE49-F238E27FC236}">
                  <a16:creationId xmlns:a16="http://schemas.microsoft.com/office/drawing/2014/main" id="{268F3761-1FF1-468E-9FEE-A6B162A01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7" name="Line 264">
              <a:extLst>
                <a:ext uri="{FF2B5EF4-FFF2-40B4-BE49-F238E27FC236}">
                  <a16:creationId xmlns:a16="http://schemas.microsoft.com/office/drawing/2014/main" id="{896D07A2-57AE-4E4D-A6AA-DD538D86C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8" name="Line 265">
              <a:extLst>
                <a:ext uri="{FF2B5EF4-FFF2-40B4-BE49-F238E27FC236}">
                  <a16:creationId xmlns:a16="http://schemas.microsoft.com/office/drawing/2014/main" id="{7174F27A-D451-4F5E-B38B-CFD62954C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19" name="Line 266">
              <a:extLst>
                <a:ext uri="{FF2B5EF4-FFF2-40B4-BE49-F238E27FC236}">
                  <a16:creationId xmlns:a16="http://schemas.microsoft.com/office/drawing/2014/main" id="{EB2257BD-4E76-45E8-85BF-40CD10CB3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0" name="Line 267">
              <a:extLst>
                <a:ext uri="{FF2B5EF4-FFF2-40B4-BE49-F238E27FC236}">
                  <a16:creationId xmlns:a16="http://schemas.microsoft.com/office/drawing/2014/main" id="{14E824B9-3035-4D36-96FB-2B5F56739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1" name="Line 268">
              <a:extLst>
                <a:ext uri="{FF2B5EF4-FFF2-40B4-BE49-F238E27FC236}">
                  <a16:creationId xmlns:a16="http://schemas.microsoft.com/office/drawing/2014/main" id="{ACE641C5-CB99-4AA5-9E84-9B9515A1A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2" name="Line 269">
              <a:extLst>
                <a:ext uri="{FF2B5EF4-FFF2-40B4-BE49-F238E27FC236}">
                  <a16:creationId xmlns:a16="http://schemas.microsoft.com/office/drawing/2014/main" id="{B35E9093-088C-41ED-95BF-C9D2C1F16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3" name="Line 270">
              <a:extLst>
                <a:ext uri="{FF2B5EF4-FFF2-40B4-BE49-F238E27FC236}">
                  <a16:creationId xmlns:a16="http://schemas.microsoft.com/office/drawing/2014/main" id="{4A192C27-EB7C-41C5-A626-83ED7BF8F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4" name="Line 271">
              <a:extLst>
                <a:ext uri="{FF2B5EF4-FFF2-40B4-BE49-F238E27FC236}">
                  <a16:creationId xmlns:a16="http://schemas.microsoft.com/office/drawing/2014/main" id="{FC4C8B2D-8B35-44BD-B62F-20E2EB802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5" name="Line 272">
              <a:extLst>
                <a:ext uri="{FF2B5EF4-FFF2-40B4-BE49-F238E27FC236}">
                  <a16:creationId xmlns:a16="http://schemas.microsoft.com/office/drawing/2014/main" id="{3D236E95-90EB-4CFC-B1BD-8EE19237E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6" name="Line 273">
              <a:extLst>
                <a:ext uri="{FF2B5EF4-FFF2-40B4-BE49-F238E27FC236}">
                  <a16:creationId xmlns:a16="http://schemas.microsoft.com/office/drawing/2014/main" id="{C04E3BB6-C32E-4AA9-B4CD-EBB3C9F97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7" name="Line 274">
              <a:extLst>
                <a:ext uri="{FF2B5EF4-FFF2-40B4-BE49-F238E27FC236}">
                  <a16:creationId xmlns:a16="http://schemas.microsoft.com/office/drawing/2014/main" id="{9BF44E4F-522B-4C13-BC7F-8E2C5E4F5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8" name="Line 275">
              <a:extLst>
                <a:ext uri="{FF2B5EF4-FFF2-40B4-BE49-F238E27FC236}">
                  <a16:creationId xmlns:a16="http://schemas.microsoft.com/office/drawing/2014/main" id="{41720BC3-9628-4EF6-BE77-8E23230D8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29" name="Line 276">
              <a:extLst>
                <a:ext uri="{FF2B5EF4-FFF2-40B4-BE49-F238E27FC236}">
                  <a16:creationId xmlns:a16="http://schemas.microsoft.com/office/drawing/2014/main" id="{7D2E5AD3-7387-480D-936D-E5BA18F5F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0" name="Line 277">
              <a:extLst>
                <a:ext uri="{FF2B5EF4-FFF2-40B4-BE49-F238E27FC236}">
                  <a16:creationId xmlns:a16="http://schemas.microsoft.com/office/drawing/2014/main" id="{19C4B1E0-C51F-4DD8-B566-4060AB63D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1" name="Line 278">
              <a:extLst>
                <a:ext uri="{FF2B5EF4-FFF2-40B4-BE49-F238E27FC236}">
                  <a16:creationId xmlns:a16="http://schemas.microsoft.com/office/drawing/2014/main" id="{E5A40D9C-4C15-41C5-A810-8D4ECE2A5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2" name="Line 279">
              <a:extLst>
                <a:ext uri="{FF2B5EF4-FFF2-40B4-BE49-F238E27FC236}">
                  <a16:creationId xmlns:a16="http://schemas.microsoft.com/office/drawing/2014/main" id="{761B5812-B0DC-4D14-886B-8D4EAFFC4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3" name="Line 280">
              <a:extLst>
                <a:ext uri="{FF2B5EF4-FFF2-40B4-BE49-F238E27FC236}">
                  <a16:creationId xmlns:a16="http://schemas.microsoft.com/office/drawing/2014/main" id="{C975C96B-D795-41E2-8A38-7A775E878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4" name="Line 281">
              <a:extLst>
                <a:ext uri="{FF2B5EF4-FFF2-40B4-BE49-F238E27FC236}">
                  <a16:creationId xmlns:a16="http://schemas.microsoft.com/office/drawing/2014/main" id="{AB3AC629-80BB-4013-931A-A4F5C3FEE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5" name="Line 282">
              <a:extLst>
                <a:ext uri="{FF2B5EF4-FFF2-40B4-BE49-F238E27FC236}">
                  <a16:creationId xmlns:a16="http://schemas.microsoft.com/office/drawing/2014/main" id="{16B705D5-E181-4801-9715-0D36480C9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6" name="Line 283">
              <a:extLst>
                <a:ext uri="{FF2B5EF4-FFF2-40B4-BE49-F238E27FC236}">
                  <a16:creationId xmlns:a16="http://schemas.microsoft.com/office/drawing/2014/main" id="{28B1598D-79C2-482C-9C42-0432F247D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7" name="Line 284">
              <a:extLst>
                <a:ext uri="{FF2B5EF4-FFF2-40B4-BE49-F238E27FC236}">
                  <a16:creationId xmlns:a16="http://schemas.microsoft.com/office/drawing/2014/main" id="{C31B8549-37A4-484F-AE9D-E34BDEC23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8" name="Line 285">
              <a:extLst>
                <a:ext uri="{FF2B5EF4-FFF2-40B4-BE49-F238E27FC236}">
                  <a16:creationId xmlns:a16="http://schemas.microsoft.com/office/drawing/2014/main" id="{C449A58E-28D7-413A-87B6-C6AF154C8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39" name="Line 286">
              <a:extLst>
                <a:ext uri="{FF2B5EF4-FFF2-40B4-BE49-F238E27FC236}">
                  <a16:creationId xmlns:a16="http://schemas.microsoft.com/office/drawing/2014/main" id="{6FBD2E59-1B1F-4349-8C30-CEC0A937C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0" name="Line 287">
              <a:extLst>
                <a:ext uri="{FF2B5EF4-FFF2-40B4-BE49-F238E27FC236}">
                  <a16:creationId xmlns:a16="http://schemas.microsoft.com/office/drawing/2014/main" id="{B915B312-BF4D-4E09-BA32-B535B3AFC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1" name="Line 288">
              <a:extLst>
                <a:ext uri="{FF2B5EF4-FFF2-40B4-BE49-F238E27FC236}">
                  <a16:creationId xmlns:a16="http://schemas.microsoft.com/office/drawing/2014/main" id="{C1D30306-CFC4-4E28-8225-7F52CD365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2" name="Line 289">
              <a:extLst>
                <a:ext uri="{FF2B5EF4-FFF2-40B4-BE49-F238E27FC236}">
                  <a16:creationId xmlns:a16="http://schemas.microsoft.com/office/drawing/2014/main" id="{7969E72F-301A-4E27-A183-E298C0E57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3" name="Line 290">
              <a:extLst>
                <a:ext uri="{FF2B5EF4-FFF2-40B4-BE49-F238E27FC236}">
                  <a16:creationId xmlns:a16="http://schemas.microsoft.com/office/drawing/2014/main" id="{F6CF635E-6384-414D-A2F5-B895DB8DC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4" name="Line 291">
              <a:extLst>
                <a:ext uri="{FF2B5EF4-FFF2-40B4-BE49-F238E27FC236}">
                  <a16:creationId xmlns:a16="http://schemas.microsoft.com/office/drawing/2014/main" id="{451F101D-A5E2-4EC0-9430-1D9075A92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5" name="Line 292">
              <a:extLst>
                <a:ext uri="{FF2B5EF4-FFF2-40B4-BE49-F238E27FC236}">
                  <a16:creationId xmlns:a16="http://schemas.microsoft.com/office/drawing/2014/main" id="{CB8FFA88-4117-4721-8406-FA4659215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6" name="Line 293">
              <a:extLst>
                <a:ext uri="{FF2B5EF4-FFF2-40B4-BE49-F238E27FC236}">
                  <a16:creationId xmlns:a16="http://schemas.microsoft.com/office/drawing/2014/main" id="{AFCD1304-F862-4CF9-914B-E37BE25EC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7" name="Line 294">
              <a:extLst>
                <a:ext uri="{FF2B5EF4-FFF2-40B4-BE49-F238E27FC236}">
                  <a16:creationId xmlns:a16="http://schemas.microsoft.com/office/drawing/2014/main" id="{08786D45-764D-4D72-BCD9-D2E442CDB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8" name="Line 295">
              <a:extLst>
                <a:ext uri="{FF2B5EF4-FFF2-40B4-BE49-F238E27FC236}">
                  <a16:creationId xmlns:a16="http://schemas.microsoft.com/office/drawing/2014/main" id="{4556851D-0A6C-4A86-A20E-ACD2D6AC1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49" name="Line 296">
              <a:extLst>
                <a:ext uri="{FF2B5EF4-FFF2-40B4-BE49-F238E27FC236}">
                  <a16:creationId xmlns:a16="http://schemas.microsoft.com/office/drawing/2014/main" id="{4B4A7A7A-C00B-4AAB-85AB-030F5BFAF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0" name="Line 297">
              <a:extLst>
                <a:ext uri="{FF2B5EF4-FFF2-40B4-BE49-F238E27FC236}">
                  <a16:creationId xmlns:a16="http://schemas.microsoft.com/office/drawing/2014/main" id="{1E49C020-D3EE-452F-AE53-6844A6C1F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1" name="Line 298">
              <a:extLst>
                <a:ext uri="{FF2B5EF4-FFF2-40B4-BE49-F238E27FC236}">
                  <a16:creationId xmlns:a16="http://schemas.microsoft.com/office/drawing/2014/main" id="{CC55F835-184F-44D1-B9E9-79396704E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2" name="Line 299">
              <a:extLst>
                <a:ext uri="{FF2B5EF4-FFF2-40B4-BE49-F238E27FC236}">
                  <a16:creationId xmlns:a16="http://schemas.microsoft.com/office/drawing/2014/main" id="{F1809703-0431-420C-85E8-4AA41ABD8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3" name="Line 300">
              <a:extLst>
                <a:ext uri="{FF2B5EF4-FFF2-40B4-BE49-F238E27FC236}">
                  <a16:creationId xmlns:a16="http://schemas.microsoft.com/office/drawing/2014/main" id="{A7311069-D514-4A20-9A32-8D9811C1B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4" name="Line 301">
              <a:extLst>
                <a:ext uri="{FF2B5EF4-FFF2-40B4-BE49-F238E27FC236}">
                  <a16:creationId xmlns:a16="http://schemas.microsoft.com/office/drawing/2014/main" id="{2CBDA98A-A5E0-4F9A-B42C-537E5167C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5" name="Line 302">
              <a:extLst>
                <a:ext uri="{FF2B5EF4-FFF2-40B4-BE49-F238E27FC236}">
                  <a16:creationId xmlns:a16="http://schemas.microsoft.com/office/drawing/2014/main" id="{0CA31C21-23F4-4319-B3A9-2563B1AEA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6" name="Line 303">
              <a:extLst>
                <a:ext uri="{FF2B5EF4-FFF2-40B4-BE49-F238E27FC236}">
                  <a16:creationId xmlns:a16="http://schemas.microsoft.com/office/drawing/2014/main" id="{B0184E2C-5012-4ACA-A2F4-49FBD006B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7" name="Line 304">
              <a:extLst>
                <a:ext uri="{FF2B5EF4-FFF2-40B4-BE49-F238E27FC236}">
                  <a16:creationId xmlns:a16="http://schemas.microsoft.com/office/drawing/2014/main" id="{CC806650-718A-40CB-B599-18B478819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8" name="Line 305">
              <a:extLst>
                <a:ext uri="{FF2B5EF4-FFF2-40B4-BE49-F238E27FC236}">
                  <a16:creationId xmlns:a16="http://schemas.microsoft.com/office/drawing/2014/main" id="{BA6BA128-8B1E-4D9F-AE27-E641E8313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59" name="Line 306">
              <a:extLst>
                <a:ext uri="{FF2B5EF4-FFF2-40B4-BE49-F238E27FC236}">
                  <a16:creationId xmlns:a16="http://schemas.microsoft.com/office/drawing/2014/main" id="{984B8947-FABE-465F-A8C9-510680895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0" name="Line 307">
              <a:extLst>
                <a:ext uri="{FF2B5EF4-FFF2-40B4-BE49-F238E27FC236}">
                  <a16:creationId xmlns:a16="http://schemas.microsoft.com/office/drawing/2014/main" id="{884576F7-3BAA-44BE-BB0E-961BA00FA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1" name="Line 308">
              <a:extLst>
                <a:ext uri="{FF2B5EF4-FFF2-40B4-BE49-F238E27FC236}">
                  <a16:creationId xmlns:a16="http://schemas.microsoft.com/office/drawing/2014/main" id="{41EBD359-3167-434E-BEAF-15CC5310B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2" name="Line 309">
              <a:extLst>
                <a:ext uri="{FF2B5EF4-FFF2-40B4-BE49-F238E27FC236}">
                  <a16:creationId xmlns:a16="http://schemas.microsoft.com/office/drawing/2014/main" id="{6668C194-6CB5-475A-81DB-0D2B2CB23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3" name="Line 310">
              <a:extLst>
                <a:ext uri="{FF2B5EF4-FFF2-40B4-BE49-F238E27FC236}">
                  <a16:creationId xmlns:a16="http://schemas.microsoft.com/office/drawing/2014/main" id="{C7A20987-1F48-4828-80E5-4844897B7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4" name="Line 311">
              <a:extLst>
                <a:ext uri="{FF2B5EF4-FFF2-40B4-BE49-F238E27FC236}">
                  <a16:creationId xmlns:a16="http://schemas.microsoft.com/office/drawing/2014/main" id="{E884FDA9-976C-4308-8910-922C82787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5" name="Line 312">
              <a:extLst>
                <a:ext uri="{FF2B5EF4-FFF2-40B4-BE49-F238E27FC236}">
                  <a16:creationId xmlns:a16="http://schemas.microsoft.com/office/drawing/2014/main" id="{193ED2A8-9851-4542-A9F3-40709D5ED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6" name="Line 313">
              <a:extLst>
                <a:ext uri="{FF2B5EF4-FFF2-40B4-BE49-F238E27FC236}">
                  <a16:creationId xmlns:a16="http://schemas.microsoft.com/office/drawing/2014/main" id="{2C382E02-438C-41A4-96A9-6CC708DDE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7" name="Line 314">
              <a:extLst>
                <a:ext uri="{FF2B5EF4-FFF2-40B4-BE49-F238E27FC236}">
                  <a16:creationId xmlns:a16="http://schemas.microsoft.com/office/drawing/2014/main" id="{B6CDFE43-B524-44E8-8CAB-11DF7E7FD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8" name="Line 315">
              <a:extLst>
                <a:ext uri="{FF2B5EF4-FFF2-40B4-BE49-F238E27FC236}">
                  <a16:creationId xmlns:a16="http://schemas.microsoft.com/office/drawing/2014/main" id="{C31AB885-7313-45DB-A501-694B26D4D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69" name="Line 316">
              <a:extLst>
                <a:ext uri="{FF2B5EF4-FFF2-40B4-BE49-F238E27FC236}">
                  <a16:creationId xmlns:a16="http://schemas.microsoft.com/office/drawing/2014/main" id="{B871C423-4802-4ED8-9C37-CB8E27FFE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0" name="Line 317">
              <a:extLst>
                <a:ext uri="{FF2B5EF4-FFF2-40B4-BE49-F238E27FC236}">
                  <a16:creationId xmlns:a16="http://schemas.microsoft.com/office/drawing/2014/main" id="{7BD4FB31-29A0-4A68-9B87-E6B3E0072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1" name="Line 318">
              <a:extLst>
                <a:ext uri="{FF2B5EF4-FFF2-40B4-BE49-F238E27FC236}">
                  <a16:creationId xmlns:a16="http://schemas.microsoft.com/office/drawing/2014/main" id="{3E7FE858-2D85-4315-A968-1477A3795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2" name="Line 319">
              <a:extLst>
                <a:ext uri="{FF2B5EF4-FFF2-40B4-BE49-F238E27FC236}">
                  <a16:creationId xmlns:a16="http://schemas.microsoft.com/office/drawing/2014/main" id="{F921DCF5-C714-48B1-A685-17774DEDA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3" name="Line 320">
              <a:extLst>
                <a:ext uri="{FF2B5EF4-FFF2-40B4-BE49-F238E27FC236}">
                  <a16:creationId xmlns:a16="http://schemas.microsoft.com/office/drawing/2014/main" id="{1E7895F1-079E-4631-9997-15088D46D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4" name="Line 321">
              <a:extLst>
                <a:ext uri="{FF2B5EF4-FFF2-40B4-BE49-F238E27FC236}">
                  <a16:creationId xmlns:a16="http://schemas.microsoft.com/office/drawing/2014/main" id="{6D469211-C2F1-4060-BF41-05EC0015A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5" name="Line 322">
              <a:extLst>
                <a:ext uri="{FF2B5EF4-FFF2-40B4-BE49-F238E27FC236}">
                  <a16:creationId xmlns:a16="http://schemas.microsoft.com/office/drawing/2014/main" id="{5B539BBE-F025-489A-8DE1-0E14B6A6E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6" name="Line 323">
              <a:extLst>
                <a:ext uri="{FF2B5EF4-FFF2-40B4-BE49-F238E27FC236}">
                  <a16:creationId xmlns:a16="http://schemas.microsoft.com/office/drawing/2014/main" id="{8CE5A861-E5C1-4491-B6E6-3AFDCFF0D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7" name="Line 324">
              <a:extLst>
                <a:ext uri="{FF2B5EF4-FFF2-40B4-BE49-F238E27FC236}">
                  <a16:creationId xmlns:a16="http://schemas.microsoft.com/office/drawing/2014/main" id="{CB1B4E7F-3DD0-4AD5-A923-042BBB27E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8" name="Line 325">
              <a:extLst>
                <a:ext uri="{FF2B5EF4-FFF2-40B4-BE49-F238E27FC236}">
                  <a16:creationId xmlns:a16="http://schemas.microsoft.com/office/drawing/2014/main" id="{EF4D4EDC-FE22-425A-8B11-85FAF4492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79" name="Line 326">
              <a:extLst>
                <a:ext uri="{FF2B5EF4-FFF2-40B4-BE49-F238E27FC236}">
                  <a16:creationId xmlns:a16="http://schemas.microsoft.com/office/drawing/2014/main" id="{975EE113-F6B2-4556-9AE4-71E59AD74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0" name="Line 327">
              <a:extLst>
                <a:ext uri="{FF2B5EF4-FFF2-40B4-BE49-F238E27FC236}">
                  <a16:creationId xmlns:a16="http://schemas.microsoft.com/office/drawing/2014/main" id="{2A6BCBEF-E020-42C3-859D-CABDEB0F7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1" name="Line 328">
              <a:extLst>
                <a:ext uri="{FF2B5EF4-FFF2-40B4-BE49-F238E27FC236}">
                  <a16:creationId xmlns:a16="http://schemas.microsoft.com/office/drawing/2014/main" id="{C02887ED-3FA6-4261-9DAE-47A6E269A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2" name="Line 329">
              <a:extLst>
                <a:ext uri="{FF2B5EF4-FFF2-40B4-BE49-F238E27FC236}">
                  <a16:creationId xmlns:a16="http://schemas.microsoft.com/office/drawing/2014/main" id="{56D3A066-23B9-431B-9FC5-6A94E5F28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3" name="Line 330">
              <a:extLst>
                <a:ext uri="{FF2B5EF4-FFF2-40B4-BE49-F238E27FC236}">
                  <a16:creationId xmlns:a16="http://schemas.microsoft.com/office/drawing/2014/main" id="{0DAC0D55-5705-485C-A0F1-C0A006290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4" name="Line 331">
              <a:extLst>
                <a:ext uri="{FF2B5EF4-FFF2-40B4-BE49-F238E27FC236}">
                  <a16:creationId xmlns:a16="http://schemas.microsoft.com/office/drawing/2014/main" id="{55F25591-6B7C-4843-91C7-B8A56383A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5" name="Line 332">
              <a:extLst>
                <a:ext uri="{FF2B5EF4-FFF2-40B4-BE49-F238E27FC236}">
                  <a16:creationId xmlns:a16="http://schemas.microsoft.com/office/drawing/2014/main" id="{A22E64BD-6E0A-4FAD-8652-5D1A22A60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6" name="Line 333">
              <a:extLst>
                <a:ext uri="{FF2B5EF4-FFF2-40B4-BE49-F238E27FC236}">
                  <a16:creationId xmlns:a16="http://schemas.microsoft.com/office/drawing/2014/main" id="{5C761B92-0BE8-4A91-B6D9-C78C60183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7" name="Line 334">
              <a:extLst>
                <a:ext uri="{FF2B5EF4-FFF2-40B4-BE49-F238E27FC236}">
                  <a16:creationId xmlns:a16="http://schemas.microsoft.com/office/drawing/2014/main" id="{1FE29552-8167-4613-A94E-B612717A1F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8" name="Line 335">
              <a:extLst>
                <a:ext uri="{FF2B5EF4-FFF2-40B4-BE49-F238E27FC236}">
                  <a16:creationId xmlns:a16="http://schemas.microsoft.com/office/drawing/2014/main" id="{E6FF978B-E0BD-441F-862D-656605B5F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89" name="Line 336">
              <a:extLst>
                <a:ext uri="{FF2B5EF4-FFF2-40B4-BE49-F238E27FC236}">
                  <a16:creationId xmlns:a16="http://schemas.microsoft.com/office/drawing/2014/main" id="{33366ED3-B477-47B7-8D91-0F30110A2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0" name="Line 337">
              <a:extLst>
                <a:ext uri="{FF2B5EF4-FFF2-40B4-BE49-F238E27FC236}">
                  <a16:creationId xmlns:a16="http://schemas.microsoft.com/office/drawing/2014/main" id="{905F879F-6EB9-4C02-B109-4E0A27F1E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1" name="Line 338">
              <a:extLst>
                <a:ext uri="{FF2B5EF4-FFF2-40B4-BE49-F238E27FC236}">
                  <a16:creationId xmlns:a16="http://schemas.microsoft.com/office/drawing/2014/main" id="{7530CC5C-DABB-4F10-AA1A-837EEECF7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2" name="Line 339">
              <a:extLst>
                <a:ext uri="{FF2B5EF4-FFF2-40B4-BE49-F238E27FC236}">
                  <a16:creationId xmlns:a16="http://schemas.microsoft.com/office/drawing/2014/main" id="{99B07409-3923-45D1-8B81-081962A88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3" name="Line 340">
              <a:extLst>
                <a:ext uri="{FF2B5EF4-FFF2-40B4-BE49-F238E27FC236}">
                  <a16:creationId xmlns:a16="http://schemas.microsoft.com/office/drawing/2014/main" id="{A3946036-648E-4384-9B02-767728DD8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4" name="Line 341">
              <a:extLst>
                <a:ext uri="{FF2B5EF4-FFF2-40B4-BE49-F238E27FC236}">
                  <a16:creationId xmlns:a16="http://schemas.microsoft.com/office/drawing/2014/main" id="{6E2A2D76-6286-488C-BE72-C6B695CB1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5" name="Line 342">
              <a:extLst>
                <a:ext uri="{FF2B5EF4-FFF2-40B4-BE49-F238E27FC236}">
                  <a16:creationId xmlns:a16="http://schemas.microsoft.com/office/drawing/2014/main" id="{9B8D2679-49A1-48EB-8D0A-6C3264DBB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6" name="Line 343">
              <a:extLst>
                <a:ext uri="{FF2B5EF4-FFF2-40B4-BE49-F238E27FC236}">
                  <a16:creationId xmlns:a16="http://schemas.microsoft.com/office/drawing/2014/main" id="{7B7DBB4C-9FA7-4A26-B121-E0EA47F1E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7" name="Line 344">
              <a:extLst>
                <a:ext uri="{FF2B5EF4-FFF2-40B4-BE49-F238E27FC236}">
                  <a16:creationId xmlns:a16="http://schemas.microsoft.com/office/drawing/2014/main" id="{6CAF05B1-A461-4CA8-B9EE-10ED8DA12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8" name="Line 345">
              <a:extLst>
                <a:ext uri="{FF2B5EF4-FFF2-40B4-BE49-F238E27FC236}">
                  <a16:creationId xmlns:a16="http://schemas.microsoft.com/office/drawing/2014/main" id="{2A8781A6-D872-4A6A-AF55-30A7E03DC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99" name="Line 346">
              <a:extLst>
                <a:ext uri="{FF2B5EF4-FFF2-40B4-BE49-F238E27FC236}">
                  <a16:creationId xmlns:a16="http://schemas.microsoft.com/office/drawing/2014/main" id="{8F79EBD3-F4AA-4FF1-B49E-17E2FD915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0" name="Line 347">
              <a:extLst>
                <a:ext uri="{FF2B5EF4-FFF2-40B4-BE49-F238E27FC236}">
                  <a16:creationId xmlns:a16="http://schemas.microsoft.com/office/drawing/2014/main" id="{5D13C807-34D1-4200-BB29-A0AE8693E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1" name="Line 348">
              <a:extLst>
                <a:ext uri="{FF2B5EF4-FFF2-40B4-BE49-F238E27FC236}">
                  <a16:creationId xmlns:a16="http://schemas.microsoft.com/office/drawing/2014/main" id="{A980770D-2490-4BA8-967C-BB5DE48BB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2" name="Line 349">
              <a:extLst>
                <a:ext uri="{FF2B5EF4-FFF2-40B4-BE49-F238E27FC236}">
                  <a16:creationId xmlns:a16="http://schemas.microsoft.com/office/drawing/2014/main" id="{F5BE80ED-F401-45AC-8357-AC04C3184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3" name="Line 350">
              <a:extLst>
                <a:ext uri="{FF2B5EF4-FFF2-40B4-BE49-F238E27FC236}">
                  <a16:creationId xmlns:a16="http://schemas.microsoft.com/office/drawing/2014/main" id="{DBE6DA9C-BE56-4811-93BA-F0E871434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4" name="Line 351">
              <a:extLst>
                <a:ext uri="{FF2B5EF4-FFF2-40B4-BE49-F238E27FC236}">
                  <a16:creationId xmlns:a16="http://schemas.microsoft.com/office/drawing/2014/main" id="{13D1AAA7-2E1C-46EA-BC79-78309AEBA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5" name="Line 352">
              <a:extLst>
                <a:ext uri="{FF2B5EF4-FFF2-40B4-BE49-F238E27FC236}">
                  <a16:creationId xmlns:a16="http://schemas.microsoft.com/office/drawing/2014/main" id="{DCE66EFA-C6F2-417A-88A9-1AE98E4B2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6" name="Line 353">
              <a:extLst>
                <a:ext uri="{FF2B5EF4-FFF2-40B4-BE49-F238E27FC236}">
                  <a16:creationId xmlns:a16="http://schemas.microsoft.com/office/drawing/2014/main" id="{417F35BA-A0F9-4971-822A-2471FBCE5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7" name="Line 354">
              <a:extLst>
                <a:ext uri="{FF2B5EF4-FFF2-40B4-BE49-F238E27FC236}">
                  <a16:creationId xmlns:a16="http://schemas.microsoft.com/office/drawing/2014/main" id="{C6AC5C54-BC46-4832-9713-47883B00B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8" name="Line 355">
              <a:extLst>
                <a:ext uri="{FF2B5EF4-FFF2-40B4-BE49-F238E27FC236}">
                  <a16:creationId xmlns:a16="http://schemas.microsoft.com/office/drawing/2014/main" id="{0BF25DAE-932E-4A95-85BA-9DC2FBD78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09" name="Line 356">
              <a:extLst>
                <a:ext uri="{FF2B5EF4-FFF2-40B4-BE49-F238E27FC236}">
                  <a16:creationId xmlns:a16="http://schemas.microsoft.com/office/drawing/2014/main" id="{C29CB350-8FEE-4090-913D-F8D1BE0B0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0" name="Line 357">
              <a:extLst>
                <a:ext uri="{FF2B5EF4-FFF2-40B4-BE49-F238E27FC236}">
                  <a16:creationId xmlns:a16="http://schemas.microsoft.com/office/drawing/2014/main" id="{64B39BA0-E438-4789-9A67-55932BB8F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1" name="Line 358">
              <a:extLst>
                <a:ext uri="{FF2B5EF4-FFF2-40B4-BE49-F238E27FC236}">
                  <a16:creationId xmlns:a16="http://schemas.microsoft.com/office/drawing/2014/main" id="{F239A188-27EC-4A0F-91C7-FCBD70C65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2" name="Line 359">
              <a:extLst>
                <a:ext uri="{FF2B5EF4-FFF2-40B4-BE49-F238E27FC236}">
                  <a16:creationId xmlns:a16="http://schemas.microsoft.com/office/drawing/2014/main" id="{427E7B12-C50C-4EDD-A042-81B909A79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3" name="Line 360">
              <a:extLst>
                <a:ext uri="{FF2B5EF4-FFF2-40B4-BE49-F238E27FC236}">
                  <a16:creationId xmlns:a16="http://schemas.microsoft.com/office/drawing/2014/main" id="{8B6C3C0A-EFA6-446A-82B5-9858873CE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4" name="Line 361">
              <a:extLst>
                <a:ext uri="{FF2B5EF4-FFF2-40B4-BE49-F238E27FC236}">
                  <a16:creationId xmlns:a16="http://schemas.microsoft.com/office/drawing/2014/main" id="{48DFA105-90A0-4F78-A180-65725B0CB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5" name="Line 362">
              <a:extLst>
                <a:ext uri="{FF2B5EF4-FFF2-40B4-BE49-F238E27FC236}">
                  <a16:creationId xmlns:a16="http://schemas.microsoft.com/office/drawing/2014/main" id="{0A6A2CD0-8BC4-44B5-948D-F93F1B161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6" name="Line 363">
              <a:extLst>
                <a:ext uri="{FF2B5EF4-FFF2-40B4-BE49-F238E27FC236}">
                  <a16:creationId xmlns:a16="http://schemas.microsoft.com/office/drawing/2014/main" id="{85706412-4914-4226-B128-919EBF5A5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7" name="Line 364">
              <a:extLst>
                <a:ext uri="{FF2B5EF4-FFF2-40B4-BE49-F238E27FC236}">
                  <a16:creationId xmlns:a16="http://schemas.microsoft.com/office/drawing/2014/main" id="{09FA564E-F6C5-4047-ACC7-07BB5D3F8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8" name="Line 365">
              <a:extLst>
                <a:ext uri="{FF2B5EF4-FFF2-40B4-BE49-F238E27FC236}">
                  <a16:creationId xmlns:a16="http://schemas.microsoft.com/office/drawing/2014/main" id="{31637BD3-94A7-4448-AF6D-11064B869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19" name="Line 366">
              <a:extLst>
                <a:ext uri="{FF2B5EF4-FFF2-40B4-BE49-F238E27FC236}">
                  <a16:creationId xmlns:a16="http://schemas.microsoft.com/office/drawing/2014/main" id="{9F525FAA-D44A-4027-B4A4-216EBB30F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0" name="Line 367">
              <a:extLst>
                <a:ext uri="{FF2B5EF4-FFF2-40B4-BE49-F238E27FC236}">
                  <a16:creationId xmlns:a16="http://schemas.microsoft.com/office/drawing/2014/main" id="{C519E9CB-9955-4D67-8393-459E2A56E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1" name="Line 368">
              <a:extLst>
                <a:ext uri="{FF2B5EF4-FFF2-40B4-BE49-F238E27FC236}">
                  <a16:creationId xmlns:a16="http://schemas.microsoft.com/office/drawing/2014/main" id="{C0475680-C5F5-4265-B4C2-466E298CC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2" name="Line 369">
              <a:extLst>
                <a:ext uri="{FF2B5EF4-FFF2-40B4-BE49-F238E27FC236}">
                  <a16:creationId xmlns:a16="http://schemas.microsoft.com/office/drawing/2014/main" id="{EB0F0007-484E-434D-A145-DFBB607B3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3" name="Line 370">
              <a:extLst>
                <a:ext uri="{FF2B5EF4-FFF2-40B4-BE49-F238E27FC236}">
                  <a16:creationId xmlns:a16="http://schemas.microsoft.com/office/drawing/2014/main" id="{8561A1F6-91E1-4AF9-979E-20F61E3BB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4" name="Line 371">
              <a:extLst>
                <a:ext uri="{FF2B5EF4-FFF2-40B4-BE49-F238E27FC236}">
                  <a16:creationId xmlns:a16="http://schemas.microsoft.com/office/drawing/2014/main" id="{4280B4E4-FEB2-489D-A171-3B6F9D8C7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5" name="Line 372">
              <a:extLst>
                <a:ext uri="{FF2B5EF4-FFF2-40B4-BE49-F238E27FC236}">
                  <a16:creationId xmlns:a16="http://schemas.microsoft.com/office/drawing/2014/main" id="{0F81E479-736A-433C-8930-F3BFEF816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6" name="Line 373">
              <a:extLst>
                <a:ext uri="{FF2B5EF4-FFF2-40B4-BE49-F238E27FC236}">
                  <a16:creationId xmlns:a16="http://schemas.microsoft.com/office/drawing/2014/main" id="{46458B49-159C-434C-8A5D-D706A6093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7" name="Line 374">
              <a:extLst>
                <a:ext uri="{FF2B5EF4-FFF2-40B4-BE49-F238E27FC236}">
                  <a16:creationId xmlns:a16="http://schemas.microsoft.com/office/drawing/2014/main" id="{0DC0F3BC-A19A-44E2-ADF1-35BD45803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8" name="Line 375">
              <a:extLst>
                <a:ext uri="{FF2B5EF4-FFF2-40B4-BE49-F238E27FC236}">
                  <a16:creationId xmlns:a16="http://schemas.microsoft.com/office/drawing/2014/main" id="{50D314E0-2244-4958-A2A5-CFF6BA4DF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29" name="Line 376">
              <a:extLst>
                <a:ext uri="{FF2B5EF4-FFF2-40B4-BE49-F238E27FC236}">
                  <a16:creationId xmlns:a16="http://schemas.microsoft.com/office/drawing/2014/main" id="{3D548DD1-A126-41C4-97D7-E2CD12FF8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0" name="Line 377">
              <a:extLst>
                <a:ext uri="{FF2B5EF4-FFF2-40B4-BE49-F238E27FC236}">
                  <a16:creationId xmlns:a16="http://schemas.microsoft.com/office/drawing/2014/main" id="{5D8E74E9-B807-46CE-A96E-35BD90350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1" name="Line 378">
              <a:extLst>
                <a:ext uri="{FF2B5EF4-FFF2-40B4-BE49-F238E27FC236}">
                  <a16:creationId xmlns:a16="http://schemas.microsoft.com/office/drawing/2014/main" id="{709A80AE-5D7F-4991-8731-FA0B4681C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2" name="Line 379">
              <a:extLst>
                <a:ext uri="{FF2B5EF4-FFF2-40B4-BE49-F238E27FC236}">
                  <a16:creationId xmlns:a16="http://schemas.microsoft.com/office/drawing/2014/main" id="{5DD48F1C-E737-4A80-B6BD-436F02093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3" name="Line 380">
              <a:extLst>
                <a:ext uri="{FF2B5EF4-FFF2-40B4-BE49-F238E27FC236}">
                  <a16:creationId xmlns:a16="http://schemas.microsoft.com/office/drawing/2014/main" id="{70651077-B6A8-4A2E-BA1C-0380D39E4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4" name="Line 381">
              <a:extLst>
                <a:ext uri="{FF2B5EF4-FFF2-40B4-BE49-F238E27FC236}">
                  <a16:creationId xmlns:a16="http://schemas.microsoft.com/office/drawing/2014/main" id="{23A57269-466F-44EA-BD54-0F3661D24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5" name="Line 382">
              <a:extLst>
                <a:ext uri="{FF2B5EF4-FFF2-40B4-BE49-F238E27FC236}">
                  <a16:creationId xmlns:a16="http://schemas.microsoft.com/office/drawing/2014/main" id="{19F344ED-5B35-4052-938D-F8870460B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6" name="Line 383">
              <a:extLst>
                <a:ext uri="{FF2B5EF4-FFF2-40B4-BE49-F238E27FC236}">
                  <a16:creationId xmlns:a16="http://schemas.microsoft.com/office/drawing/2014/main" id="{33ECF062-C74C-4484-9E71-A7DD8E119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7" name="Line 384">
              <a:extLst>
                <a:ext uri="{FF2B5EF4-FFF2-40B4-BE49-F238E27FC236}">
                  <a16:creationId xmlns:a16="http://schemas.microsoft.com/office/drawing/2014/main" id="{9CD1FF45-9211-4096-8E5E-7EEB968B7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8" name="Line 385">
              <a:extLst>
                <a:ext uri="{FF2B5EF4-FFF2-40B4-BE49-F238E27FC236}">
                  <a16:creationId xmlns:a16="http://schemas.microsoft.com/office/drawing/2014/main" id="{5065F6C9-9F13-4B0E-ABA2-C271BE2FC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39" name="Line 386">
              <a:extLst>
                <a:ext uri="{FF2B5EF4-FFF2-40B4-BE49-F238E27FC236}">
                  <a16:creationId xmlns:a16="http://schemas.microsoft.com/office/drawing/2014/main" id="{2F77185D-A1B7-497B-98DF-C6F95548F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0" name="Line 387">
              <a:extLst>
                <a:ext uri="{FF2B5EF4-FFF2-40B4-BE49-F238E27FC236}">
                  <a16:creationId xmlns:a16="http://schemas.microsoft.com/office/drawing/2014/main" id="{44E3CD0B-BE30-4DF2-B150-7C0EE83A3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1" name="Line 388">
              <a:extLst>
                <a:ext uri="{FF2B5EF4-FFF2-40B4-BE49-F238E27FC236}">
                  <a16:creationId xmlns:a16="http://schemas.microsoft.com/office/drawing/2014/main" id="{B8592A91-F1C1-45F2-9048-B3D1F5C46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2" name="Line 389">
              <a:extLst>
                <a:ext uri="{FF2B5EF4-FFF2-40B4-BE49-F238E27FC236}">
                  <a16:creationId xmlns:a16="http://schemas.microsoft.com/office/drawing/2014/main" id="{F8296C4B-4869-494D-9691-B321705AE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3" name="Line 390">
              <a:extLst>
                <a:ext uri="{FF2B5EF4-FFF2-40B4-BE49-F238E27FC236}">
                  <a16:creationId xmlns:a16="http://schemas.microsoft.com/office/drawing/2014/main" id="{9E7AE92A-A2F8-484F-A210-A246A57FA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4" name="Line 391">
              <a:extLst>
                <a:ext uri="{FF2B5EF4-FFF2-40B4-BE49-F238E27FC236}">
                  <a16:creationId xmlns:a16="http://schemas.microsoft.com/office/drawing/2014/main" id="{ECEF6947-2929-4DF2-BF3A-1769FF586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5" name="Line 392">
              <a:extLst>
                <a:ext uri="{FF2B5EF4-FFF2-40B4-BE49-F238E27FC236}">
                  <a16:creationId xmlns:a16="http://schemas.microsoft.com/office/drawing/2014/main" id="{BA038264-2DA8-40EF-862D-9FC06C1AC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6" name="Line 393">
              <a:extLst>
                <a:ext uri="{FF2B5EF4-FFF2-40B4-BE49-F238E27FC236}">
                  <a16:creationId xmlns:a16="http://schemas.microsoft.com/office/drawing/2014/main" id="{79AD32B6-E546-4044-9EAB-5E946FDBC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7" name="Line 394">
              <a:extLst>
                <a:ext uri="{FF2B5EF4-FFF2-40B4-BE49-F238E27FC236}">
                  <a16:creationId xmlns:a16="http://schemas.microsoft.com/office/drawing/2014/main" id="{20BFDAFD-72AB-45BC-ACA2-E096E9CC5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8" name="Line 395">
              <a:extLst>
                <a:ext uri="{FF2B5EF4-FFF2-40B4-BE49-F238E27FC236}">
                  <a16:creationId xmlns:a16="http://schemas.microsoft.com/office/drawing/2014/main" id="{888D6903-56B6-4083-A037-58186A2F6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49" name="Line 396">
              <a:extLst>
                <a:ext uri="{FF2B5EF4-FFF2-40B4-BE49-F238E27FC236}">
                  <a16:creationId xmlns:a16="http://schemas.microsoft.com/office/drawing/2014/main" id="{903A3DC6-ED9B-424B-8FB3-F54DD5789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0" name="Line 397">
              <a:extLst>
                <a:ext uri="{FF2B5EF4-FFF2-40B4-BE49-F238E27FC236}">
                  <a16:creationId xmlns:a16="http://schemas.microsoft.com/office/drawing/2014/main" id="{FE13C3B3-3E19-49F4-834E-36C556FC5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1" name="Line 398">
              <a:extLst>
                <a:ext uri="{FF2B5EF4-FFF2-40B4-BE49-F238E27FC236}">
                  <a16:creationId xmlns:a16="http://schemas.microsoft.com/office/drawing/2014/main" id="{C771A1B7-8F34-40FC-99F5-5B158DFDE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2" name="Line 399">
              <a:extLst>
                <a:ext uri="{FF2B5EF4-FFF2-40B4-BE49-F238E27FC236}">
                  <a16:creationId xmlns:a16="http://schemas.microsoft.com/office/drawing/2014/main" id="{6C11F4E8-C247-4EF4-BE44-D800AD3C3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3" name="Line 400">
              <a:extLst>
                <a:ext uri="{FF2B5EF4-FFF2-40B4-BE49-F238E27FC236}">
                  <a16:creationId xmlns:a16="http://schemas.microsoft.com/office/drawing/2014/main" id="{B52477CE-EEAC-4606-A8B4-007E71C86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4" name="Line 401">
              <a:extLst>
                <a:ext uri="{FF2B5EF4-FFF2-40B4-BE49-F238E27FC236}">
                  <a16:creationId xmlns:a16="http://schemas.microsoft.com/office/drawing/2014/main" id="{C264273F-EB18-4940-9700-A88EFDF2F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5" name="Line 402">
              <a:extLst>
                <a:ext uri="{FF2B5EF4-FFF2-40B4-BE49-F238E27FC236}">
                  <a16:creationId xmlns:a16="http://schemas.microsoft.com/office/drawing/2014/main" id="{0E210924-CF8D-49B9-8154-37339EC5A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6" name="Line 403">
              <a:extLst>
                <a:ext uri="{FF2B5EF4-FFF2-40B4-BE49-F238E27FC236}">
                  <a16:creationId xmlns:a16="http://schemas.microsoft.com/office/drawing/2014/main" id="{A04898E1-48C6-46D0-9790-08F59AA60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7" name="Line 404">
              <a:extLst>
                <a:ext uri="{FF2B5EF4-FFF2-40B4-BE49-F238E27FC236}">
                  <a16:creationId xmlns:a16="http://schemas.microsoft.com/office/drawing/2014/main" id="{6DB781BC-1456-4DB1-8765-2ADA6AFAF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458" name="Line 405">
              <a:extLst>
                <a:ext uri="{FF2B5EF4-FFF2-40B4-BE49-F238E27FC236}">
                  <a16:creationId xmlns:a16="http://schemas.microsoft.com/office/drawing/2014/main" id="{D8321113-4906-44BC-AE3B-D6C46AFAB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2" name="Group 406">
            <a:extLst>
              <a:ext uri="{FF2B5EF4-FFF2-40B4-BE49-F238E27FC236}">
                <a16:creationId xmlns:a16="http://schemas.microsoft.com/office/drawing/2014/main" id="{28170E59-81FE-451F-BE5D-355532E9D505}"/>
              </a:ext>
            </a:extLst>
          </p:cNvPr>
          <p:cNvGrpSpPr>
            <a:grpSpLocks/>
          </p:cNvGrpSpPr>
          <p:nvPr/>
        </p:nvGrpSpPr>
        <p:grpSpPr bwMode="auto">
          <a:xfrm>
            <a:off x="2317750" y="3971925"/>
            <a:ext cx="4632325" cy="261938"/>
            <a:chOff x="1563" y="2606"/>
            <a:chExt cx="2590" cy="145"/>
          </a:xfrm>
        </p:grpSpPr>
        <p:sp>
          <p:nvSpPr>
            <p:cNvPr id="40059" name="Line 407">
              <a:extLst>
                <a:ext uri="{FF2B5EF4-FFF2-40B4-BE49-F238E27FC236}">
                  <a16:creationId xmlns:a16="http://schemas.microsoft.com/office/drawing/2014/main" id="{B93BD256-CA8C-4FEE-BFA1-74C26D70F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0" name="Line 408">
              <a:extLst>
                <a:ext uri="{FF2B5EF4-FFF2-40B4-BE49-F238E27FC236}">
                  <a16:creationId xmlns:a16="http://schemas.microsoft.com/office/drawing/2014/main" id="{185F888F-CA7D-4AE2-8409-221EF0388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Line 409">
              <a:extLst>
                <a:ext uri="{FF2B5EF4-FFF2-40B4-BE49-F238E27FC236}">
                  <a16:creationId xmlns:a16="http://schemas.microsoft.com/office/drawing/2014/main" id="{4FAF6E0B-62FF-47A2-850E-64120008C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Line 410">
              <a:extLst>
                <a:ext uri="{FF2B5EF4-FFF2-40B4-BE49-F238E27FC236}">
                  <a16:creationId xmlns:a16="http://schemas.microsoft.com/office/drawing/2014/main" id="{5C559ED9-FCEF-4155-9787-000557A46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Line 411">
              <a:extLst>
                <a:ext uri="{FF2B5EF4-FFF2-40B4-BE49-F238E27FC236}">
                  <a16:creationId xmlns:a16="http://schemas.microsoft.com/office/drawing/2014/main" id="{0B3F7BC5-E79E-42F1-8194-63B690B33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4" name="Line 412">
              <a:extLst>
                <a:ext uri="{FF2B5EF4-FFF2-40B4-BE49-F238E27FC236}">
                  <a16:creationId xmlns:a16="http://schemas.microsoft.com/office/drawing/2014/main" id="{0364BB33-5C2E-4315-9EE9-D08C91E7A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5" name="Line 413">
              <a:extLst>
                <a:ext uri="{FF2B5EF4-FFF2-40B4-BE49-F238E27FC236}">
                  <a16:creationId xmlns:a16="http://schemas.microsoft.com/office/drawing/2014/main" id="{C57A42B6-6ACA-42EA-9387-839012EAA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6" name="Line 414">
              <a:extLst>
                <a:ext uri="{FF2B5EF4-FFF2-40B4-BE49-F238E27FC236}">
                  <a16:creationId xmlns:a16="http://schemas.microsoft.com/office/drawing/2014/main" id="{EF014364-3114-4205-BBBA-3FC7C2BE5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Line 415">
              <a:extLst>
                <a:ext uri="{FF2B5EF4-FFF2-40B4-BE49-F238E27FC236}">
                  <a16:creationId xmlns:a16="http://schemas.microsoft.com/office/drawing/2014/main" id="{E549E9D6-56A2-4548-A83D-7D25BE219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8" name="Line 416">
              <a:extLst>
                <a:ext uri="{FF2B5EF4-FFF2-40B4-BE49-F238E27FC236}">
                  <a16:creationId xmlns:a16="http://schemas.microsoft.com/office/drawing/2014/main" id="{032BB72B-90CC-49D6-A1DC-E29983020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9" name="Line 417">
              <a:extLst>
                <a:ext uri="{FF2B5EF4-FFF2-40B4-BE49-F238E27FC236}">
                  <a16:creationId xmlns:a16="http://schemas.microsoft.com/office/drawing/2014/main" id="{18F73B00-8546-4895-9E9E-9002F9E6D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0" name="Line 418">
              <a:extLst>
                <a:ext uri="{FF2B5EF4-FFF2-40B4-BE49-F238E27FC236}">
                  <a16:creationId xmlns:a16="http://schemas.microsoft.com/office/drawing/2014/main" id="{58048D57-8C74-429A-9A10-FA2DE09B4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1" name="Line 419">
              <a:extLst>
                <a:ext uri="{FF2B5EF4-FFF2-40B4-BE49-F238E27FC236}">
                  <a16:creationId xmlns:a16="http://schemas.microsoft.com/office/drawing/2014/main" id="{6AF2A232-C6A5-4963-899E-652C9660D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2" name="Line 420">
              <a:extLst>
                <a:ext uri="{FF2B5EF4-FFF2-40B4-BE49-F238E27FC236}">
                  <a16:creationId xmlns:a16="http://schemas.microsoft.com/office/drawing/2014/main" id="{172BE120-4FFF-47C3-9923-E693138EC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3" name="Line 421">
              <a:extLst>
                <a:ext uri="{FF2B5EF4-FFF2-40B4-BE49-F238E27FC236}">
                  <a16:creationId xmlns:a16="http://schemas.microsoft.com/office/drawing/2014/main" id="{1D923765-6E2E-4734-943E-DE9172D9E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4" name="Line 422">
              <a:extLst>
                <a:ext uri="{FF2B5EF4-FFF2-40B4-BE49-F238E27FC236}">
                  <a16:creationId xmlns:a16="http://schemas.microsoft.com/office/drawing/2014/main" id="{A4E2DC18-EECD-416C-933B-778BF3585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5" name="Line 423">
              <a:extLst>
                <a:ext uri="{FF2B5EF4-FFF2-40B4-BE49-F238E27FC236}">
                  <a16:creationId xmlns:a16="http://schemas.microsoft.com/office/drawing/2014/main" id="{E6C99A0B-DF85-45D4-9528-844300057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6" name="Line 424">
              <a:extLst>
                <a:ext uri="{FF2B5EF4-FFF2-40B4-BE49-F238E27FC236}">
                  <a16:creationId xmlns:a16="http://schemas.microsoft.com/office/drawing/2014/main" id="{6B7FE769-A006-4390-8536-6E67E9D00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7" name="Line 425">
              <a:extLst>
                <a:ext uri="{FF2B5EF4-FFF2-40B4-BE49-F238E27FC236}">
                  <a16:creationId xmlns:a16="http://schemas.microsoft.com/office/drawing/2014/main" id="{1595CA3A-2AFC-4536-A955-41E157235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8" name="Line 426">
              <a:extLst>
                <a:ext uri="{FF2B5EF4-FFF2-40B4-BE49-F238E27FC236}">
                  <a16:creationId xmlns:a16="http://schemas.microsoft.com/office/drawing/2014/main" id="{D6DC1492-A1DA-4BD2-B3F9-122EE4439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9" name="Line 427">
              <a:extLst>
                <a:ext uri="{FF2B5EF4-FFF2-40B4-BE49-F238E27FC236}">
                  <a16:creationId xmlns:a16="http://schemas.microsoft.com/office/drawing/2014/main" id="{817A18B7-E9EB-40DB-AE50-DA6BDDCF4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0" name="Line 428">
              <a:extLst>
                <a:ext uri="{FF2B5EF4-FFF2-40B4-BE49-F238E27FC236}">
                  <a16:creationId xmlns:a16="http://schemas.microsoft.com/office/drawing/2014/main" id="{B40393AA-71FB-4129-A30A-CE743CFDC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1" name="Line 429">
              <a:extLst>
                <a:ext uri="{FF2B5EF4-FFF2-40B4-BE49-F238E27FC236}">
                  <a16:creationId xmlns:a16="http://schemas.microsoft.com/office/drawing/2014/main" id="{6042A3E6-A50F-45D7-AA32-8AF238B5B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2" name="Line 430">
              <a:extLst>
                <a:ext uri="{FF2B5EF4-FFF2-40B4-BE49-F238E27FC236}">
                  <a16:creationId xmlns:a16="http://schemas.microsoft.com/office/drawing/2014/main" id="{CEB0B5C8-B749-4FB8-BC3A-4383417D5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3" name="Line 431">
              <a:extLst>
                <a:ext uri="{FF2B5EF4-FFF2-40B4-BE49-F238E27FC236}">
                  <a16:creationId xmlns:a16="http://schemas.microsoft.com/office/drawing/2014/main" id="{99B9E0FA-7541-4DA5-9C03-09D626AC5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4" name="Line 432">
              <a:extLst>
                <a:ext uri="{FF2B5EF4-FFF2-40B4-BE49-F238E27FC236}">
                  <a16:creationId xmlns:a16="http://schemas.microsoft.com/office/drawing/2014/main" id="{85B4A01D-B9E0-4A39-AC62-39DDC3BD8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5" name="Line 433">
              <a:extLst>
                <a:ext uri="{FF2B5EF4-FFF2-40B4-BE49-F238E27FC236}">
                  <a16:creationId xmlns:a16="http://schemas.microsoft.com/office/drawing/2014/main" id="{7E8D4D32-36A4-4427-B9DE-834A30A48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6" name="Line 434">
              <a:extLst>
                <a:ext uri="{FF2B5EF4-FFF2-40B4-BE49-F238E27FC236}">
                  <a16:creationId xmlns:a16="http://schemas.microsoft.com/office/drawing/2014/main" id="{489DE146-213F-4B3B-8F8A-9B8D0598D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7" name="Line 435">
              <a:extLst>
                <a:ext uri="{FF2B5EF4-FFF2-40B4-BE49-F238E27FC236}">
                  <a16:creationId xmlns:a16="http://schemas.microsoft.com/office/drawing/2014/main" id="{5905B10B-5791-4377-AAD2-4C8BFA36B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8" name="Line 436">
              <a:extLst>
                <a:ext uri="{FF2B5EF4-FFF2-40B4-BE49-F238E27FC236}">
                  <a16:creationId xmlns:a16="http://schemas.microsoft.com/office/drawing/2014/main" id="{FEC89B42-A102-4757-836B-6D8FD1B60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9" name="Line 437">
              <a:extLst>
                <a:ext uri="{FF2B5EF4-FFF2-40B4-BE49-F238E27FC236}">
                  <a16:creationId xmlns:a16="http://schemas.microsoft.com/office/drawing/2014/main" id="{7F98E322-E4D6-4FF4-B661-D768CB6FA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0" name="Line 438">
              <a:extLst>
                <a:ext uri="{FF2B5EF4-FFF2-40B4-BE49-F238E27FC236}">
                  <a16:creationId xmlns:a16="http://schemas.microsoft.com/office/drawing/2014/main" id="{36D1A36D-534D-4887-AEC6-DD85A13B0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1" name="Line 439">
              <a:extLst>
                <a:ext uri="{FF2B5EF4-FFF2-40B4-BE49-F238E27FC236}">
                  <a16:creationId xmlns:a16="http://schemas.microsoft.com/office/drawing/2014/main" id="{F743168C-036B-4BFE-B677-671B43D17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2" name="Line 440">
              <a:extLst>
                <a:ext uri="{FF2B5EF4-FFF2-40B4-BE49-F238E27FC236}">
                  <a16:creationId xmlns:a16="http://schemas.microsoft.com/office/drawing/2014/main" id="{AA4068FC-5914-402D-8A95-F68D58D22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3" name="Line 441">
              <a:extLst>
                <a:ext uri="{FF2B5EF4-FFF2-40B4-BE49-F238E27FC236}">
                  <a16:creationId xmlns:a16="http://schemas.microsoft.com/office/drawing/2014/main" id="{F9340995-3269-47FC-8ECC-FD3E7200D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4" name="Line 442">
              <a:extLst>
                <a:ext uri="{FF2B5EF4-FFF2-40B4-BE49-F238E27FC236}">
                  <a16:creationId xmlns:a16="http://schemas.microsoft.com/office/drawing/2014/main" id="{AA61BE90-1CFC-47D9-BE9B-DC33518BB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5" name="Line 443">
              <a:extLst>
                <a:ext uri="{FF2B5EF4-FFF2-40B4-BE49-F238E27FC236}">
                  <a16:creationId xmlns:a16="http://schemas.microsoft.com/office/drawing/2014/main" id="{BC9C1DB1-BEE7-4A1B-96FD-BB840B62C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6" name="Line 444">
              <a:extLst>
                <a:ext uri="{FF2B5EF4-FFF2-40B4-BE49-F238E27FC236}">
                  <a16:creationId xmlns:a16="http://schemas.microsoft.com/office/drawing/2014/main" id="{EB0CA125-CCCA-4355-A048-E478FE261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7" name="Line 445">
              <a:extLst>
                <a:ext uri="{FF2B5EF4-FFF2-40B4-BE49-F238E27FC236}">
                  <a16:creationId xmlns:a16="http://schemas.microsoft.com/office/drawing/2014/main" id="{A87C2F72-5DE7-4B75-8A24-3D33F289F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8" name="Line 446">
              <a:extLst>
                <a:ext uri="{FF2B5EF4-FFF2-40B4-BE49-F238E27FC236}">
                  <a16:creationId xmlns:a16="http://schemas.microsoft.com/office/drawing/2014/main" id="{80A54210-5B6B-431E-B1AF-87598D848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9" name="Line 447">
              <a:extLst>
                <a:ext uri="{FF2B5EF4-FFF2-40B4-BE49-F238E27FC236}">
                  <a16:creationId xmlns:a16="http://schemas.microsoft.com/office/drawing/2014/main" id="{38882604-E1FD-4576-BB95-7BA0206AD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0" name="Line 448">
              <a:extLst>
                <a:ext uri="{FF2B5EF4-FFF2-40B4-BE49-F238E27FC236}">
                  <a16:creationId xmlns:a16="http://schemas.microsoft.com/office/drawing/2014/main" id="{2EC9C115-77DF-4207-8971-1AF8F671D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1" name="Line 449">
              <a:extLst>
                <a:ext uri="{FF2B5EF4-FFF2-40B4-BE49-F238E27FC236}">
                  <a16:creationId xmlns:a16="http://schemas.microsoft.com/office/drawing/2014/main" id="{593CE105-F52C-4E35-B5D4-AE127D3E4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2" name="Line 450">
              <a:extLst>
                <a:ext uri="{FF2B5EF4-FFF2-40B4-BE49-F238E27FC236}">
                  <a16:creationId xmlns:a16="http://schemas.microsoft.com/office/drawing/2014/main" id="{64C466FC-89A3-4E1E-9528-6FC863680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3" name="Line 451">
              <a:extLst>
                <a:ext uri="{FF2B5EF4-FFF2-40B4-BE49-F238E27FC236}">
                  <a16:creationId xmlns:a16="http://schemas.microsoft.com/office/drawing/2014/main" id="{76E4C5A6-D760-4B20-9636-FF51193BE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4" name="Line 452">
              <a:extLst>
                <a:ext uri="{FF2B5EF4-FFF2-40B4-BE49-F238E27FC236}">
                  <a16:creationId xmlns:a16="http://schemas.microsoft.com/office/drawing/2014/main" id="{15591487-4116-4354-9E2E-272AFF60A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5" name="Line 453">
              <a:extLst>
                <a:ext uri="{FF2B5EF4-FFF2-40B4-BE49-F238E27FC236}">
                  <a16:creationId xmlns:a16="http://schemas.microsoft.com/office/drawing/2014/main" id="{82079E3F-C04B-438B-98E1-E305B668E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6" name="Line 454">
              <a:extLst>
                <a:ext uri="{FF2B5EF4-FFF2-40B4-BE49-F238E27FC236}">
                  <a16:creationId xmlns:a16="http://schemas.microsoft.com/office/drawing/2014/main" id="{8C4B1786-20C7-4958-9584-9C4494C66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7" name="Line 455">
              <a:extLst>
                <a:ext uri="{FF2B5EF4-FFF2-40B4-BE49-F238E27FC236}">
                  <a16:creationId xmlns:a16="http://schemas.microsoft.com/office/drawing/2014/main" id="{EB5AB949-3E29-46FA-82FD-65FDDC689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8" name="Line 456">
              <a:extLst>
                <a:ext uri="{FF2B5EF4-FFF2-40B4-BE49-F238E27FC236}">
                  <a16:creationId xmlns:a16="http://schemas.microsoft.com/office/drawing/2014/main" id="{1953533D-2A59-4E84-8BCE-B84CF21FC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09" name="Line 457">
              <a:extLst>
                <a:ext uri="{FF2B5EF4-FFF2-40B4-BE49-F238E27FC236}">
                  <a16:creationId xmlns:a16="http://schemas.microsoft.com/office/drawing/2014/main" id="{9131B889-16A4-43D6-9BF4-FAB628EBB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0" name="Line 458">
              <a:extLst>
                <a:ext uri="{FF2B5EF4-FFF2-40B4-BE49-F238E27FC236}">
                  <a16:creationId xmlns:a16="http://schemas.microsoft.com/office/drawing/2014/main" id="{E593B5F6-37FE-49EF-B863-D1B572CCE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1" name="Line 459">
              <a:extLst>
                <a:ext uri="{FF2B5EF4-FFF2-40B4-BE49-F238E27FC236}">
                  <a16:creationId xmlns:a16="http://schemas.microsoft.com/office/drawing/2014/main" id="{DAD3F650-C95B-4881-9A4D-FFF92D408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2" name="Line 460">
              <a:extLst>
                <a:ext uri="{FF2B5EF4-FFF2-40B4-BE49-F238E27FC236}">
                  <a16:creationId xmlns:a16="http://schemas.microsoft.com/office/drawing/2014/main" id="{4F74A94D-BCF3-4CBD-A288-1CA1E6659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3" name="Line 461">
              <a:extLst>
                <a:ext uri="{FF2B5EF4-FFF2-40B4-BE49-F238E27FC236}">
                  <a16:creationId xmlns:a16="http://schemas.microsoft.com/office/drawing/2014/main" id="{F99AB10A-08A6-4875-BC1F-FBAF0EC2C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4" name="Line 462">
              <a:extLst>
                <a:ext uri="{FF2B5EF4-FFF2-40B4-BE49-F238E27FC236}">
                  <a16:creationId xmlns:a16="http://schemas.microsoft.com/office/drawing/2014/main" id="{CC2CFC01-7CA6-4EAD-82F0-39AB69E2F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5" name="Line 463">
              <a:extLst>
                <a:ext uri="{FF2B5EF4-FFF2-40B4-BE49-F238E27FC236}">
                  <a16:creationId xmlns:a16="http://schemas.microsoft.com/office/drawing/2014/main" id="{F51B6DD6-C187-4297-9A37-16D5652A3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6" name="Line 464">
              <a:extLst>
                <a:ext uri="{FF2B5EF4-FFF2-40B4-BE49-F238E27FC236}">
                  <a16:creationId xmlns:a16="http://schemas.microsoft.com/office/drawing/2014/main" id="{C4C10E4B-C34B-4CB4-965C-F6DDA5EE3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7" name="Line 465">
              <a:extLst>
                <a:ext uri="{FF2B5EF4-FFF2-40B4-BE49-F238E27FC236}">
                  <a16:creationId xmlns:a16="http://schemas.microsoft.com/office/drawing/2014/main" id="{B04CB60D-E081-4338-91D4-522ADC536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8" name="Line 466">
              <a:extLst>
                <a:ext uri="{FF2B5EF4-FFF2-40B4-BE49-F238E27FC236}">
                  <a16:creationId xmlns:a16="http://schemas.microsoft.com/office/drawing/2014/main" id="{207350CF-0D6E-4193-AA5F-502F2FEFF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19" name="Line 467">
              <a:extLst>
                <a:ext uri="{FF2B5EF4-FFF2-40B4-BE49-F238E27FC236}">
                  <a16:creationId xmlns:a16="http://schemas.microsoft.com/office/drawing/2014/main" id="{CAD7D849-8EE9-47AE-9C63-C03BDB6A2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0" name="Line 468">
              <a:extLst>
                <a:ext uri="{FF2B5EF4-FFF2-40B4-BE49-F238E27FC236}">
                  <a16:creationId xmlns:a16="http://schemas.microsoft.com/office/drawing/2014/main" id="{7B115517-1F2A-4634-B58E-84BEF7720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1" name="Line 469">
              <a:extLst>
                <a:ext uri="{FF2B5EF4-FFF2-40B4-BE49-F238E27FC236}">
                  <a16:creationId xmlns:a16="http://schemas.microsoft.com/office/drawing/2014/main" id="{D2D931D3-DAA6-4877-8B3D-E98A642FB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2" name="Line 470">
              <a:extLst>
                <a:ext uri="{FF2B5EF4-FFF2-40B4-BE49-F238E27FC236}">
                  <a16:creationId xmlns:a16="http://schemas.microsoft.com/office/drawing/2014/main" id="{DF77ED45-E8E6-4F62-B1D4-A23A01AE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3" name="Line 471">
              <a:extLst>
                <a:ext uri="{FF2B5EF4-FFF2-40B4-BE49-F238E27FC236}">
                  <a16:creationId xmlns:a16="http://schemas.microsoft.com/office/drawing/2014/main" id="{39A3E5BA-F928-47A6-B07B-8CF4DFDBE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4" name="Line 472">
              <a:extLst>
                <a:ext uri="{FF2B5EF4-FFF2-40B4-BE49-F238E27FC236}">
                  <a16:creationId xmlns:a16="http://schemas.microsoft.com/office/drawing/2014/main" id="{4F75E061-4BE8-44B7-956A-F7491740D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5" name="Line 473">
              <a:extLst>
                <a:ext uri="{FF2B5EF4-FFF2-40B4-BE49-F238E27FC236}">
                  <a16:creationId xmlns:a16="http://schemas.microsoft.com/office/drawing/2014/main" id="{648D9673-AC04-4C17-8F7D-9FA309189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6" name="Line 474">
              <a:extLst>
                <a:ext uri="{FF2B5EF4-FFF2-40B4-BE49-F238E27FC236}">
                  <a16:creationId xmlns:a16="http://schemas.microsoft.com/office/drawing/2014/main" id="{2F598B76-83A0-491E-9A34-D5FAA5FAA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7" name="Line 475">
              <a:extLst>
                <a:ext uri="{FF2B5EF4-FFF2-40B4-BE49-F238E27FC236}">
                  <a16:creationId xmlns:a16="http://schemas.microsoft.com/office/drawing/2014/main" id="{D8613B89-13D1-4ED9-8AD8-6AC115758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8" name="Line 476">
              <a:extLst>
                <a:ext uri="{FF2B5EF4-FFF2-40B4-BE49-F238E27FC236}">
                  <a16:creationId xmlns:a16="http://schemas.microsoft.com/office/drawing/2014/main" id="{48AEE4BE-202A-4032-A342-AF36B0D49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29" name="Line 477">
              <a:extLst>
                <a:ext uri="{FF2B5EF4-FFF2-40B4-BE49-F238E27FC236}">
                  <a16:creationId xmlns:a16="http://schemas.microsoft.com/office/drawing/2014/main" id="{2926819C-DEFD-4A32-A4B1-F30C311E8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0" name="Line 478">
              <a:extLst>
                <a:ext uri="{FF2B5EF4-FFF2-40B4-BE49-F238E27FC236}">
                  <a16:creationId xmlns:a16="http://schemas.microsoft.com/office/drawing/2014/main" id="{63668A33-81DC-4445-9FA8-8F5513AA5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1" name="Line 479">
              <a:extLst>
                <a:ext uri="{FF2B5EF4-FFF2-40B4-BE49-F238E27FC236}">
                  <a16:creationId xmlns:a16="http://schemas.microsoft.com/office/drawing/2014/main" id="{858DD8FD-01A1-455B-BCBC-E3F2D6C21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2" name="Line 480">
              <a:extLst>
                <a:ext uri="{FF2B5EF4-FFF2-40B4-BE49-F238E27FC236}">
                  <a16:creationId xmlns:a16="http://schemas.microsoft.com/office/drawing/2014/main" id="{ECAD8497-122B-4381-81F2-F961BB970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3" name="Line 481">
              <a:extLst>
                <a:ext uri="{FF2B5EF4-FFF2-40B4-BE49-F238E27FC236}">
                  <a16:creationId xmlns:a16="http://schemas.microsoft.com/office/drawing/2014/main" id="{D333A09A-CB1D-4D6E-9116-361C711B8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4" name="Line 482">
              <a:extLst>
                <a:ext uri="{FF2B5EF4-FFF2-40B4-BE49-F238E27FC236}">
                  <a16:creationId xmlns:a16="http://schemas.microsoft.com/office/drawing/2014/main" id="{EEAD32DD-06C2-4245-8834-E2AC5527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5" name="Line 483">
              <a:extLst>
                <a:ext uri="{FF2B5EF4-FFF2-40B4-BE49-F238E27FC236}">
                  <a16:creationId xmlns:a16="http://schemas.microsoft.com/office/drawing/2014/main" id="{3E7A313D-D9C7-4DFE-BD19-2258049E2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6" name="Line 484">
              <a:extLst>
                <a:ext uri="{FF2B5EF4-FFF2-40B4-BE49-F238E27FC236}">
                  <a16:creationId xmlns:a16="http://schemas.microsoft.com/office/drawing/2014/main" id="{420376B8-C0BD-438D-8CAF-0263BDFF2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7" name="Line 485">
              <a:extLst>
                <a:ext uri="{FF2B5EF4-FFF2-40B4-BE49-F238E27FC236}">
                  <a16:creationId xmlns:a16="http://schemas.microsoft.com/office/drawing/2014/main" id="{6C9E6D96-34D5-43FB-913D-22151BCD6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8" name="Line 486">
              <a:extLst>
                <a:ext uri="{FF2B5EF4-FFF2-40B4-BE49-F238E27FC236}">
                  <a16:creationId xmlns:a16="http://schemas.microsoft.com/office/drawing/2014/main" id="{3178EB4F-0AF1-4F0A-818B-91E49F095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39" name="Line 487">
              <a:extLst>
                <a:ext uri="{FF2B5EF4-FFF2-40B4-BE49-F238E27FC236}">
                  <a16:creationId xmlns:a16="http://schemas.microsoft.com/office/drawing/2014/main" id="{F8653CA8-1A24-496B-B65B-71A0C75ED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0" name="Line 488">
              <a:extLst>
                <a:ext uri="{FF2B5EF4-FFF2-40B4-BE49-F238E27FC236}">
                  <a16:creationId xmlns:a16="http://schemas.microsoft.com/office/drawing/2014/main" id="{BB0CCE6E-21E8-48F6-B65F-EFE02A140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1" name="Line 489">
              <a:extLst>
                <a:ext uri="{FF2B5EF4-FFF2-40B4-BE49-F238E27FC236}">
                  <a16:creationId xmlns:a16="http://schemas.microsoft.com/office/drawing/2014/main" id="{DD0FB533-8190-4508-A14B-AFC9C1971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2" name="Line 490">
              <a:extLst>
                <a:ext uri="{FF2B5EF4-FFF2-40B4-BE49-F238E27FC236}">
                  <a16:creationId xmlns:a16="http://schemas.microsoft.com/office/drawing/2014/main" id="{F59A5A53-1D8A-49CD-A61D-DFE86374C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3" name="Line 491">
              <a:extLst>
                <a:ext uri="{FF2B5EF4-FFF2-40B4-BE49-F238E27FC236}">
                  <a16:creationId xmlns:a16="http://schemas.microsoft.com/office/drawing/2014/main" id="{1218B81A-6E62-4B9C-8EDC-3993E5DFB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4" name="Line 492">
              <a:extLst>
                <a:ext uri="{FF2B5EF4-FFF2-40B4-BE49-F238E27FC236}">
                  <a16:creationId xmlns:a16="http://schemas.microsoft.com/office/drawing/2014/main" id="{CB450FE2-0F3F-4292-9F00-3C08C7482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5" name="Line 493">
              <a:extLst>
                <a:ext uri="{FF2B5EF4-FFF2-40B4-BE49-F238E27FC236}">
                  <a16:creationId xmlns:a16="http://schemas.microsoft.com/office/drawing/2014/main" id="{725D4D91-4F23-43A1-945D-5523A23E0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6" name="Line 494">
              <a:extLst>
                <a:ext uri="{FF2B5EF4-FFF2-40B4-BE49-F238E27FC236}">
                  <a16:creationId xmlns:a16="http://schemas.microsoft.com/office/drawing/2014/main" id="{AE2F7CA1-30C8-4565-8A34-0B34973C3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7" name="Line 495">
              <a:extLst>
                <a:ext uri="{FF2B5EF4-FFF2-40B4-BE49-F238E27FC236}">
                  <a16:creationId xmlns:a16="http://schemas.microsoft.com/office/drawing/2014/main" id="{FB11B914-1E2C-48B7-A26E-7A31EC9E1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8" name="Line 496">
              <a:extLst>
                <a:ext uri="{FF2B5EF4-FFF2-40B4-BE49-F238E27FC236}">
                  <a16:creationId xmlns:a16="http://schemas.microsoft.com/office/drawing/2014/main" id="{B306CE6C-B5D7-44E9-A748-7585A98D3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49" name="Line 497">
              <a:extLst>
                <a:ext uri="{FF2B5EF4-FFF2-40B4-BE49-F238E27FC236}">
                  <a16:creationId xmlns:a16="http://schemas.microsoft.com/office/drawing/2014/main" id="{2714E14F-40F1-4E8F-9C90-E7FD9B266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0" name="Line 498">
              <a:extLst>
                <a:ext uri="{FF2B5EF4-FFF2-40B4-BE49-F238E27FC236}">
                  <a16:creationId xmlns:a16="http://schemas.microsoft.com/office/drawing/2014/main" id="{6840B4A6-F857-4A5E-BD6D-6EB6BA264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1" name="Line 499">
              <a:extLst>
                <a:ext uri="{FF2B5EF4-FFF2-40B4-BE49-F238E27FC236}">
                  <a16:creationId xmlns:a16="http://schemas.microsoft.com/office/drawing/2014/main" id="{136342AF-EC1A-4465-BAFC-72516569F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2" name="Line 500">
              <a:extLst>
                <a:ext uri="{FF2B5EF4-FFF2-40B4-BE49-F238E27FC236}">
                  <a16:creationId xmlns:a16="http://schemas.microsoft.com/office/drawing/2014/main" id="{53DCE98B-F91A-47E6-97E0-A353E124F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3" name="Line 501">
              <a:extLst>
                <a:ext uri="{FF2B5EF4-FFF2-40B4-BE49-F238E27FC236}">
                  <a16:creationId xmlns:a16="http://schemas.microsoft.com/office/drawing/2014/main" id="{4850BF80-4CEB-4FC3-92D3-53F5F2964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4" name="Line 502">
              <a:extLst>
                <a:ext uri="{FF2B5EF4-FFF2-40B4-BE49-F238E27FC236}">
                  <a16:creationId xmlns:a16="http://schemas.microsoft.com/office/drawing/2014/main" id="{BF873FF8-CF44-492C-AF2D-28EEFA754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5" name="Line 503">
              <a:extLst>
                <a:ext uri="{FF2B5EF4-FFF2-40B4-BE49-F238E27FC236}">
                  <a16:creationId xmlns:a16="http://schemas.microsoft.com/office/drawing/2014/main" id="{67787019-3F13-41CD-B3E9-EA090638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6" name="Line 504">
              <a:extLst>
                <a:ext uri="{FF2B5EF4-FFF2-40B4-BE49-F238E27FC236}">
                  <a16:creationId xmlns:a16="http://schemas.microsoft.com/office/drawing/2014/main" id="{0DF6F012-ED87-4334-A438-CCDA4F767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7" name="Line 505">
              <a:extLst>
                <a:ext uri="{FF2B5EF4-FFF2-40B4-BE49-F238E27FC236}">
                  <a16:creationId xmlns:a16="http://schemas.microsoft.com/office/drawing/2014/main" id="{E2F233AA-960B-4668-9497-163410C20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8" name="Line 506">
              <a:extLst>
                <a:ext uri="{FF2B5EF4-FFF2-40B4-BE49-F238E27FC236}">
                  <a16:creationId xmlns:a16="http://schemas.microsoft.com/office/drawing/2014/main" id="{23C663FE-A884-4B83-98D2-42CDE8628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59" name="Line 507">
              <a:extLst>
                <a:ext uri="{FF2B5EF4-FFF2-40B4-BE49-F238E27FC236}">
                  <a16:creationId xmlns:a16="http://schemas.microsoft.com/office/drawing/2014/main" id="{A501F9B6-B33D-4A00-BF34-CDB0060F6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0" name="Line 508">
              <a:extLst>
                <a:ext uri="{FF2B5EF4-FFF2-40B4-BE49-F238E27FC236}">
                  <a16:creationId xmlns:a16="http://schemas.microsoft.com/office/drawing/2014/main" id="{577DFA03-E960-4918-B297-2D24952B5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1" name="Line 509">
              <a:extLst>
                <a:ext uri="{FF2B5EF4-FFF2-40B4-BE49-F238E27FC236}">
                  <a16:creationId xmlns:a16="http://schemas.microsoft.com/office/drawing/2014/main" id="{95218D2B-7FA6-49CA-8F3C-C9F2F7EC7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2" name="Line 510">
              <a:extLst>
                <a:ext uri="{FF2B5EF4-FFF2-40B4-BE49-F238E27FC236}">
                  <a16:creationId xmlns:a16="http://schemas.microsoft.com/office/drawing/2014/main" id="{D2EC2C06-CBE2-4FEE-B6E5-6956B785C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3" name="Line 511">
              <a:extLst>
                <a:ext uri="{FF2B5EF4-FFF2-40B4-BE49-F238E27FC236}">
                  <a16:creationId xmlns:a16="http://schemas.microsoft.com/office/drawing/2014/main" id="{42170785-405B-408C-AB0D-184258C28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4" name="Line 512">
              <a:extLst>
                <a:ext uri="{FF2B5EF4-FFF2-40B4-BE49-F238E27FC236}">
                  <a16:creationId xmlns:a16="http://schemas.microsoft.com/office/drawing/2014/main" id="{58CC17A5-65F1-49A9-8A21-ED4F70E80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5" name="Line 513">
              <a:extLst>
                <a:ext uri="{FF2B5EF4-FFF2-40B4-BE49-F238E27FC236}">
                  <a16:creationId xmlns:a16="http://schemas.microsoft.com/office/drawing/2014/main" id="{C29403E3-F716-460A-A6D2-AF64DFBA2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6" name="Line 514">
              <a:extLst>
                <a:ext uri="{FF2B5EF4-FFF2-40B4-BE49-F238E27FC236}">
                  <a16:creationId xmlns:a16="http://schemas.microsoft.com/office/drawing/2014/main" id="{1B89EE73-142F-4C32-B2D7-59933F9C6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7" name="Line 515">
              <a:extLst>
                <a:ext uri="{FF2B5EF4-FFF2-40B4-BE49-F238E27FC236}">
                  <a16:creationId xmlns:a16="http://schemas.microsoft.com/office/drawing/2014/main" id="{58D0CF3E-05B8-4E5F-8756-45993D5C0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8" name="Line 516">
              <a:extLst>
                <a:ext uri="{FF2B5EF4-FFF2-40B4-BE49-F238E27FC236}">
                  <a16:creationId xmlns:a16="http://schemas.microsoft.com/office/drawing/2014/main" id="{F130E111-91D4-4F0E-BEDE-C00731F0F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69" name="Line 517">
              <a:extLst>
                <a:ext uri="{FF2B5EF4-FFF2-40B4-BE49-F238E27FC236}">
                  <a16:creationId xmlns:a16="http://schemas.microsoft.com/office/drawing/2014/main" id="{5A679843-442F-44EB-A730-187F5BD3B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0" name="Line 518">
              <a:extLst>
                <a:ext uri="{FF2B5EF4-FFF2-40B4-BE49-F238E27FC236}">
                  <a16:creationId xmlns:a16="http://schemas.microsoft.com/office/drawing/2014/main" id="{A3A53FD2-503A-4CE2-85EB-D5967C752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1" name="Line 519">
              <a:extLst>
                <a:ext uri="{FF2B5EF4-FFF2-40B4-BE49-F238E27FC236}">
                  <a16:creationId xmlns:a16="http://schemas.microsoft.com/office/drawing/2014/main" id="{5D73E64F-B1AA-4CDE-8B5B-7D2E093F2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2" name="Line 520">
              <a:extLst>
                <a:ext uri="{FF2B5EF4-FFF2-40B4-BE49-F238E27FC236}">
                  <a16:creationId xmlns:a16="http://schemas.microsoft.com/office/drawing/2014/main" id="{A223F332-97E3-4B4E-A5E7-E8631F386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3" name="Line 521">
              <a:extLst>
                <a:ext uri="{FF2B5EF4-FFF2-40B4-BE49-F238E27FC236}">
                  <a16:creationId xmlns:a16="http://schemas.microsoft.com/office/drawing/2014/main" id="{6A4FE1CF-4250-4529-94B0-94F4B7F4F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4" name="Line 522">
              <a:extLst>
                <a:ext uri="{FF2B5EF4-FFF2-40B4-BE49-F238E27FC236}">
                  <a16:creationId xmlns:a16="http://schemas.microsoft.com/office/drawing/2014/main" id="{AEEDEA72-6D5B-4779-8EA8-DF6F53368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5" name="Line 523">
              <a:extLst>
                <a:ext uri="{FF2B5EF4-FFF2-40B4-BE49-F238E27FC236}">
                  <a16:creationId xmlns:a16="http://schemas.microsoft.com/office/drawing/2014/main" id="{389EE0DE-4013-4876-8F27-358B04BE9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6" name="Line 524">
              <a:extLst>
                <a:ext uri="{FF2B5EF4-FFF2-40B4-BE49-F238E27FC236}">
                  <a16:creationId xmlns:a16="http://schemas.microsoft.com/office/drawing/2014/main" id="{2C67F00C-0CBC-4799-A5AF-F331C3685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7" name="Line 525">
              <a:extLst>
                <a:ext uri="{FF2B5EF4-FFF2-40B4-BE49-F238E27FC236}">
                  <a16:creationId xmlns:a16="http://schemas.microsoft.com/office/drawing/2014/main" id="{88230D52-13B1-4272-9534-D5DA26A02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8" name="Line 526">
              <a:extLst>
                <a:ext uri="{FF2B5EF4-FFF2-40B4-BE49-F238E27FC236}">
                  <a16:creationId xmlns:a16="http://schemas.microsoft.com/office/drawing/2014/main" id="{750ABFE4-30B4-4BBC-9B70-022CB64EB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79" name="Line 527">
              <a:extLst>
                <a:ext uri="{FF2B5EF4-FFF2-40B4-BE49-F238E27FC236}">
                  <a16:creationId xmlns:a16="http://schemas.microsoft.com/office/drawing/2014/main" id="{4A5B2698-3CEA-4C55-B982-335EDFD52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0" name="Line 528">
              <a:extLst>
                <a:ext uri="{FF2B5EF4-FFF2-40B4-BE49-F238E27FC236}">
                  <a16:creationId xmlns:a16="http://schemas.microsoft.com/office/drawing/2014/main" id="{2370056B-9EFC-4C10-A320-5E5868529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1" name="Line 529">
              <a:extLst>
                <a:ext uri="{FF2B5EF4-FFF2-40B4-BE49-F238E27FC236}">
                  <a16:creationId xmlns:a16="http://schemas.microsoft.com/office/drawing/2014/main" id="{896EC098-855D-4120-B2C6-550E2DF10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2" name="Line 530">
              <a:extLst>
                <a:ext uri="{FF2B5EF4-FFF2-40B4-BE49-F238E27FC236}">
                  <a16:creationId xmlns:a16="http://schemas.microsoft.com/office/drawing/2014/main" id="{A8F822A1-DB77-4D60-9E0B-F4EBB415F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3" name="Line 531">
              <a:extLst>
                <a:ext uri="{FF2B5EF4-FFF2-40B4-BE49-F238E27FC236}">
                  <a16:creationId xmlns:a16="http://schemas.microsoft.com/office/drawing/2014/main" id="{18242D54-3A49-4C15-B975-8681EDA86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4" name="Line 532">
              <a:extLst>
                <a:ext uri="{FF2B5EF4-FFF2-40B4-BE49-F238E27FC236}">
                  <a16:creationId xmlns:a16="http://schemas.microsoft.com/office/drawing/2014/main" id="{3F99B2F7-30F9-4D12-A7B8-9BBB25561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5" name="Line 533">
              <a:extLst>
                <a:ext uri="{FF2B5EF4-FFF2-40B4-BE49-F238E27FC236}">
                  <a16:creationId xmlns:a16="http://schemas.microsoft.com/office/drawing/2014/main" id="{CD3D872B-996F-44AB-84F2-13F26C103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6" name="Line 534">
              <a:extLst>
                <a:ext uri="{FF2B5EF4-FFF2-40B4-BE49-F238E27FC236}">
                  <a16:creationId xmlns:a16="http://schemas.microsoft.com/office/drawing/2014/main" id="{3DEAAFC8-7105-4AD4-B517-322E03D21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7" name="Line 535">
              <a:extLst>
                <a:ext uri="{FF2B5EF4-FFF2-40B4-BE49-F238E27FC236}">
                  <a16:creationId xmlns:a16="http://schemas.microsoft.com/office/drawing/2014/main" id="{C208DCAC-ACFF-46F3-838D-E377EFA8E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8" name="Line 536">
              <a:extLst>
                <a:ext uri="{FF2B5EF4-FFF2-40B4-BE49-F238E27FC236}">
                  <a16:creationId xmlns:a16="http://schemas.microsoft.com/office/drawing/2014/main" id="{112F4DE8-D22A-48D5-830E-43D5F168E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89" name="Line 537">
              <a:extLst>
                <a:ext uri="{FF2B5EF4-FFF2-40B4-BE49-F238E27FC236}">
                  <a16:creationId xmlns:a16="http://schemas.microsoft.com/office/drawing/2014/main" id="{B7AC713E-203B-49EC-A375-CD578AD2C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0" name="Line 538">
              <a:extLst>
                <a:ext uri="{FF2B5EF4-FFF2-40B4-BE49-F238E27FC236}">
                  <a16:creationId xmlns:a16="http://schemas.microsoft.com/office/drawing/2014/main" id="{4EA9EE44-D608-409B-ACF8-8595C2F36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1" name="Line 539">
              <a:extLst>
                <a:ext uri="{FF2B5EF4-FFF2-40B4-BE49-F238E27FC236}">
                  <a16:creationId xmlns:a16="http://schemas.microsoft.com/office/drawing/2014/main" id="{63F42CDA-A787-463B-89B8-5D56EB798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2" name="Line 540">
              <a:extLst>
                <a:ext uri="{FF2B5EF4-FFF2-40B4-BE49-F238E27FC236}">
                  <a16:creationId xmlns:a16="http://schemas.microsoft.com/office/drawing/2014/main" id="{1280622C-C200-4E32-9632-371826C5F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3" name="Line 541">
              <a:extLst>
                <a:ext uri="{FF2B5EF4-FFF2-40B4-BE49-F238E27FC236}">
                  <a16:creationId xmlns:a16="http://schemas.microsoft.com/office/drawing/2014/main" id="{E047C32A-42A2-420B-A101-9E7FC8E39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4" name="Line 542">
              <a:extLst>
                <a:ext uri="{FF2B5EF4-FFF2-40B4-BE49-F238E27FC236}">
                  <a16:creationId xmlns:a16="http://schemas.microsoft.com/office/drawing/2014/main" id="{ED4FAF2D-C369-408B-8453-59CD2B7B7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5" name="Line 543">
              <a:extLst>
                <a:ext uri="{FF2B5EF4-FFF2-40B4-BE49-F238E27FC236}">
                  <a16:creationId xmlns:a16="http://schemas.microsoft.com/office/drawing/2014/main" id="{3F005D98-E7C5-4BE3-9D09-FBCC9DFA0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6" name="Line 544">
              <a:extLst>
                <a:ext uri="{FF2B5EF4-FFF2-40B4-BE49-F238E27FC236}">
                  <a16:creationId xmlns:a16="http://schemas.microsoft.com/office/drawing/2014/main" id="{161F1ECD-9D19-496F-A885-0E4B2A72E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7" name="Line 545">
              <a:extLst>
                <a:ext uri="{FF2B5EF4-FFF2-40B4-BE49-F238E27FC236}">
                  <a16:creationId xmlns:a16="http://schemas.microsoft.com/office/drawing/2014/main" id="{AC832D72-07CB-4863-AA7C-B5090F6AD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8" name="Line 546">
              <a:extLst>
                <a:ext uri="{FF2B5EF4-FFF2-40B4-BE49-F238E27FC236}">
                  <a16:creationId xmlns:a16="http://schemas.microsoft.com/office/drawing/2014/main" id="{9D6ACB19-832B-4933-A08E-B6B1A24B1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199" name="Line 547">
              <a:extLst>
                <a:ext uri="{FF2B5EF4-FFF2-40B4-BE49-F238E27FC236}">
                  <a16:creationId xmlns:a16="http://schemas.microsoft.com/office/drawing/2014/main" id="{B018B407-6890-45D1-BB3E-A5273184E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0" name="Line 548">
              <a:extLst>
                <a:ext uri="{FF2B5EF4-FFF2-40B4-BE49-F238E27FC236}">
                  <a16:creationId xmlns:a16="http://schemas.microsoft.com/office/drawing/2014/main" id="{ABED543B-59AD-43E2-A6BE-B7252F4DB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1" name="Line 549">
              <a:extLst>
                <a:ext uri="{FF2B5EF4-FFF2-40B4-BE49-F238E27FC236}">
                  <a16:creationId xmlns:a16="http://schemas.microsoft.com/office/drawing/2014/main" id="{9D12E629-D631-45F3-B30B-0333F2497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2" name="Line 550">
              <a:extLst>
                <a:ext uri="{FF2B5EF4-FFF2-40B4-BE49-F238E27FC236}">
                  <a16:creationId xmlns:a16="http://schemas.microsoft.com/office/drawing/2014/main" id="{147EA08B-2632-4909-89AE-E7368DCB9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3" name="Line 551">
              <a:extLst>
                <a:ext uri="{FF2B5EF4-FFF2-40B4-BE49-F238E27FC236}">
                  <a16:creationId xmlns:a16="http://schemas.microsoft.com/office/drawing/2014/main" id="{978E3EEA-22A8-4A72-81CA-2E52F8036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4" name="Line 552">
              <a:extLst>
                <a:ext uri="{FF2B5EF4-FFF2-40B4-BE49-F238E27FC236}">
                  <a16:creationId xmlns:a16="http://schemas.microsoft.com/office/drawing/2014/main" id="{5A6A94DA-A7D8-47D0-BC71-895E31A7C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5" name="Line 553">
              <a:extLst>
                <a:ext uri="{FF2B5EF4-FFF2-40B4-BE49-F238E27FC236}">
                  <a16:creationId xmlns:a16="http://schemas.microsoft.com/office/drawing/2014/main" id="{F99BA297-8208-44CE-B00D-91625BA27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6" name="Line 554">
              <a:extLst>
                <a:ext uri="{FF2B5EF4-FFF2-40B4-BE49-F238E27FC236}">
                  <a16:creationId xmlns:a16="http://schemas.microsoft.com/office/drawing/2014/main" id="{09BD3684-1F89-49BA-B55C-DE151542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7" name="Line 555">
              <a:extLst>
                <a:ext uri="{FF2B5EF4-FFF2-40B4-BE49-F238E27FC236}">
                  <a16:creationId xmlns:a16="http://schemas.microsoft.com/office/drawing/2014/main" id="{9F0B3E7D-41FE-437F-AD65-D580C0686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8" name="Line 556">
              <a:extLst>
                <a:ext uri="{FF2B5EF4-FFF2-40B4-BE49-F238E27FC236}">
                  <a16:creationId xmlns:a16="http://schemas.microsoft.com/office/drawing/2014/main" id="{9580224A-24B5-4D83-853F-9629A249D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09" name="Line 557">
              <a:extLst>
                <a:ext uri="{FF2B5EF4-FFF2-40B4-BE49-F238E27FC236}">
                  <a16:creationId xmlns:a16="http://schemas.microsoft.com/office/drawing/2014/main" id="{73BDD76F-F803-4BC9-A435-26EE41376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0" name="Line 558">
              <a:extLst>
                <a:ext uri="{FF2B5EF4-FFF2-40B4-BE49-F238E27FC236}">
                  <a16:creationId xmlns:a16="http://schemas.microsoft.com/office/drawing/2014/main" id="{984F7A50-A7AF-4A82-84EA-9C7B7D0D6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1" name="Line 559">
              <a:extLst>
                <a:ext uri="{FF2B5EF4-FFF2-40B4-BE49-F238E27FC236}">
                  <a16:creationId xmlns:a16="http://schemas.microsoft.com/office/drawing/2014/main" id="{0AF79911-3B01-4C43-B7B3-34BB83900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2" name="Line 560">
              <a:extLst>
                <a:ext uri="{FF2B5EF4-FFF2-40B4-BE49-F238E27FC236}">
                  <a16:creationId xmlns:a16="http://schemas.microsoft.com/office/drawing/2014/main" id="{67137035-5F7C-4DAD-A15B-96C615537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3" name="Line 561">
              <a:extLst>
                <a:ext uri="{FF2B5EF4-FFF2-40B4-BE49-F238E27FC236}">
                  <a16:creationId xmlns:a16="http://schemas.microsoft.com/office/drawing/2014/main" id="{C038BA54-83D8-4575-8B2F-590C3C752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4" name="Line 562">
              <a:extLst>
                <a:ext uri="{FF2B5EF4-FFF2-40B4-BE49-F238E27FC236}">
                  <a16:creationId xmlns:a16="http://schemas.microsoft.com/office/drawing/2014/main" id="{C1536C76-22E8-4EF7-978E-FF657833E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5" name="Line 563">
              <a:extLst>
                <a:ext uri="{FF2B5EF4-FFF2-40B4-BE49-F238E27FC236}">
                  <a16:creationId xmlns:a16="http://schemas.microsoft.com/office/drawing/2014/main" id="{A22F70D9-2CD7-4A24-B91A-B94BEA3B3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6" name="Line 564">
              <a:extLst>
                <a:ext uri="{FF2B5EF4-FFF2-40B4-BE49-F238E27FC236}">
                  <a16:creationId xmlns:a16="http://schemas.microsoft.com/office/drawing/2014/main" id="{58455551-4138-4B2F-BB49-F52341C4A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7" name="Line 565">
              <a:extLst>
                <a:ext uri="{FF2B5EF4-FFF2-40B4-BE49-F238E27FC236}">
                  <a16:creationId xmlns:a16="http://schemas.microsoft.com/office/drawing/2014/main" id="{5C0C6F56-6F81-4E9D-AED1-090FA2146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8" name="Line 566">
              <a:extLst>
                <a:ext uri="{FF2B5EF4-FFF2-40B4-BE49-F238E27FC236}">
                  <a16:creationId xmlns:a16="http://schemas.microsoft.com/office/drawing/2014/main" id="{2A93D399-99DA-4E3D-B7C7-BC7002217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19" name="Line 567">
              <a:extLst>
                <a:ext uri="{FF2B5EF4-FFF2-40B4-BE49-F238E27FC236}">
                  <a16:creationId xmlns:a16="http://schemas.microsoft.com/office/drawing/2014/main" id="{1E91A23B-DB5B-4AB4-B3A5-902F6D8EB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0" name="Line 568">
              <a:extLst>
                <a:ext uri="{FF2B5EF4-FFF2-40B4-BE49-F238E27FC236}">
                  <a16:creationId xmlns:a16="http://schemas.microsoft.com/office/drawing/2014/main" id="{029F9855-3AA5-441C-A54B-98E0EF2E0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1" name="Line 569">
              <a:extLst>
                <a:ext uri="{FF2B5EF4-FFF2-40B4-BE49-F238E27FC236}">
                  <a16:creationId xmlns:a16="http://schemas.microsoft.com/office/drawing/2014/main" id="{A5018AC9-B5F3-482C-9C83-38C5B2FE0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2" name="Line 570">
              <a:extLst>
                <a:ext uri="{FF2B5EF4-FFF2-40B4-BE49-F238E27FC236}">
                  <a16:creationId xmlns:a16="http://schemas.microsoft.com/office/drawing/2014/main" id="{A998B977-7436-417D-B42A-6F2979466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3" name="Line 571">
              <a:extLst>
                <a:ext uri="{FF2B5EF4-FFF2-40B4-BE49-F238E27FC236}">
                  <a16:creationId xmlns:a16="http://schemas.microsoft.com/office/drawing/2014/main" id="{0BFD161D-DC13-4E77-9741-FF00A6935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4" name="Line 572">
              <a:extLst>
                <a:ext uri="{FF2B5EF4-FFF2-40B4-BE49-F238E27FC236}">
                  <a16:creationId xmlns:a16="http://schemas.microsoft.com/office/drawing/2014/main" id="{FD779F14-A906-427D-B48F-842B676CA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5" name="Line 573">
              <a:extLst>
                <a:ext uri="{FF2B5EF4-FFF2-40B4-BE49-F238E27FC236}">
                  <a16:creationId xmlns:a16="http://schemas.microsoft.com/office/drawing/2014/main" id="{C7CCCE92-8B11-4842-A8F7-8CE0DEF8C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6" name="Line 574">
              <a:extLst>
                <a:ext uri="{FF2B5EF4-FFF2-40B4-BE49-F238E27FC236}">
                  <a16:creationId xmlns:a16="http://schemas.microsoft.com/office/drawing/2014/main" id="{DE6967C5-25A1-465F-9820-9FF979D4F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7" name="Line 575">
              <a:extLst>
                <a:ext uri="{FF2B5EF4-FFF2-40B4-BE49-F238E27FC236}">
                  <a16:creationId xmlns:a16="http://schemas.microsoft.com/office/drawing/2014/main" id="{AFC47378-C1B4-4952-85D2-9D94A670B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8" name="Line 576">
              <a:extLst>
                <a:ext uri="{FF2B5EF4-FFF2-40B4-BE49-F238E27FC236}">
                  <a16:creationId xmlns:a16="http://schemas.microsoft.com/office/drawing/2014/main" id="{DC4E00F8-12BB-4513-A15C-8D5E62014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29" name="Line 577">
              <a:extLst>
                <a:ext uri="{FF2B5EF4-FFF2-40B4-BE49-F238E27FC236}">
                  <a16:creationId xmlns:a16="http://schemas.microsoft.com/office/drawing/2014/main" id="{A41A5A8B-976D-4DC8-89E1-F57CE6956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0" name="Line 578">
              <a:extLst>
                <a:ext uri="{FF2B5EF4-FFF2-40B4-BE49-F238E27FC236}">
                  <a16:creationId xmlns:a16="http://schemas.microsoft.com/office/drawing/2014/main" id="{BFC71213-452A-4B1F-A1BD-30763FF57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1" name="Line 579">
              <a:extLst>
                <a:ext uri="{FF2B5EF4-FFF2-40B4-BE49-F238E27FC236}">
                  <a16:creationId xmlns:a16="http://schemas.microsoft.com/office/drawing/2014/main" id="{122F691E-FAEF-4DC0-961C-27EF380E4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2" name="Line 580">
              <a:extLst>
                <a:ext uri="{FF2B5EF4-FFF2-40B4-BE49-F238E27FC236}">
                  <a16:creationId xmlns:a16="http://schemas.microsoft.com/office/drawing/2014/main" id="{9F3EA26E-99B1-4772-9CD9-6DD48E5F8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3" name="Line 581">
              <a:extLst>
                <a:ext uri="{FF2B5EF4-FFF2-40B4-BE49-F238E27FC236}">
                  <a16:creationId xmlns:a16="http://schemas.microsoft.com/office/drawing/2014/main" id="{BD1713CB-0472-4952-9F98-707943FE7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4" name="Line 582">
              <a:extLst>
                <a:ext uri="{FF2B5EF4-FFF2-40B4-BE49-F238E27FC236}">
                  <a16:creationId xmlns:a16="http://schemas.microsoft.com/office/drawing/2014/main" id="{7E9C3AD0-B072-4242-AD25-2C374505B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5" name="Line 583">
              <a:extLst>
                <a:ext uri="{FF2B5EF4-FFF2-40B4-BE49-F238E27FC236}">
                  <a16:creationId xmlns:a16="http://schemas.microsoft.com/office/drawing/2014/main" id="{434FD808-1620-4AB1-B63B-35878EDF1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6" name="Line 584">
              <a:extLst>
                <a:ext uri="{FF2B5EF4-FFF2-40B4-BE49-F238E27FC236}">
                  <a16:creationId xmlns:a16="http://schemas.microsoft.com/office/drawing/2014/main" id="{B2EE5EB4-542C-424F-9C54-FAB382BAC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7" name="Line 585">
              <a:extLst>
                <a:ext uri="{FF2B5EF4-FFF2-40B4-BE49-F238E27FC236}">
                  <a16:creationId xmlns:a16="http://schemas.microsoft.com/office/drawing/2014/main" id="{71C64C8B-1AAF-4623-AAE3-8640AF845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8" name="Line 586">
              <a:extLst>
                <a:ext uri="{FF2B5EF4-FFF2-40B4-BE49-F238E27FC236}">
                  <a16:creationId xmlns:a16="http://schemas.microsoft.com/office/drawing/2014/main" id="{D7700ED3-398E-4602-AB9A-EC4F7AAF0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39" name="Line 587">
              <a:extLst>
                <a:ext uri="{FF2B5EF4-FFF2-40B4-BE49-F238E27FC236}">
                  <a16:creationId xmlns:a16="http://schemas.microsoft.com/office/drawing/2014/main" id="{2CA962A7-BAC3-4186-8051-8BB38DE5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0" name="Line 588">
              <a:extLst>
                <a:ext uri="{FF2B5EF4-FFF2-40B4-BE49-F238E27FC236}">
                  <a16:creationId xmlns:a16="http://schemas.microsoft.com/office/drawing/2014/main" id="{18405241-DE37-4723-B06E-36CFE6F8F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1" name="Line 589">
              <a:extLst>
                <a:ext uri="{FF2B5EF4-FFF2-40B4-BE49-F238E27FC236}">
                  <a16:creationId xmlns:a16="http://schemas.microsoft.com/office/drawing/2014/main" id="{F680E63B-14FD-4DB1-A834-FEFBAFFDB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2" name="Line 590">
              <a:extLst>
                <a:ext uri="{FF2B5EF4-FFF2-40B4-BE49-F238E27FC236}">
                  <a16:creationId xmlns:a16="http://schemas.microsoft.com/office/drawing/2014/main" id="{E13A47AB-F1E0-4B4F-9E5D-2CF0B890B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3" name="Line 591">
              <a:extLst>
                <a:ext uri="{FF2B5EF4-FFF2-40B4-BE49-F238E27FC236}">
                  <a16:creationId xmlns:a16="http://schemas.microsoft.com/office/drawing/2014/main" id="{76FAAB0A-82AE-4343-AEB6-8EB09FEFE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4" name="Line 592">
              <a:extLst>
                <a:ext uri="{FF2B5EF4-FFF2-40B4-BE49-F238E27FC236}">
                  <a16:creationId xmlns:a16="http://schemas.microsoft.com/office/drawing/2014/main" id="{027009E4-36AC-44C7-8B64-A7559BB0F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5" name="Line 593">
              <a:extLst>
                <a:ext uri="{FF2B5EF4-FFF2-40B4-BE49-F238E27FC236}">
                  <a16:creationId xmlns:a16="http://schemas.microsoft.com/office/drawing/2014/main" id="{20BF7403-A139-413D-B4EB-138B15DEB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6" name="Line 594">
              <a:extLst>
                <a:ext uri="{FF2B5EF4-FFF2-40B4-BE49-F238E27FC236}">
                  <a16:creationId xmlns:a16="http://schemas.microsoft.com/office/drawing/2014/main" id="{9EADEA54-9137-4743-87EE-EBB4D6FFE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7" name="Line 595">
              <a:extLst>
                <a:ext uri="{FF2B5EF4-FFF2-40B4-BE49-F238E27FC236}">
                  <a16:creationId xmlns:a16="http://schemas.microsoft.com/office/drawing/2014/main" id="{CFE28BAF-CC74-494D-AE59-3F7AB404C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8" name="Line 596">
              <a:extLst>
                <a:ext uri="{FF2B5EF4-FFF2-40B4-BE49-F238E27FC236}">
                  <a16:creationId xmlns:a16="http://schemas.microsoft.com/office/drawing/2014/main" id="{48BD2974-9E03-4F91-ABEE-49606E07A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49" name="Line 597">
              <a:extLst>
                <a:ext uri="{FF2B5EF4-FFF2-40B4-BE49-F238E27FC236}">
                  <a16:creationId xmlns:a16="http://schemas.microsoft.com/office/drawing/2014/main" id="{539B8C8F-5B5A-4E63-8213-D536FC597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0" name="Line 598">
              <a:extLst>
                <a:ext uri="{FF2B5EF4-FFF2-40B4-BE49-F238E27FC236}">
                  <a16:creationId xmlns:a16="http://schemas.microsoft.com/office/drawing/2014/main" id="{438EFE80-4B19-40DD-BC45-7554CC1817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1" name="Line 599">
              <a:extLst>
                <a:ext uri="{FF2B5EF4-FFF2-40B4-BE49-F238E27FC236}">
                  <a16:creationId xmlns:a16="http://schemas.microsoft.com/office/drawing/2014/main" id="{B219667B-3158-489A-9A1D-90D6A7577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2" name="Line 600">
              <a:extLst>
                <a:ext uri="{FF2B5EF4-FFF2-40B4-BE49-F238E27FC236}">
                  <a16:creationId xmlns:a16="http://schemas.microsoft.com/office/drawing/2014/main" id="{A869C091-8D7E-4548-BD90-56CF0E9A1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3" name="Line 601">
              <a:extLst>
                <a:ext uri="{FF2B5EF4-FFF2-40B4-BE49-F238E27FC236}">
                  <a16:creationId xmlns:a16="http://schemas.microsoft.com/office/drawing/2014/main" id="{B3544A9A-5873-4F5A-AAAF-622CFBA47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4" name="Line 602">
              <a:extLst>
                <a:ext uri="{FF2B5EF4-FFF2-40B4-BE49-F238E27FC236}">
                  <a16:creationId xmlns:a16="http://schemas.microsoft.com/office/drawing/2014/main" id="{C2DEFAF7-F56F-4D84-95A5-FF2128819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5" name="Line 603">
              <a:extLst>
                <a:ext uri="{FF2B5EF4-FFF2-40B4-BE49-F238E27FC236}">
                  <a16:creationId xmlns:a16="http://schemas.microsoft.com/office/drawing/2014/main" id="{79C1214D-2CC4-4116-B0D7-F6E621563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6" name="Line 604">
              <a:extLst>
                <a:ext uri="{FF2B5EF4-FFF2-40B4-BE49-F238E27FC236}">
                  <a16:creationId xmlns:a16="http://schemas.microsoft.com/office/drawing/2014/main" id="{F8B76A72-4BFF-40E5-9985-2DEA7782E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7" name="Line 605">
              <a:extLst>
                <a:ext uri="{FF2B5EF4-FFF2-40B4-BE49-F238E27FC236}">
                  <a16:creationId xmlns:a16="http://schemas.microsoft.com/office/drawing/2014/main" id="{647106BF-43FA-45F0-A933-8D8631DEE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58" name="Line 606">
              <a:extLst>
                <a:ext uri="{FF2B5EF4-FFF2-40B4-BE49-F238E27FC236}">
                  <a16:creationId xmlns:a16="http://schemas.microsoft.com/office/drawing/2014/main" id="{7E9F6858-822F-44AB-B7C5-44A8E2AE9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43" name="Line 607">
            <a:extLst>
              <a:ext uri="{FF2B5EF4-FFF2-40B4-BE49-F238E27FC236}">
                <a16:creationId xmlns:a16="http://schemas.microsoft.com/office/drawing/2014/main" id="{40F951E6-D2FB-4DE1-B269-C85276965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0475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4" name="Line 608">
            <a:extLst>
              <a:ext uri="{FF2B5EF4-FFF2-40B4-BE49-F238E27FC236}">
                <a16:creationId xmlns:a16="http://schemas.microsoft.com/office/drawing/2014/main" id="{AE891B05-4439-4EEB-850D-EF1353EAA2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17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5" name="Line 609">
            <a:extLst>
              <a:ext uri="{FF2B5EF4-FFF2-40B4-BE49-F238E27FC236}">
                <a16:creationId xmlns:a16="http://schemas.microsoft.com/office/drawing/2014/main" id="{965A897C-40AD-438C-953B-DCA6275EF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6" name="Line 610">
            <a:extLst>
              <a:ext uri="{FF2B5EF4-FFF2-40B4-BE49-F238E27FC236}">
                <a16:creationId xmlns:a16="http://schemas.microsoft.com/office/drawing/2014/main" id="{7268B0AD-16F0-4817-B305-EE5CC436A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7" name="Line 611">
            <a:extLst>
              <a:ext uri="{FF2B5EF4-FFF2-40B4-BE49-F238E27FC236}">
                <a16:creationId xmlns:a16="http://schemas.microsoft.com/office/drawing/2014/main" id="{D9CFE843-F8B4-4EAB-B13E-1E14F895B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57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8" name="Line 612">
            <a:extLst>
              <a:ext uri="{FF2B5EF4-FFF2-40B4-BE49-F238E27FC236}">
                <a16:creationId xmlns:a16="http://schemas.microsoft.com/office/drawing/2014/main" id="{5C2F1388-3EDE-4179-AF35-4B0085BEC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68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9" name="Line 613">
            <a:extLst>
              <a:ext uri="{FF2B5EF4-FFF2-40B4-BE49-F238E27FC236}">
                <a16:creationId xmlns:a16="http://schemas.microsoft.com/office/drawing/2014/main" id="{72DB4246-13F3-4F9A-BBD9-B14184620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0" name="Line 614">
            <a:extLst>
              <a:ext uri="{FF2B5EF4-FFF2-40B4-BE49-F238E27FC236}">
                <a16:creationId xmlns:a16="http://schemas.microsoft.com/office/drawing/2014/main" id="{42206539-ADD3-4DFE-91B6-6C5794105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1" name="Line 615">
            <a:extLst>
              <a:ext uri="{FF2B5EF4-FFF2-40B4-BE49-F238E27FC236}">
                <a16:creationId xmlns:a16="http://schemas.microsoft.com/office/drawing/2014/main" id="{F3C17731-4158-45BC-B1C6-EC73DE447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2" name="Line 616">
            <a:extLst>
              <a:ext uri="{FF2B5EF4-FFF2-40B4-BE49-F238E27FC236}">
                <a16:creationId xmlns:a16="http://schemas.microsoft.com/office/drawing/2014/main" id="{C4E70FF9-3D89-4766-9862-CE2ADF0A4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036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3" name="Line 617">
            <a:extLst>
              <a:ext uri="{FF2B5EF4-FFF2-40B4-BE49-F238E27FC236}">
                <a16:creationId xmlns:a16="http://schemas.microsoft.com/office/drawing/2014/main" id="{77388285-3317-4735-9950-FD3939A30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4" name="Line 618">
            <a:extLst>
              <a:ext uri="{FF2B5EF4-FFF2-40B4-BE49-F238E27FC236}">
                <a16:creationId xmlns:a16="http://schemas.microsoft.com/office/drawing/2014/main" id="{0B73BA28-C565-457D-B219-805863B3F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291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5" name="Line 619">
            <a:extLst>
              <a:ext uri="{FF2B5EF4-FFF2-40B4-BE49-F238E27FC236}">
                <a16:creationId xmlns:a16="http://schemas.microsoft.com/office/drawing/2014/main" id="{58612406-11FC-4ED5-82B1-71ED7D9DA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6" name="Line 620">
            <a:extLst>
              <a:ext uri="{FF2B5EF4-FFF2-40B4-BE49-F238E27FC236}">
                <a16:creationId xmlns:a16="http://schemas.microsoft.com/office/drawing/2014/main" id="{AD0B8F67-7EBD-4FBF-9EDB-4BE1B43A8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546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7" name="Line 621">
            <a:extLst>
              <a:ext uri="{FF2B5EF4-FFF2-40B4-BE49-F238E27FC236}">
                <a16:creationId xmlns:a16="http://schemas.microsoft.com/office/drawing/2014/main" id="{42EA4557-DCC1-4454-B569-DC5C9BBD3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673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8" name="Line 622">
            <a:extLst>
              <a:ext uri="{FF2B5EF4-FFF2-40B4-BE49-F238E27FC236}">
                <a16:creationId xmlns:a16="http://schemas.microsoft.com/office/drawing/2014/main" id="{94887A1A-69E1-421D-98FB-DD3D3F407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801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9" name="Line 623">
            <a:extLst>
              <a:ext uri="{FF2B5EF4-FFF2-40B4-BE49-F238E27FC236}">
                <a16:creationId xmlns:a16="http://schemas.microsoft.com/office/drawing/2014/main" id="{D5E6FE51-2AAE-4785-B3C9-32C3114FA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0" name="Line 624">
            <a:extLst>
              <a:ext uri="{FF2B5EF4-FFF2-40B4-BE49-F238E27FC236}">
                <a16:creationId xmlns:a16="http://schemas.microsoft.com/office/drawing/2014/main" id="{5AAF7E23-3CD4-4497-A742-11945C600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1" name="Line 625">
            <a:extLst>
              <a:ext uri="{FF2B5EF4-FFF2-40B4-BE49-F238E27FC236}">
                <a16:creationId xmlns:a16="http://schemas.microsoft.com/office/drawing/2014/main" id="{F36C879A-9477-461D-ACC1-5C9EB7655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183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2" name="Line 626">
            <a:extLst>
              <a:ext uri="{FF2B5EF4-FFF2-40B4-BE49-F238E27FC236}">
                <a16:creationId xmlns:a16="http://schemas.microsoft.com/office/drawing/2014/main" id="{534BC2A0-15B1-4E7A-8AAD-64E679434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3" name="Line 627">
            <a:extLst>
              <a:ext uri="{FF2B5EF4-FFF2-40B4-BE49-F238E27FC236}">
                <a16:creationId xmlns:a16="http://schemas.microsoft.com/office/drawing/2014/main" id="{9E12FAA5-986E-4F94-A474-1D3BDD99E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4" name="Line 628">
            <a:extLst>
              <a:ext uri="{FF2B5EF4-FFF2-40B4-BE49-F238E27FC236}">
                <a16:creationId xmlns:a16="http://schemas.microsoft.com/office/drawing/2014/main" id="{DD6F70CF-F2E0-4484-8534-8E869AF50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5" name="Line 629">
            <a:extLst>
              <a:ext uri="{FF2B5EF4-FFF2-40B4-BE49-F238E27FC236}">
                <a16:creationId xmlns:a16="http://schemas.microsoft.com/office/drawing/2014/main" id="{F331EE6B-D214-4562-AE0B-9D02BA633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6" name="Line 630">
            <a:extLst>
              <a:ext uri="{FF2B5EF4-FFF2-40B4-BE49-F238E27FC236}">
                <a16:creationId xmlns:a16="http://schemas.microsoft.com/office/drawing/2014/main" id="{4D366AFE-7095-4F73-BCF6-DADCEF400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4821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7" name="Line 631">
            <a:extLst>
              <a:ext uri="{FF2B5EF4-FFF2-40B4-BE49-F238E27FC236}">
                <a16:creationId xmlns:a16="http://schemas.microsoft.com/office/drawing/2014/main" id="{A520F47F-E41D-418D-967B-6B01CD279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8" name="Line 632">
            <a:extLst>
              <a:ext uri="{FF2B5EF4-FFF2-40B4-BE49-F238E27FC236}">
                <a16:creationId xmlns:a16="http://schemas.microsoft.com/office/drawing/2014/main" id="{7F9991C1-506B-431D-B195-75F40039D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076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69" name="Line 633">
            <a:extLst>
              <a:ext uri="{FF2B5EF4-FFF2-40B4-BE49-F238E27FC236}">
                <a16:creationId xmlns:a16="http://schemas.microsoft.com/office/drawing/2014/main" id="{CB07B01A-15BF-4CD5-8427-7C62A46F2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203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0" name="Line 634">
            <a:extLst>
              <a:ext uri="{FF2B5EF4-FFF2-40B4-BE49-F238E27FC236}">
                <a16:creationId xmlns:a16="http://schemas.microsoft.com/office/drawing/2014/main" id="{A9C79BF8-0BD8-4CE2-9DFF-ADD6E201A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331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1" name="Line 635">
            <a:extLst>
              <a:ext uri="{FF2B5EF4-FFF2-40B4-BE49-F238E27FC236}">
                <a16:creationId xmlns:a16="http://schemas.microsoft.com/office/drawing/2014/main" id="{42A816A4-39B7-40AE-9A25-457A8701E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458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2" name="Line 636">
            <a:extLst>
              <a:ext uri="{FF2B5EF4-FFF2-40B4-BE49-F238E27FC236}">
                <a16:creationId xmlns:a16="http://schemas.microsoft.com/office/drawing/2014/main" id="{72555E32-8BDC-452F-B1EF-36C1A323B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586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3" name="Line 637">
            <a:extLst>
              <a:ext uri="{FF2B5EF4-FFF2-40B4-BE49-F238E27FC236}">
                <a16:creationId xmlns:a16="http://schemas.microsoft.com/office/drawing/2014/main" id="{1A33A318-3136-456A-B70A-B2D9D6CAE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713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4" name="Line 638">
            <a:extLst>
              <a:ext uri="{FF2B5EF4-FFF2-40B4-BE49-F238E27FC236}">
                <a16:creationId xmlns:a16="http://schemas.microsoft.com/office/drawing/2014/main" id="{72FCA6AE-BB38-459E-8FC2-2645A6D26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5" name="Line 639">
            <a:extLst>
              <a:ext uri="{FF2B5EF4-FFF2-40B4-BE49-F238E27FC236}">
                <a16:creationId xmlns:a16="http://schemas.microsoft.com/office/drawing/2014/main" id="{C736D735-0FE1-4E8B-9E16-0C8303CCD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8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6" name="Line 640">
            <a:extLst>
              <a:ext uri="{FF2B5EF4-FFF2-40B4-BE49-F238E27FC236}">
                <a16:creationId xmlns:a16="http://schemas.microsoft.com/office/drawing/2014/main" id="{E6713BF9-D784-4AED-9C1F-5438CBC37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7" name="Line 641">
            <a:extLst>
              <a:ext uri="{FF2B5EF4-FFF2-40B4-BE49-F238E27FC236}">
                <a16:creationId xmlns:a16="http://schemas.microsoft.com/office/drawing/2014/main" id="{93021362-1CC0-43CC-BBD0-BFB44134E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8" name="Line 642">
            <a:extLst>
              <a:ext uri="{FF2B5EF4-FFF2-40B4-BE49-F238E27FC236}">
                <a16:creationId xmlns:a16="http://schemas.microsoft.com/office/drawing/2014/main" id="{17A4B186-728C-4E48-9409-06664F808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9" name="Line 643">
            <a:extLst>
              <a:ext uri="{FF2B5EF4-FFF2-40B4-BE49-F238E27FC236}">
                <a16:creationId xmlns:a16="http://schemas.microsoft.com/office/drawing/2014/main" id="{A421E1BB-0F8F-4B24-ACB1-AE8CE0286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320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0" name="Line 644">
            <a:extLst>
              <a:ext uri="{FF2B5EF4-FFF2-40B4-BE49-F238E27FC236}">
                <a16:creationId xmlns:a16="http://schemas.microsoft.com/office/drawing/2014/main" id="{03265610-FBA3-464F-BE9A-E895DB8A0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1" name="Line 645">
            <a:extLst>
              <a:ext uri="{FF2B5EF4-FFF2-40B4-BE49-F238E27FC236}">
                <a16:creationId xmlns:a16="http://schemas.microsoft.com/office/drawing/2014/main" id="{95C7921E-6B0F-4C16-8B3D-34AACE42E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0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2" name="Line 646">
            <a:extLst>
              <a:ext uri="{FF2B5EF4-FFF2-40B4-BE49-F238E27FC236}">
                <a16:creationId xmlns:a16="http://schemas.microsoft.com/office/drawing/2014/main" id="{E8AF1173-320D-4E10-8AD8-A0F6B9C75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7025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3" name="Line 647">
            <a:extLst>
              <a:ext uri="{FF2B5EF4-FFF2-40B4-BE49-F238E27FC236}">
                <a16:creationId xmlns:a16="http://schemas.microsoft.com/office/drawing/2014/main" id="{7D842289-7C32-46FC-99EE-BBDEEE7E6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4" name="Line 648">
            <a:extLst>
              <a:ext uri="{FF2B5EF4-FFF2-40B4-BE49-F238E27FC236}">
                <a16:creationId xmlns:a16="http://schemas.microsoft.com/office/drawing/2014/main" id="{36379003-A6D2-4C55-9F80-E31B935CC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5" name="Line 649">
            <a:extLst>
              <a:ext uri="{FF2B5EF4-FFF2-40B4-BE49-F238E27FC236}">
                <a16:creationId xmlns:a16="http://schemas.microsoft.com/office/drawing/2014/main" id="{2898E222-35E4-434F-8BE8-602DAFC6A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6" name="Line 650">
            <a:extLst>
              <a:ext uri="{FF2B5EF4-FFF2-40B4-BE49-F238E27FC236}">
                <a16:creationId xmlns:a16="http://schemas.microsoft.com/office/drawing/2014/main" id="{1C19F474-EB9F-49B8-852B-5B0608C3C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212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7" name="Line 651">
            <a:extLst>
              <a:ext uri="{FF2B5EF4-FFF2-40B4-BE49-F238E27FC236}">
                <a16:creationId xmlns:a16="http://schemas.microsoft.com/office/drawing/2014/main" id="{BC468179-C039-47F7-AC58-737E65ED29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8" name="Line 652">
            <a:extLst>
              <a:ext uri="{FF2B5EF4-FFF2-40B4-BE49-F238E27FC236}">
                <a16:creationId xmlns:a16="http://schemas.microsoft.com/office/drawing/2014/main" id="{97DFE693-A941-43C2-A642-2300CCEEE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89" name="Line 653">
            <a:extLst>
              <a:ext uri="{FF2B5EF4-FFF2-40B4-BE49-F238E27FC236}">
                <a16:creationId xmlns:a16="http://schemas.microsoft.com/office/drawing/2014/main" id="{F391B874-5F05-4834-8439-8577E97C3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36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0" name="Line 654">
            <a:extLst>
              <a:ext uri="{FF2B5EF4-FFF2-40B4-BE49-F238E27FC236}">
                <a16:creationId xmlns:a16="http://schemas.microsoft.com/office/drawing/2014/main" id="{97E5C759-9531-4AF9-A28E-E03F94582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1" name="Line 655">
            <a:extLst>
              <a:ext uri="{FF2B5EF4-FFF2-40B4-BE49-F238E27FC236}">
                <a16:creationId xmlns:a16="http://schemas.microsoft.com/office/drawing/2014/main" id="{17BD7920-3F12-43E2-9BD3-53F9258A1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2" name="Line 656">
            <a:extLst>
              <a:ext uri="{FF2B5EF4-FFF2-40B4-BE49-F238E27FC236}">
                <a16:creationId xmlns:a16="http://schemas.microsoft.com/office/drawing/2014/main" id="{56919DA8-3E41-4709-A627-0A190545F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818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3" name="Line 657">
            <a:extLst>
              <a:ext uri="{FF2B5EF4-FFF2-40B4-BE49-F238E27FC236}">
                <a16:creationId xmlns:a16="http://schemas.microsoft.com/office/drawing/2014/main" id="{E9DF944C-6BDF-401C-8DAA-CF05BAA34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463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4" name="Line 658">
            <a:extLst>
              <a:ext uri="{FF2B5EF4-FFF2-40B4-BE49-F238E27FC236}">
                <a16:creationId xmlns:a16="http://schemas.microsoft.com/office/drawing/2014/main" id="{FD6E796C-0ACC-48E6-9B8B-532848C0B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0738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5" name="Line 659">
            <a:extLst>
              <a:ext uri="{FF2B5EF4-FFF2-40B4-BE49-F238E27FC236}">
                <a16:creationId xmlns:a16="http://schemas.microsoft.com/office/drawing/2014/main" id="{6987F129-6B76-47FF-8AF2-8E95C6ED1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201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6" name="Line 660">
            <a:extLst>
              <a:ext uri="{FF2B5EF4-FFF2-40B4-BE49-F238E27FC236}">
                <a16:creationId xmlns:a16="http://schemas.microsoft.com/office/drawing/2014/main" id="{56CA8D2F-844C-4DD4-B915-9CFC40880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328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7" name="Line 661">
            <a:extLst>
              <a:ext uri="{FF2B5EF4-FFF2-40B4-BE49-F238E27FC236}">
                <a16:creationId xmlns:a16="http://schemas.microsoft.com/office/drawing/2014/main" id="{DDA29EF5-F5A6-4F05-B098-6576BBBCB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8" name="Line 662">
            <a:extLst>
              <a:ext uri="{FF2B5EF4-FFF2-40B4-BE49-F238E27FC236}">
                <a16:creationId xmlns:a16="http://schemas.microsoft.com/office/drawing/2014/main" id="{8CAA8CED-8B43-4DA9-8442-5AFE2A1E7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9" name="Line 663">
            <a:extLst>
              <a:ext uri="{FF2B5EF4-FFF2-40B4-BE49-F238E27FC236}">
                <a16:creationId xmlns:a16="http://schemas.microsoft.com/office/drawing/2014/main" id="{48E590D1-B775-4B22-AED6-3F015B724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3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0" name="Line 664">
            <a:extLst>
              <a:ext uri="{FF2B5EF4-FFF2-40B4-BE49-F238E27FC236}">
                <a16:creationId xmlns:a16="http://schemas.microsoft.com/office/drawing/2014/main" id="{C9EE434F-4BC8-4FFD-AE3C-A1C786A5F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1" name="Line 665">
            <a:extLst>
              <a:ext uri="{FF2B5EF4-FFF2-40B4-BE49-F238E27FC236}">
                <a16:creationId xmlns:a16="http://schemas.microsoft.com/office/drawing/2014/main" id="{0117535F-DEF5-4C2B-B2C1-991880244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2" name="Line 666">
            <a:extLst>
              <a:ext uri="{FF2B5EF4-FFF2-40B4-BE49-F238E27FC236}">
                <a16:creationId xmlns:a16="http://schemas.microsoft.com/office/drawing/2014/main" id="{D2988EDB-C22F-4E20-88CD-029F01CD3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9350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3" name="Line 667">
            <a:extLst>
              <a:ext uri="{FF2B5EF4-FFF2-40B4-BE49-F238E27FC236}">
                <a16:creationId xmlns:a16="http://schemas.microsoft.com/office/drawing/2014/main" id="{09D9D523-2DAF-4F95-8AA5-3C8B72197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4" name="Line 668">
            <a:extLst>
              <a:ext uri="{FF2B5EF4-FFF2-40B4-BE49-F238E27FC236}">
                <a16:creationId xmlns:a16="http://schemas.microsoft.com/office/drawing/2014/main" id="{515F5E68-3DE6-4A23-9298-F4DDC757A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5" name="Line 669">
            <a:extLst>
              <a:ext uri="{FF2B5EF4-FFF2-40B4-BE49-F238E27FC236}">
                <a16:creationId xmlns:a16="http://schemas.microsoft.com/office/drawing/2014/main" id="{9DF06BD6-6262-4979-AE1A-43D3D3F67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3971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6" name="Line 670">
            <a:extLst>
              <a:ext uri="{FF2B5EF4-FFF2-40B4-BE49-F238E27FC236}">
                <a16:creationId xmlns:a16="http://schemas.microsoft.com/office/drawing/2014/main" id="{DC1C589A-A65F-4492-A1E3-64002F302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3971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7" name="Line 671">
            <a:extLst>
              <a:ext uri="{FF2B5EF4-FFF2-40B4-BE49-F238E27FC236}">
                <a16:creationId xmlns:a16="http://schemas.microsoft.com/office/drawing/2014/main" id="{AFD3E03E-144F-428E-A880-77197DA04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8" name="Line 672">
            <a:extLst>
              <a:ext uri="{FF2B5EF4-FFF2-40B4-BE49-F238E27FC236}">
                <a16:creationId xmlns:a16="http://schemas.microsoft.com/office/drawing/2014/main" id="{3878D363-EAC4-4656-AF1D-3146D31C2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858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9" name="Line 673">
            <a:extLst>
              <a:ext uri="{FF2B5EF4-FFF2-40B4-BE49-F238E27FC236}">
                <a16:creationId xmlns:a16="http://schemas.microsoft.com/office/drawing/2014/main" id="{4A44055F-3BA9-4409-876D-5A965B137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86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0" name="Line 674">
            <a:extLst>
              <a:ext uri="{FF2B5EF4-FFF2-40B4-BE49-F238E27FC236}">
                <a16:creationId xmlns:a16="http://schemas.microsoft.com/office/drawing/2014/main" id="{3A5BEFE7-FC82-46D8-A5CD-48A9C70FD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13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1" name="Line 675">
            <a:extLst>
              <a:ext uri="{FF2B5EF4-FFF2-40B4-BE49-F238E27FC236}">
                <a16:creationId xmlns:a16="http://schemas.microsoft.com/office/drawing/2014/main" id="{8934A3E7-9C92-44BF-BFD5-AA377E67B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2" name="Line 676">
            <a:extLst>
              <a:ext uri="{FF2B5EF4-FFF2-40B4-BE49-F238E27FC236}">
                <a16:creationId xmlns:a16="http://schemas.microsoft.com/office/drawing/2014/main" id="{7EA279DB-83ED-4C4A-8BFB-23DCB4BF2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3" name="Line 677">
            <a:extLst>
              <a:ext uri="{FF2B5EF4-FFF2-40B4-BE49-F238E27FC236}">
                <a16:creationId xmlns:a16="http://schemas.microsoft.com/office/drawing/2014/main" id="{F350BB1B-D451-4A50-BEB0-878DB4156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4963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4" name="Line 678">
            <a:extLst>
              <a:ext uri="{FF2B5EF4-FFF2-40B4-BE49-F238E27FC236}">
                <a16:creationId xmlns:a16="http://schemas.microsoft.com/office/drawing/2014/main" id="{6AB78C38-BDDE-4AD5-88ED-92804E43A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5" name="Line 679">
            <a:extLst>
              <a:ext uri="{FF2B5EF4-FFF2-40B4-BE49-F238E27FC236}">
                <a16:creationId xmlns:a16="http://schemas.microsoft.com/office/drawing/2014/main" id="{5DE53DC8-D6A2-4D95-994D-9409FEC29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6" name="Line 680">
            <a:extLst>
              <a:ext uri="{FF2B5EF4-FFF2-40B4-BE49-F238E27FC236}">
                <a16:creationId xmlns:a16="http://schemas.microsoft.com/office/drawing/2014/main" id="{FFC79F2B-5FDE-491A-B5E9-284F1BB3D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720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7" name="Line 681">
            <a:extLst>
              <a:ext uri="{FF2B5EF4-FFF2-40B4-BE49-F238E27FC236}">
                <a16:creationId xmlns:a16="http://schemas.microsoft.com/office/drawing/2014/main" id="{63E98376-56F8-4C84-93B3-9C826D171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475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8" name="Line 682">
            <a:extLst>
              <a:ext uri="{FF2B5EF4-FFF2-40B4-BE49-F238E27FC236}">
                <a16:creationId xmlns:a16="http://schemas.microsoft.com/office/drawing/2014/main" id="{ABC9C127-6FFC-44C2-AC16-C28032E24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0" y="3971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19" name="Line 683">
            <a:extLst>
              <a:ext uri="{FF2B5EF4-FFF2-40B4-BE49-F238E27FC236}">
                <a16:creationId xmlns:a16="http://schemas.microsoft.com/office/drawing/2014/main" id="{2D8D591C-171C-4DDC-8206-4C96041E9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1025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0" name="Line 684">
            <a:extLst>
              <a:ext uri="{FF2B5EF4-FFF2-40B4-BE49-F238E27FC236}">
                <a16:creationId xmlns:a16="http://schemas.microsoft.com/office/drawing/2014/main" id="{C05CF03D-98BE-490A-91FF-FEBC25BBB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3971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1" name="Line 685">
            <a:extLst>
              <a:ext uri="{FF2B5EF4-FFF2-40B4-BE49-F238E27FC236}">
                <a16:creationId xmlns:a16="http://schemas.microsoft.com/office/drawing/2014/main" id="{3052262B-7FB8-46A5-8634-B1D9E6562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100" y="4884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2" name="Line 686">
            <a:extLst>
              <a:ext uri="{FF2B5EF4-FFF2-40B4-BE49-F238E27FC236}">
                <a16:creationId xmlns:a16="http://schemas.microsoft.com/office/drawing/2014/main" id="{817802E0-91A2-41D1-8DFF-E46CE6538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4925" y="4884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3" name="Rectangle 687">
            <a:extLst>
              <a:ext uri="{FF2B5EF4-FFF2-40B4-BE49-F238E27FC236}">
                <a16:creationId xmlns:a16="http://schemas.microsoft.com/office/drawing/2014/main" id="{DEBE4E6A-E086-4C62-907A-9956C3BA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338" y="5202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24" name="Line 688">
            <a:extLst>
              <a:ext uri="{FF2B5EF4-FFF2-40B4-BE49-F238E27FC236}">
                <a16:creationId xmlns:a16="http://schemas.microsoft.com/office/drawing/2014/main" id="{2A226531-6966-4DFE-8F48-552D401D0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0075" y="4884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5" name="Line 689">
            <a:extLst>
              <a:ext uri="{FF2B5EF4-FFF2-40B4-BE49-F238E27FC236}">
                <a16:creationId xmlns:a16="http://schemas.microsoft.com/office/drawing/2014/main" id="{8AD12423-B507-413C-9D2A-6D38192D7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4884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6" name="Rectangle 690">
            <a:extLst>
              <a:ext uri="{FF2B5EF4-FFF2-40B4-BE49-F238E27FC236}">
                <a16:creationId xmlns:a16="http://schemas.microsoft.com/office/drawing/2014/main" id="{A95BC012-EAB2-4C49-8E4E-DDCDB9DA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5202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27" name="Line 691">
            <a:extLst>
              <a:ext uri="{FF2B5EF4-FFF2-40B4-BE49-F238E27FC236}">
                <a16:creationId xmlns:a16="http://schemas.microsoft.com/office/drawing/2014/main" id="{C5FBA551-2FA7-4D1B-9694-DB868E4096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313" y="4884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8" name="Line 692">
            <a:extLst>
              <a:ext uri="{FF2B5EF4-FFF2-40B4-BE49-F238E27FC236}">
                <a16:creationId xmlns:a16="http://schemas.microsoft.com/office/drawing/2014/main" id="{DDE41437-42C6-4F8D-984B-96A60612F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0138" y="4884738"/>
            <a:ext cx="512762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9" name="Rectangle 693">
            <a:extLst>
              <a:ext uri="{FF2B5EF4-FFF2-40B4-BE49-F238E27FC236}">
                <a16:creationId xmlns:a16="http://schemas.microsoft.com/office/drawing/2014/main" id="{1C0D065C-6E09-4731-8F22-57C60E398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5202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30" name="Line 694">
            <a:extLst>
              <a:ext uri="{FF2B5EF4-FFF2-40B4-BE49-F238E27FC236}">
                <a16:creationId xmlns:a16="http://schemas.microsoft.com/office/drawing/2014/main" id="{C423801D-D4FF-4A21-8BCB-688B5B4661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2963" y="4884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1" name="Line 695">
            <a:extLst>
              <a:ext uri="{FF2B5EF4-FFF2-40B4-BE49-F238E27FC236}">
                <a16:creationId xmlns:a16="http://schemas.microsoft.com/office/drawing/2014/main" id="{C35C17A6-7B61-4BBF-A205-0830245E3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884738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2" name="Rectangle 696">
            <a:extLst>
              <a:ext uri="{FF2B5EF4-FFF2-40B4-BE49-F238E27FC236}">
                <a16:creationId xmlns:a16="http://schemas.microsoft.com/office/drawing/2014/main" id="{21A3530C-9965-4D31-BBF7-021897523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13" y="5202238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33" name="Line 697">
            <a:extLst>
              <a:ext uri="{FF2B5EF4-FFF2-40B4-BE49-F238E27FC236}">
                <a16:creationId xmlns:a16="http://schemas.microsoft.com/office/drawing/2014/main" id="{FAC2DC9A-FB56-4BA1-86DA-29D1A5BF7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7025" y="4884738"/>
            <a:ext cx="1588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4" name="Line 698">
            <a:extLst>
              <a:ext uri="{FF2B5EF4-FFF2-40B4-BE49-F238E27FC236}">
                <a16:creationId xmlns:a16="http://schemas.microsoft.com/office/drawing/2014/main" id="{7523F099-64B6-41FF-96EC-34D4984DE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9850" y="4884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5" name="Rectangle 699">
            <a:extLst>
              <a:ext uri="{FF2B5EF4-FFF2-40B4-BE49-F238E27FC236}">
                <a16:creationId xmlns:a16="http://schemas.microsoft.com/office/drawing/2014/main" id="{D8FFCAA3-F37A-4DA4-A9CB-A5AC51E10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5202238"/>
            <a:ext cx="873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36" name="Line 700">
            <a:extLst>
              <a:ext uri="{FF2B5EF4-FFF2-40B4-BE49-F238E27FC236}">
                <a16:creationId xmlns:a16="http://schemas.microsoft.com/office/drawing/2014/main" id="{0B315A83-8D05-410F-9BDC-FE41AFD888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1088" y="4884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7" name="Line 701">
            <a:extLst>
              <a:ext uri="{FF2B5EF4-FFF2-40B4-BE49-F238E27FC236}">
                <a16:creationId xmlns:a16="http://schemas.microsoft.com/office/drawing/2014/main" id="{537BE938-FD72-442E-AAF2-C4BA3DE80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3913" y="4884738"/>
            <a:ext cx="515937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8" name="Rectangle 702">
            <a:extLst>
              <a:ext uri="{FF2B5EF4-FFF2-40B4-BE49-F238E27FC236}">
                <a16:creationId xmlns:a16="http://schemas.microsoft.com/office/drawing/2014/main" id="{F3971B9E-37B4-49E4-AF67-E71D233DE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520223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39" name="Line 703">
            <a:extLst>
              <a:ext uri="{FF2B5EF4-FFF2-40B4-BE49-F238E27FC236}">
                <a16:creationId xmlns:a16="http://schemas.microsoft.com/office/drawing/2014/main" id="{830E807C-D72E-402C-B794-055A02883C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6738" y="4884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0" name="Line 704">
            <a:extLst>
              <a:ext uri="{FF2B5EF4-FFF2-40B4-BE49-F238E27FC236}">
                <a16:creationId xmlns:a16="http://schemas.microsoft.com/office/drawing/2014/main" id="{DE2B5427-5F99-4D13-BBF5-D1E4813FC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563" y="4884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1" name="Rectangle 705">
            <a:extLst>
              <a:ext uri="{FF2B5EF4-FFF2-40B4-BE49-F238E27FC236}">
                <a16:creationId xmlns:a16="http://schemas.microsoft.com/office/drawing/2014/main" id="{4A6348AF-0066-4C21-B65A-16BA09A6C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75" y="5202238"/>
            <a:ext cx="825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42" name="Line 706">
            <a:extLst>
              <a:ext uri="{FF2B5EF4-FFF2-40B4-BE49-F238E27FC236}">
                <a16:creationId xmlns:a16="http://schemas.microsoft.com/office/drawing/2014/main" id="{B212158A-9150-4A83-B3E3-861BCAD216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2388" y="4884738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3" name="Line 707">
            <a:extLst>
              <a:ext uri="{FF2B5EF4-FFF2-40B4-BE49-F238E27FC236}">
                <a16:creationId xmlns:a16="http://schemas.microsoft.com/office/drawing/2014/main" id="{C51CAAD4-242B-43E1-BE6C-B8290EF3E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5213" y="4884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4" name="Rectangle 708">
            <a:extLst>
              <a:ext uri="{FF2B5EF4-FFF2-40B4-BE49-F238E27FC236}">
                <a16:creationId xmlns:a16="http://schemas.microsoft.com/office/drawing/2014/main" id="{3AA002AA-469F-40C7-BBA0-DC487B370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520223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45" name="Line 709">
            <a:extLst>
              <a:ext uri="{FF2B5EF4-FFF2-40B4-BE49-F238E27FC236}">
                <a16:creationId xmlns:a16="http://schemas.microsoft.com/office/drawing/2014/main" id="{A7052039-F0A6-4F31-913C-827DB9C6F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8038" y="4884738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6" name="Line 710">
            <a:extLst>
              <a:ext uri="{FF2B5EF4-FFF2-40B4-BE49-F238E27FC236}">
                <a16:creationId xmlns:a16="http://schemas.microsoft.com/office/drawing/2014/main" id="{E4D2E362-F062-4660-BFDF-B5FD4F697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0863" y="4884738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7" name="Rectangle 711">
            <a:extLst>
              <a:ext uri="{FF2B5EF4-FFF2-40B4-BE49-F238E27FC236}">
                <a16:creationId xmlns:a16="http://schemas.microsoft.com/office/drawing/2014/main" id="{92C0A637-2255-4724-89F6-093D0327E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5202238"/>
            <a:ext cx="873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7208" name="Freeform 712">
            <a:extLst>
              <a:ext uri="{FF2B5EF4-FFF2-40B4-BE49-F238E27FC236}">
                <a16:creationId xmlns:a16="http://schemas.microsoft.com/office/drawing/2014/main" id="{C0BC6D48-18CC-4A0C-8FCF-523CA5053DD6}"/>
              </a:ext>
            </a:extLst>
          </p:cNvPr>
          <p:cNvSpPr>
            <a:spLocks/>
          </p:cNvSpPr>
          <p:nvPr/>
        </p:nvSpPr>
        <p:spPr bwMode="auto">
          <a:xfrm>
            <a:off x="2825750" y="4511675"/>
            <a:ext cx="1543050" cy="131763"/>
          </a:xfrm>
          <a:custGeom>
            <a:avLst/>
            <a:gdLst>
              <a:gd name="T0" fmla="*/ 15984782 w 863"/>
              <a:gd name="T1" fmla="*/ 241131780 h 72"/>
              <a:gd name="T2" fmla="*/ 2147483646 w 863"/>
              <a:gd name="T3" fmla="*/ 241131780 h 72"/>
              <a:gd name="T4" fmla="*/ 2147483646 w 863"/>
              <a:gd name="T5" fmla="*/ 234433828 h 72"/>
              <a:gd name="T6" fmla="*/ 2147483646 w 863"/>
              <a:gd name="T7" fmla="*/ 221037923 h 72"/>
              <a:gd name="T8" fmla="*/ 2147483646 w 863"/>
              <a:gd name="T9" fmla="*/ 20093858 h 72"/>
              <a:gd name="T10" fmla="*/ 2147483646 w 863"/>
              <a:gd name="T11" fmla="*/ 6697953 h 72"/>
              <a:gd name="T12" fmla="*/ 2147483646 w 863"/>
              <a:gd name="T13" fmla="*/ 0 h 72"/>
              <a:gd name="T14" fmla="*/ 15984782 w 863"/>
              <a:gd name="T15" fmla="*/ 0 h 72"/>
              <a:gd name="T16" fmla="*/ 6393913 w 863"/>
              <a:gd name="T17" fmla="*/ 6697953 h 72"/>
              <a:gd name="T18" fmla="*/ 0 w 863"/>
              <a:gd name="T19" fmla="*/ 20093858 h 72"/>
              <a:gd name="T20" fmla="*/ 0 w 863"/>
              <a:gd name="T21" fmla="*/ 221037923 h 72"/>
              <a:gd name="T22" fmla="*/ 6393913 w 863"/>
              <a:gd name="T23" fmla="*/ 234433828 h 72"/>
              <a:gd name="T24" fmla="*/ 15984782 w 863"/>
              <a:gd name="T25" fmla="*/ 241131780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5" y="72"/>
                </a:moveTo>
                <a:lnTo>
                  <a:pt x="857" y="72"/>
                </a:lnTo>
                <a:lnTo>
                  <a:pt x="861" y="70"/>
                </a:lnTo>
                <a:lnTo>
                  <a:pt x="863" y="66"/>
                </a:lnTo>
                <a:lnTo>
                  <a:pt x="863" y="6"/>
                </a:lnTo>
                <a:lnTo>
                  <a:pt x="861" y="2"/>
                </a:lnTo>
                <a:lnTo>
                  <a:pt x="857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7209" name="Freeform 713">
            <a:extLst>
              <a:ext uri="{FF2B5EF4-FFF2-40B4-BE49-F238E27FC236}">
                <a16:creationId xmlns:a16="http://schemas.microsoft.com/office/drawing/2014/main" id="{D450ED54-3A32-4606-9F19-2C470B412581}"/>
              </a:ext>
            </a:extLst>
          </p:cNvPr>
          <p:cNvSpPr>
            <a:spLocks/>
          </p:cNvSpPr>
          <p:nvPr/>
        </p:nvSpPr>
        <p:spPr bwMode="auto">
          <a:xfrm>
            <a:off x="3854450" y="4267200"/>
            <a:ext cx="2058988" cy="131763"/>
          </a:xfrm>
          <a:custGeom>
            <a:avLst/>
            <a:gdLst>
              <a:gd name="T0" fmla="*/ 19199929 w 1151"/>
              <a:gd name="T1" fmla="*/ 241131780 h 72"/>
              <a:gd name="T2" fmla="*/ 2147483646 w 1151"/>
              <a:gd name="T3" fmla="*/ 241131780 h 72"/>
              <a:gd name="T4" fmla="*/ 2147483646 w 1151"/>
              <a:gd name="T5" fmla="*/ 234433828 h 72"/>
              <a:gd name="T6" fmla="*/ 2147483646 w 1151"/>
              <a:gd name="T7" fmla="*/ 221037923 h 72"/>
              <a:gd name="T8" fmla="*/ 2147483646 w 1151"/>
              <a:gd name="T9" fmla="*/ 20093858 h 72"/>
              <a:gd name="T10" fmla="*/ 2147483646 w 1151"/>
              <a:gd name="T11" fmla="*/ 6697953 h 72"/>
              <a:gd name="T12" fmla="*/ 2147483646 w 1151"/>
              <a:gd name="T13" fmla="*/ 0 h 72"/>
              <a:gd name="T14" fmla="*/ 19199929 w 1151"/>
              <a:gd name="T15" fmla="*/ 0 h 72"/>
              <a:gd name="T16" fmla="*/ 6400573 w 1151"/>
              <a:gd name="T17" fmla="*/ 6697953 h 72"/>
              <a:gd name="T18" fmla="*/ 0 w 1151"/>
              <a:gd name="T19" fmla="*/ 20093858 h 72"/>
              <a:gd name="T20" fmla="*/ 0 w 1151"/>
              <a:gd name="T21" fmla="*/ 221037923 h 72"/>
              <a:gd name="T22" fmla="*/ 6400573 w 1151"/>
              <a:gd name="T23" fmla="*/ 234433828 h 72"/>
              <a:gd name="T24" fmla="*/ 19199929 w 1151"/>
              <a:gd name="T25" fmla="*/ 241131780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51"/>
              <a:gd name="T40" fmla="*/ 0 h 72"/>
              <a:gd name="T41" fmla="*/ 1151 w 1151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51" h="72">
                <a:moveTo>
                  <a:pt x="6" y="72"/>
                </a:moveTo>
                <a:lnTo>
                  <a:pt x="1146" y="72"/>
                </a:lnTo>
                <a:lnTo>
                  <a:pt x="1150" y="70"/>
                </a:lnTo>
                <a:lnTo>
                  <a:pt x="1151" y="66"/>
                </a:lnTo>
                <a:lnTo>
                  <a:pt x="1151" y="6"/>
                </a:lnTo>
                <a:lnTo>
                  <a:pt x="1150" y="2"/>
                </a:lnTo>
                <a:lnTo>
                  <a:pt x="1146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7210" name="Freeform 714">
            <a:extLst>
              <a:ext uri="{FF2B5EF4-FFF2-40B4-BE49-F238E27FC236}">
                <a16:creationId xmlns:a16="http://schemas.microsoft.com/office/drawing/2014/main" id="{B5DB5D03-5CE8-4D1F-9C1F-6A3001955B98}"/>
              </a:ext>
            </a:extLst>
          </p:cNvPr>
          <p:cNvSpPr>
            <a:spLocks/>
          </p:cNvSpPr>
          <p:nvPr/>
        </p:nvSpPr>
        <p:spPr bwMode="auto">
          <a:xfrm>
            <a:off x="5399088" y="3962400"/>
            <a:ext cx="1544637" cy="128588"/>
          </a:xfrm>
          <a:custGeom>
            <a:avLst/>
            <a:gdLst>
              <a:gd name="T0" fmla="*/ 16017331 w 863"/>
              <a:gd name="T1" fmla="*/ 232885546 h 71"/>
              <a:gd name="T2" fmla="*/ 2147483646 w 863"/>
              <a:gd name="T3" fmla="*/ 232885546 h 71"/>
              <a:gd name="T4" fmla="*/ 2147483646 w 863"/>
              <a:gd name="T5" fmla="*/ 226325747 h 71"/>
              <a:gd name="T6" fmla="*/ 2147483646 w 863"/>
              <a:gd name="T7" fmla="*/ 216486048 h 71"/>
              <a:gd name="T8" fmla="*/ 2147483646 w 863"/>
              <a:gd name="T9" fmla="*/ 16399498 h 71"/>
              <a:gd name="T10" fmla="*/ 2147483646 w 863"/>
              <a:gd name="T11" fmla="*/ 3279900 h 71"/>
              <a:gd name="T12" fmla="*/ 2147483646 w 863"/>
              <a:gd name="T13" fmla="*/ 0 h 71"/>
              <a:gd name="T14" fmla="*/ 16017331 w 863"/>
              <a:gd name="T15" fmla="*/ 0 h 71"/>
              <a:gd name="T16" fmla="*/ 6407648 w 863"/>
              <a:gd name="T17" fmla="*/ 3279900 h 71"/>
              <a:gd name="T18" fmla="*/ 0 w 863"/>
              <a:gd name="T19" fmla="*/ 16399498 h 71"/>
              <a:gd name="T20" fmla="*/ 0 w 863"/>
              <a:gd name="T21" fmla="*/ 216486048 h 71"/>
              <a:gd name="T22" fmla="*/ 6407648 w 863"/>
              <a:gd name="T23" fmla="*/ 226325747 h 71"/>
              <a:gd name="T24" fmla="*/ 16017331 w 863"/>
              <a:gd name="T25" fmla="*/ 232885546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1"/>
              <a:gd name="T41" fmla="*/ 863 w 863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1">
                <a:moveTo>
                  <a:pt x="5" y="71"/>
                </a:moveTo>
                <a:lnTo>
                  <a:pt x="857" y="71"/>
                </a:lnTo>
                <a:lnTo>
                  <a:pt x="862" y="69"/>
                </a:lnTo>
                <a:lnTo>
                  <a:pt x="863" y="66"/>
                </a:lnTo>
                <a:lnTo>
                  <a:pt x="863" y="5"/>
                </a:lnTo>
                <a:lnTo>
                  <a:pt x="862" y="1"/>
                </a:lnTo>
                <a:lnTo>
                  <a:pt x="857" y="0"/>
                </a:lnTo>
                <a:lnTo>
                  <a:pt x="5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5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7211" name="Freeform 715">
            <a:extLst>
              <a:ext uri="{FF2B5EF4-FFF2-40B4-BE49-F238E27FC236}">
                <a16:creationId xmlns:a16="http://schemas.microsoft.com/office/drawing/2014/main" id="{33277DE2-2416-4007-A042-E42EBE80B0E1}"/>
              </a:ext>
            </a:extLst>
          </p:cNvPr>
          <p:cNvSpPr>
            <a:spLocks/>
          </p:cNvSpPr>
          <p:nvPr/>
        </p:nvSpPr>
        <p:spPr bwMode="auto">
          <a:xfrm>
            <a:off x="5913438" y="4516438"/>
            <a:ext cx="514350" cy="131762"/>
          </a:xfrm>
          <a:custGeom>
            <a:avLst/>
            <a:gdLst>
              <a:gd name="T0" fmla="*/ 19138106 w 288"/>
              <a:gd name="T1" fmla="*/ 241128120 h 72"/>
              <a:gd name="T2" fmla="*/ 899458847 w 288"/>
              <a:gd name="T3" fmla="*/ 241128120 h 72"/>
              <a:gd name="T4" fmla="*/ 915407269 w 288"/>
              <a:gd name="T5" fmla="*/ 234430218 h 72"/>
              <a:gd name="T6" fmla="*/ 918596953 w 288"/>
              <a:gd name="T7" fmla="*/ 221034415 h 72"/>
              <a:gd name="T8" fmla="*/ 918596953 w 288"/>
              <a:gd name="T9" fmla="*/ 20093705 h 72"/>
              <a:gd name="T10" fmla="*/ 915407269 w 288"/>
              <a:gd name="T11" fmla="*/ 6697902 h 72"/>
              <a:gd name="T12" fmla="*/ 899458847 w 288"/>
              <a:gd name="T13" fmla="*/ 0 h 72"/>
              <a:gd name="T14" fmla="*/ 19138106 w 288"/>
              <a:gd name="T15" fmla="*/ 0 h 72"/>
              <a:gd name="T16" fmla="*/ 6379369 w 288"/>
              <a:gd name="T17" fmla="*/ 6697902 h 72"/>
              <a:gd name="T18" fmla="*/ 0 w 288"/>
              <a:gd name="T19" fmla="*/ 20093705 h 72"/>
              <a:gd name="T20" fmla="*/ 0 w 288"/>
              <a:gd name="T21" fmla="*/ 221034415 h 72"/>
              <a:gd name="T22" fmla="*/ 6379369 w 288"/>
              <a:gd name="T23" fmla="*/ 234430218 h 72"/>
              <a:gd name="T24" fmla="*/ 19138106 w 288"/>
              <a:gd name="T25" fmla="*/ 241128120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88"/>
              <a:gd name="T40" fmla="*/ 0 h 72"/>
              <a:gd name="T41" fmla="*/ 288 w 288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88" h="72">
                <a:moveTo>
                  <a:pt x="6" y="72"/>
                </a:moveTo>
                <a:lnTo>
                  <a:pt x="282" y="72"/>
                </a:lnTo>
                <a:lnTo>
                  <a:pt x="287" y="70"/>
                </a:lnTo>
                <a:lnTo>
                  <a:pt x="288" y="66"/>
                </a:lnTo>
                <a:lnTo>
                  <a:pt x="288" y="6"/>
                </a:lnTo>
                <a:lnTo>
                  <a:pt x="287" y="2"/>
                </a:lnTo>
                <a:lnTo>
                  <a:pt x="282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52" name="Rectangle 716">
            <a:extLst>
              <a:ext uri="{FF2B5EF4-FFF2-40B4-BE49-F238E27FC236}">
                <a16:creationId xmlns:a16="http://schemas.microsoft.com/office/drawing/2014/main" id="{5F9BFCCA-9AB3-4BBF-8455-E1A311167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4592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" panose="02020603050405020304" pitchFamily="18" charset="0"/>
              </a:rPr>
              <a:t>Machine 1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53" name="Rectangle 717">
            <a:extLst>
              <a:ext uri="{FF2B5EF4-FFF2-40B4-BE49-F238E27FC236}">
                <a16:creationId xmlns:a16="http://schemas.microsoft.com/office/drawing/2014/main" id="{70C440C1-AEF1-4933-963E-237240344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9258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" panose="02020603050405020304" pitchFamily="18" charset="0"/>
              </a:rPr>
              <a:t>Machine 3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54" name="Rectangle 718">
            <a:extLst>
              <a:ext uri="{FF2B5EF4-FFF2-40B4-BE49-F238E27FC236}">
                <a16:creationId xmlns:a16="http://schemas.microsoft.com/office/drawing/2014/main" id="{E26B8E7C-2AFB-4FAB-9AF6-A6D4048AE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00525"/>
            <a:ext cx="6492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" panose="02020603050405020304" pitchFamily="18" charset="0"/>
              </a:rPr>
              <a:t>Machine 2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0055" name="Freeform 719">
            <a:extLst>
              <a:ext uri="{FF2B5EF4-FFF2-40B4-BE49-F238E27FC236}">
                <a16:creationId xmlns:a16="http://schemas.microsoft.com/office/drawing/2014/main" id="{2BD02C22-8A37-4AB0-B53F-B1D881D39267}"/>
              </a:ext>
            </a:extLst>
          </p:cNvPr>
          <p:cNvSpPr>
            <a:spLocks/>
          </p:cNvSpPr>
          <p:nvPr/>
        </p:nvSpPr>
        <p:spPr bwMode="auto">
          <a:xfrm>
            <a:off x="2317750" y="3581400"/>
            <a:ext cx="5148263" cy="1303338"/>
          </a:xfrm>
          <a:custGeom>
            <a:avLst/>
            <a:gdLst>
              <a:gd name="T0" fmla="*/ 0 w 2878"/>
              <a:gd name="T1" fmla="*/ 0 h 718"/>
              <a:gd name="T2" fmla="*/ 0 w 2878"/>
              <a:gd name="T3" fmla="*/ 2147483646 h 718"/>
              <a:gd name="T4" fmla="*/ 2147483646 w 2878"/>
              <a:gd name="T5" fmla="*/ 2147483646 h 718"/>
              <a:gd name="T6" fmla="*/ 0 60000 65536"/>
              <a:gd name="T7" fmla="*/ 0 60000 65536"/>
              <a:gd name="T8" fmla="*/ 0 60000 65536"/>
              <a:gd name="T9" fmla="*/ 0 w 2878"/>
              <a:gd name="T10" fmla="*/ 0 h 718"/>
              <a:gd name="T11" fmla="*/ 2878 w 2878"/>
              <a:gd name="T12" fmla="*/ 718 h 7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8" h="718">
                <a:moveTo>
                  <a:pt x="0" y="0"/>
                </a:moveTo>
                <a:lnTo>
                  <a:pt x="0" y="718"/>
                </a:lnTo>
                <a:lnTo>
                  <a:pt x="2878" y="718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216" name="Freeform 720">
            <a:extLst>
              <a:ext uri="{FF2B5EF4-FFF2-40B4-BE49-F238E27FC236}">
                <a16:creationId xmlns:a16="http://schemas.microsoft.com/office/drawing/2014/main" id="{D992B289-3A91-4892-A838-5F661EF17842}"/>
              </a:ext>
            </a:extLst>
          </p:cNvPr>
          <p:cNvSpPr>
            <a:spLocks/>
          </p:cNvSpPr>
          <p:nvPr/>
        </p:nvSpPr>
        <p:spPr bwMode="auto">
          <a:xfrm>
            <a:off x="2825750" y="4267200"/>
            <a:ext cx="1028700" cy="131763"/>
          </a:xfrm>
          <a:custGeom>
            <a:avLst/>
            <a:gdLst>
              <a:gd name="T0" fmla="*/ 16002994 w 575"/>
              <a:gd name="T1" fmla="*/ 241131780 h 72"/>
              <a:gd name="T2" fmla="*/ 1821185433 w 575"/>
              <a:gd name="T3" fmla="*/ 241131780 h 72"/>
              <a:gd name="T4" fmla="*/ 1833987829 w 575"/>
              <a:gd name="T5" fmla="*/ 234433828 h 72"/>
              <a:gd name="T6" fmla="*/ 1840389026 w 575"/>
              <a:gd name="T7" fmla="*/ 221037923 h 72"/>
              <a:gd name="T8" fmla="*/ 1840389026 w 575"/>
              <a:gd name="T9" fmla="*/ 20093858 h 72"/>
              <a:gd name="T10" fmla="*/ 1833987829 w 575"/>
              <a:gd name="T11" fmla="*/ 6697953 h 72"/>
              <a:gd name="T12" fmla="*/ 1821185433 w 575"/>
              <a:gd name="T13" fmla="*/ 0 h 72"/>
              <a:gd name="T14" fmla="*/ 16002994 w 575"/>
              <a:gd name="T15" fmla="*/ 0 h 72"/>
              <a:gd name="T16" fmla="*/ 6401198 w 575"/>
              <a:gd name="T17" fmla="*/ 6697953 h 72"/>
              <a:gd name="T18" fmla="*/ 0 w 575"/>
              <a:gd name="T19" fmla="*/ 20093858 h 72"/>
              <a:gd name="T20" fmla="*/ 0 w 575"/>
              <a:gd name="T21" fmla="*/ 221037923 h 72"/>
              <a:gd name="T22" fmla="*/ 6401198 w 575"/>
              <a:gd name="T23" fmla="*/ 234433828 h 72"/>
              <a:gd name="T24" fmla="*/ 16002994 w 575"/>
              <a:gd name="T25" fmla="*/ 241131780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75"/>
              <a:gd name="T40" fmla="*/ 0 h 72"/>
              <a:gd name="T41" fmla="*/ 575 w 575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75" h="72">
                <a:moveTo>
                  <a:pt x="5" y="72"/>
                </a:moveTo>
                <a:lnTo>
                  <a:pt x="569" y="72"/>
                </a:lnTo>
                <a:lnTo>
                  <a:pt x="573" y="70"/>
                </a:lnTo>
                <a:lnTo>
                  <a:pt x="575" y="66"/>
                </a:lnTo>
                <a:lnTo>
                  <a:pt x="575" y="6"/>
                </a:lnTo>
                <a:lnTo>
                  <a:pt x="573" y="2"/>
                </a:lnTo>
                <a:lnTo>
                  <a:pt x="569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7217" name="Freeform 721">
            <a:extLst>
              <a:ext uri="{FF2B5EF4-FFF2-40B4-BE49-F238E27FC236}">
                <a16:creationId xmlns:a16="http://schemas.microsoft.com/office/drawing/2014/main" id="{53A8FF63-E3FD-499B-B201-500969834351}"/>
              </a:ext>
            </a:extLst>
          </p:cNvPr>
          <p:cNvSpPr>
            <a:spLocks/>
          </p:cNvSpPr>
          <p:nvPr/>
        </p:nvSpPr>
        <p:spPr bwMode="auto">
          <a:xfrm>
            <a:off x="4368800" y="4511675"/>
            <a:ext cx="1544638" cy="131763"/>
          </a:xfrm>
          <a:custGeom>
            <a:avLst/>
            <a:gdLst>
              <a:gd name="T0" fmla="*/ 19221167 w 863"/>
              <a:gd name="T1" fmla="*/ 241131780 h 72"/>
              <a:gd name="T2" fmla="*/ 2147483646 w 863"/>
              <a:gd name="T3" fmla="*/ 241131780 h 72"/>
              <a:gd name="T4" fmla="*/ 2147483646 w 863"/>
              <a:gd name="T5" fmla="*/ 234433828 h 72"/>
              <a:gd name="T6" fmla="*/ 2147483646 w 863"/>
              <a:gd name="T7" fmla="*/ 221037923 h 72"/>
              <a:gd name="T8" fmla="*/ 2147483646 w 863"/>
              <a:gd name="T9" fmla="*/ 20093858 h 72"/>
              <a:gd name="T10" fmla="*/ 2147483646 w 863"/>
              <a:gd name="T11" fmla="*/ 6697953 h 72"/>
              <a:gd name="T12" fmla="*/ 2147483646 w 863"/>
              <a:gd name="T13" fmla="*/ 0 h 72"/>
              <a:gd name="T14" fmla="*/ 19221167 w 863"/>
              <a:gd name="T15" fmla="*/ 0 h 72"/>
              <a:gd name="T16" fmla="*/ 6407652 w 863"/>
              <a:gd name="T17" fmla="*/ 6697953 h 72"/>
              <a:gd name="T18" fmla="*/ 0 w 863"/>
              <a:gd name="T19" fmla="*/ 20093858 h 72"/>
              <a:gd name="T20" fmla="*/ 0 w 863"/>
              <a:gd name="T21" fmla="*/ 221037923 h 72"/>
              <a:gd name="T22" fmla="*/ 6407652 w 863"/>
              <a:gd name="T23" fmla="*/ 234433828 h 72"/>
              <a:gd name="T24" fmla="*/ 19221167 w 863"/>
              <a:gd name="T25" fmla="*/ 241131780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6" y="72"/>
                </a:moveTo>
                <a:lnTo>
                  <a:pt x="858" y="72"/>
                </a:lnTo>
                <a:lnTo>
                  <a:pt x="862" y="70"/>
                </a:lnTo>
                <a:lnTo>
                  <a:pt x="863" y="66"/>
                </a:lnTo>
                <a:lnTo>
                  <a:pt x="863" y="6"/>
                </a:lnTo>
                <a:lnTo>
                  <a:pt x="862" y="2"/>
                </a:lnTo>
                <a:lnTo>
                  <a:pt x="858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7218" name="Freeform 722">
            <a:extLst>
              <a:ext uri="{FF2B5EF4-FFF2-40B4-BE49-F238E27FC236}">
                <a16:creationId xmlns:a16="http://schemas.microsoft.com/office/drawing/2014/main" id="{EC78FFAD-6A78-41D5-BD3F-581424809A06}"/>
              </a:ext>
            </a:extLst>
          </p:cNvPr>
          <p:cNvSpPr>
            <a:spLocks/>
          </p:cNvSpPr>
          <p:nvPr/>
        </p:nvSpPr>
        <p:spPr bwMode="auto">
          <a:xfrm>
            <a:off x="3338513" y="3962400"/>
            <a:ext cx="1546225" cy="128588"/>
          </a:xfrm>
          <a:custGeom>
            <a:avLst/>
            <a:gdLst>
              <a:gd name="T0" fmla="*/ 19216857 w 864"/>
              <a:gd name="T1" fmla="*/ 232885546 h 71"/>
              <a:gd name="T2" fmla="*/ 2147483646 w 864"/>
              <a:gd name="T3" fmla="*/ 232885546 h 71"/>
              <a:gd name="T4" fmla="*/ 2147483646 w 864"/>
              <a:gd name="T5" fmla="*/ 226325747 h 71"/>
              <a:gd name="T6" fmla="*/ 2147483646 w 864"/>
              <a:gd name="T7" fmla="*/ 216486048 h 71"/>
              <a:gd name="T8" fmla="*/ 2147483646 w 864"/>
              <a:gd name="T9" fmla="*/ 16399498 h 71"/>
              <a:gd name="T10" fmla="*/ 2147483646 w 864"/>
              <a:gd name="T11" fmla="*/ 3279900 h 71"/>
              <a:gd name="T12" fmla="*/ 2147483646 w 864"/>
              <a:gd name="T13" fmla="*/ 0 h 71"/>
              <a:gd name="T14" fmla="*/ 19216857 w 864"/>
              <a:gd name="T15" fmla="*/ 0 h 71"/>
              <a:gd name="T16" fmla="*/ 6405022 w 864"/>
              <a:gd name="T17" fmla="*/ 3279900 h 71"/>
              <a:gd name="T18" fmla="*/ 0 w 864"/>
              <a:gd name="T19" fmla="*/ 16399498 h 71"/>
              <a:gd name="T20" fmla="*/ 0 w 864"/>
              <a:gd name="T21" fmla="*/ 216486048 h 71"/>
              <a:gd name="T22" fmla="*/ 6405022 w 864"/>
              <a:gd name="T23" fmla="*/ 226325747 h 71"/>
              <a:gd name="T24" fmla="*/ 19216857 w 864"/>
              <a:gd name="T25" fmla="*/ 232885546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4"/>
              <a:gd name="T40" fmla="*/ 0 h 71"/>
              <a:gd name="T41" fmla="*/ 864 w 864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4" h="71">
                <a:moveTo>
                  <a:pt x="6" y="71"/>
                </a:moveTo>
                <a:lnTo>
                  <a:pt x="858" y="71"/>
                </a:lnTo>
                <a:lnTo>
                  <a:pt x="863" y="69"/>
                </a:lnTo>
                <a:lnTo>
                  <a:pt x="864" y="66"/>
                </a:lnTo>
                <a:lnTo>
                  <a:pt x="864" y="5"/>
                </a:lnTo>
                <a:lnTo>
                  <a:pt x="863" y="1"/>
                </a:lnTo>
                <a:lnTo>
                  <a:pt x="858" y="0"/>
                </a:lnTo>
                <a:lnTo>
                  <a:pt x="6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6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mpetition">
  <a:themeElements>
    <a:clrScheme name="Competition 2">
      <a:dk1>
        <a:srgbClr val="800000"/>
      </a:dk1>
      <a:lt1>
        <a:srgbClr val="FFFFFF"/>
      </a:lt1>
      <a:dk2>
        <a:srgbClr val="FF9900"/>
      </a:dk2>
      <a:lt2>
        <a:srgbClr val="FFFF99"/>
      </a:lt2>
      <a:accent1>
        <a:srgbClr val="FF5050"/>
      </a:accent1>
      <a:accent2>
        <a:srgbClr val="CC3300"/>
      </a:accent2>
      <a:accent3>
        <a:srgbClr val="FFCAAA"/>
      </a:accent3>
      <a:accent4>
        <a:srgbClr val="DADADA"/>
      </a:accent4>
      <a:accent5>
        <a:srgbClr val="FFB3B3"/>
      </a:accent5>
      <a:accent6>
        <a:srgbClr val="B92D00"/>
      </a:accent6>
      <a:hlink>
        <a:srgbClr val="FFFF99"/>
      </a:hlink>
      <a:folHlink>
        <a:srgbClr val="FFCC00"/>
      </a:folHlink>
    </a:clrScheme>
    <a:fontScheme name="Competition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ompetition 1">
        <a:dk1>
          <a:srgbClr val="5C1F00"/>
        </a:dk1>
        <a:lt1>
          <a:srgbClr val="FFFFFF"/>
        </a:lt1>
        <a:dk2>
          <a:srgbClr val="990000"/>
        </a:dk2>
        <a:lt2>
          <a:srgbClr val="FFF9BB"/>
        </a:lt2>
        <a:accent1>
          <a:srgbClr val="FF3300"/>
        </a:accent1>
        <a:accent2>
          <a:srgbClr val="B86D52"/>
        </a:accent2>
        <a:accent3>
          <a:srgbClr val="CAAAAA"/>
        </a:accent3>
        <a:accent4>
          <a:srgbClr val="DADADA"/>
        </a:accent4>
        <a:accent5>
          <a:srgbClr val="FFADAA"/>
        </a:accent5>
        <a:accent6>
          <a:srgbClr val="A66249"/>
        </a:accent6>
        <a:hlink>
          <a:srgbClr val="FF9900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2">
        <a:dk1>
          <a:srgbClr val="800000"/>
        </a:dk1>
        <a:lt1>
          <a:srgbClr val="FFFFFF"/>
        </a:lt1>
        <a:dk2>
          <a:srgbClr val="FF9900"/>
        </a:dk2>
        <a:lt2>
          <a:srgbClr val="FFFF99"/>
        </a:lt2>
        <a:accent1>
          <a:srgbClr val="FF5050"/>
        </a:accent1>
        <a:accent2>
          <a:srgbClr val="CC3300"/>
        </a:accent2>
        <a:accent3>
          <a:srgbClr val="FFCAAA"/>
        </a:accent3>
        <a:accent4>
          <a:srgbClr val="DADADA"/>
        </a:accent4>
        <a:accent5>
          <a:srgbClr val="FFB3B3"/>
        </a:accent5>
        <a:accent6>
          <a:srgbClr val="B92D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3">
        <a:dk1>
          <a:srgbClr val="2A5400"/>
        </a:dk1>
        <a:lt1>
          <a:srgbClr val="FFFFFF"/>
        </a:lt1>
        <a:dk2>
          <a:srgbClr val="4A9400"/>
        </a:dk2>
        <a:lt2>
          <a:srgbClr val="F3F2D9"/>
        </a:lt2>
        <a:accent1>
          <a:srgbClr val="99CC00"/>
        </a:accent1>
        <a:accent2>
          <a:srgbClr val="6B4A39"/>
        </a:accent2>
        <a:accent3>
          <a:srgbClr val="B1C8AA"/>
        </a:accent3>
        <a:accent4>
          <a:srgbClr val="DADADA"/>
        </a:accent4>
        <a:accent5>
          <a:srgbClr val="CAE2AA"/>
        </a:accent5>
        <a:accent6>
          <a:srgbClr val="604233"/>
        </a:accent6>
        <a:hlink>
          <a:srgbClr val="E2BC5E"/>
        </a:hlink>
        <a:folHlink>
          <a:srgbClr val="AB7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4">
        <a:dk1>
          <a:srgbClr val="005A58"/>
        </a:dk1>
        <a:lt1>
          <a:srgbClr val="FFFFFF"/>
        </a:lt1>
        <a:dk2>
          <a:srgbClr val="009E9A"/>
        </a:dk2>
        <a:lt2>
          <a:srgbClr val="C5EBE4"/>
        </a:lt2>
        <a:accent1>
          <a:srgbClr val="0099CC"/>
        </a:accent1>
        <a:accent2>
          <a:srgbClr val="339933"/>
        </a:accent2>
        <a:accent3>
          <a:srgbClr val="AACCCA"/>
        </a:accent3>
        <a:accent4>
          <a:srgbClr val="DADADA"/>
        </a:accent4>
        <a:accent5>
          <a:srgbClr val="AACAE2"/>
        </a:accent5>
        <a:accent6>
          <a:srgbClr val="2D8A2D"/>
        </a:accent6>
        <a:hlink>
          <a:srgbClr val="00FF99"/>
        </a:hlink>
        <a:folHlink>
          <a:srgbClr val="4CD2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5">
        <a:dk1>
          <a:srgbClr val="000070"/>
        </a:dk1>
        <a:lt1>
          <a:srgbClr val="FFFFFF"/>
        </a:lt1>
        <a:dk2>
          <a:srgbClr val="0000FF"/>
        </a:dk2>
        <a:lt2>
          <a:srgbClr val="C5C5FF"/>
        </a:lt2>
        <a:accent1>
          <a:srgbClr val="0099FF"/>
        </a:accent1>
        <a:accent2>
          <a:srgbClr val="7883B4"/>
        </a:accent2>
        <a:accent3>
          <a:srgbClr val="AAAAFF"/>
        </a:accent3>
        <a:accent4>
          <a:srgbClr val="DADADA"/>
        </a:accent4>
        <a:accent5>
          <a:srgbClr val="AACAFF"/>
        </a:accent5>
        <a:accent6>
          <a:srgbClr val="6C76A3"/>
        </a:accent6>
        <a:hlink>
          <a:srgbClr val="00FFFF"/>
        </a:hlink>
        <a:folHlink>
          <a:srgbClr val="2DBF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6">
        <a:dk1>
          <a:srgbClr val="4D4D4D"/>
        </a:dk1>
        <a:lt1>
          <a:srgbClr val="FFFFFF"/>
        </a:lt1>
        <a:dk2>
          <a:srgbClr val="8202E2"/>
        </a:dk2>
        <a:lt2>
          <a:srgbClr val="CCCCFF"/>
        </a:lt2>
        <a:accent1>
          <a:srgbClr val="CC99FF"/>
        </a:accent1>
        <a:accent2>
          <a:srgbClr val="666699"/>
        </a:accent2>
        <a:accent3>
          <a:srgbClr val="C1AAEE"/>
        </a:accent3>
        <a:accent4>
          <a:srgbClr val="DADADA"/>
        </a:accent4>
        <a:accent5>
          <a:srgbClr val="E2CAFF"/>
        </a:accent5>
        <a:accent6>
          <a:srgbClr val="5C5C8A"/>
        </a:accent6>
        <a:hlink>
          <a:srgbClr val="FF7C80"/>
        </a:hlink>
        <a:folHlink>
          <a:srgbClr val="FF505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7">
        <a:dk1>
          <a:srgbClr val="575863"/>
        </a:dk1>
        <a:lt1>
          <a:srgbClr val="FFFFFF"/>
        </a:lt1>
        <a:dk2>
          <a:srgbClr val="818982"/>
        </a:dk2>
        <a:lt2>
          <a:srgbClr val="EAEAEA"/>
        </a:lt2>
        <a:accent1>
          <a:srgbClr val="CC6600"/>
        </a:accent1>
        <a:accent2>
          <a:srgbClr val="A4A686"/>
        </a:accent2>
        <a:accent3>
          <a:srgbClr val="C1C4C1"/>
        </a:accent3>
        <a:accent4>
          <a:srgbClr val="DADADA"/>
        </a:accent4>
        <a:accent5>
          <a:srgbClr val="E2B8AA"/>
        </a:accent5>
        <a:accent6>
          <a:srgbClr val="949679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etition 8">
        <a:dk1>
          <a:srgbClr val="000000"/>
        </a:dk1>
        <a:lt1>
          <a:srgbClr val="FFFFFF"/>
        </a:lt1>
        <a:dk2>
          <a:srgbClr val="000000"/>
        </a:dk2>
        <a:lt2>
          <a:srgbClr val="CDCDCD"/>
        </a:lt2>
        <a:accent1>
          <a:srgbClr val="CDD9F7"/>
        </a:accent1>
        <a:accent2>
          <a:srgbClr val="99FF33"/>
        </a:accent2>
        <a:accent3>
          <a:srgbClr val="FFFFFF"/>
        </a:accent3>
        <a:accent4>
          <a:srgbClr val="000000"/>
        </a:accent4>
        <a:accent5>
          <a:srgbClr val="E3E9FA"/>
        </a:accent5>
        <a:accent6>
          <a:srgbClr val="8AE72D"/>
        </a:accent6>
        <a:hlink>
          <a:srgbClr val="0033CC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Competition 2">
    <a:dk1>
      <a:srgbClr val="800000"/>
    </a:dk1>
    <a:lt1>
      <a:srgbClr val="FFFFFF"/>
    </a:lt1>
    <a:dk2>
      <a:srgbClr val="FF9900"/>
    </a:dk2>
    <a:lt2>
      <a:srgbClr val="FFFF99"/>
    </a:lt2>
    <a:accent1>
      <a:srgbClr val="FF5050"/>
    </a:accent1>
    <a:accent2>
      <a:srgbClr val="CC3300"/>
    </a:accent2>
    <a:accent3>
      <a:srgbClr val="FFCAAA"/>
    </a:accent3>
    <a:accent4>
      <a:srgbClr val="DADADA"/>
    </a:accent4>
    <a:accent5>
      <a:srgbClr val="FFB3B3"/>
    </a:accent5>
    <a:accent6>
      <a:srgbClr val="B92D00"/>
    </a:accent6>
    <a:hlink>
      <a:srgbClr val="FFFF99"/>
    </a:hlink>
    <a:folHlink>
      <a:srgbClr val="FF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1268</Words>
  <Application>Microsoft Office PowerPoint</Application>
  <PresentationFormat>On-screen Show (4:3)</PresentationFormat>
  <Paragraphs>471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Tahoma</vt:lpstr>
      <vt:lpstr>Times</vt:lpstr>
      <vt:lpstr>Times New Roman</vt:lpstr>
      <vt:lpstr>Verdana</vt:lpstr>
      <vt:lpstr>Wingdings</vt:lpstr>
      <vt:lpstr>Default Design</vt:lpstr>
      <vt:lpstr>Competition</vt:lpstr>
      <vt:lpstr>Task Scheduling I</vt:lpstr>
      <vt:lpstr>Greedy Criteria</vt:lpstr>
      <vt:lpstr>Select the shortest task does not use the resource for a long period of time </vt:lpstr>
      <vt:lpstr>Select the task intersecting the fewest tasks so many can still be scheduled</vt:lpstr>
      <vt:lpstr>Select the task that terminates the earliest schedule the task which will free up the resource for someone else as soon as possible  </vt:lpstr>
      <vt:lpstr>PowerPoint Presentation</vt:lpstr>
      <vt:lpstr>Greedy Solution</vt:lpstr>
      <vt:lpstr>Activity Selection (Interval Scheduling)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Scheduling II</vt:lpstr>
      <vt:lpstr>Task Scheduling II (examples)</vt:lpstr>
      <vt:lpstr>Task Scheduling II (examples)</vt:lpstr>
      <vt:lpstr>Task Scheduling Algorithm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mai mimo</cp:lastModifiedBy>
  <cp:revision>62</cp:revision>
  <cp:lastPrinted>1601-01-01T00:00:00Z</cp:lastPrinted>
  <dcterms:created xsi:type="dcterms:W3CDTF">1601-01-01T00:00:00Z</dcterms:created>
  <dcterms:modified xsi:type="dcterms:W3CDTF">2026-05-07T07:55:07Z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